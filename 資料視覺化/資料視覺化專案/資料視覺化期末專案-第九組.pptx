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1" r:id="rId1"/>
  </p:sldMasterIdLst>
  <p:notesMasterIdLst>
    <p:notesMasterId r:id="rId3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Lst>
  <p:sldSz cx="9144000" cy="5143500" type="screen16x9"/>
  <p:notesSz cx="6858000" cy="9144000"/>
  <p:embeddedFontLst>
    <p:embeddedFont>
      <p:font typeface="微軟正黑體" panose="020B0604030504040204" pitchFamily="34" charset="-120"/>
      <p:regular r:id="rId33"/>
      <p:bold r:id="rId34"/>
    </p:embeddedFont>
    <p:embeddedFont>
      <p:font typeface="Bebas Neue" panose="020B0606020202050201" pitchFamily="34" charset="0"/>
      <p:regular r:id="rId35"/>
    </p:embeddedFont>
    <p:embeddedFont>
      <p:font typeface="DM Sans" pitchFamily="2" charset="0"/>
      <p:regular r:id="rId36"/>
      <p:bold r:id="rId37"/>
      <p:italic r:id="rId38"/>
      <p:boldItalic r:id="rId39"/>
    </p:embeddedFont>
    <p:embeddedFont>
      <p:font typeface="Nunito Light" pitchFamily="2" charset="0"/>
      <p:regular r:id="rId40"/>
    </p:embeddedFont>
    <p:embeddedFont>
      <p:font typeface="Poppins" panose="00000500000000000000" pitchFamily="2" charset="0"/>
      <p:regular r:id="rId41"/>
      <p:bold r:id="rId42"/>
      <p:italic r:id="rId43"/>
      <p:boldItalic r:id="rId44"/>
    </p:embeddedFont>
    <p:embeddedFont>
      <p:font typeface="Poppins ExtraBold" panose="00000900000000000000" pitchFamily="2" charset="0"/>
      <p:bold r:id="rId45"/>
      <p:boldItalic r:id="rId46"/>
    </p:embeddedFont>
    <p:embeddedFont>
      <p:font typeface="PT Sans" panose="020B0503020203020204" pitchFamily="34" charset="0"/>
      <p:regular r:id="rId47"/>
      <p:bold r:id="rId48"/>
      <p:italic r:id="rId49"/>
      <p:boldItalic r:id="rId50"/>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3" d="100"/>
          <a:sy n="103" d="100"/>
        </p:scale>
        <p:origin x="1301" y="8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7.fntdata"/><Relationship Id="rId21" Type="http://schemas.openxmlformats.org/officeDocument/2006/relationships/slide" Target="slides/slide20.xml"/><Relationship Id="rId34" Type="http://schemas.openxmlformats.org/officeDocument/2006/relationships/font" Target="fonts/font2.fntdata"/><Relationship Id="rId42" Type="http://schemas.openxmlformats.org/officeDocument/2006/relationships/font" Target="fonts/font10.fntdata"/><Relationship Id="rId47" Type="http://schemas.openxmlformats.org/officeDocument/2006/relationships/font" Target="fonts/font15.fntdata"/><Relationship Id="rId50" Type="http://schemas.openxmlformats.org/officeDocument/2006/relationships/font" Target="fonts/font18.fntdata"/><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37" Type="http://schemas.openxmlformats.org/officeDocument/2006/relationships/font" Target="fonts/font5.fntdata"/><Relationship Id="rId40" Type="http://schemas.openxmlformats.org/officeDocument/2006/relationships/font" Target="fonts/font8.fntdata"/><Relationship Id="rId45" Type="http://schemas.openxmlformats.org/officeDocument/2006/relationships/font" Target="fonts/font13.fntdata"/><Relationship Id="rId53"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font" Target="fonts/font12.fntdata"/><Relationship Id="rId52"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font" Target="fonts/font3.fntdata"/><Relationship Id="rId43" Type="http://schemas.openxmlformats.org/officeDocument/2006/relationships/font" Target="fonts/font11.fntdata"/><Relationship Id="rId48" Type="http://schemas.openxmlformats.org/officeDocument/2006/relationships/font" Target="fonts/font16.fntdata"/><Relationship Id="rId8" Type="http://schemas.openxmlformats.org/officeDocument/2006/relationships/slide" Target="slides/slide7.xml"/><Relationship Id="rId51"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1.fntdata"/><Relationship Id="rId38" Type="http://schemas.openxmlformats.org/officeDocument/2006/relationships/font" Target="fonts/font6.fntdata"/><Relationship Id="rId46" Type="http://schemas.openxmlformats.org/officeDocument/2006/relationships/font" Target="fonts/font14.fntdata"/><Relationship Id="rId20" Type="http://schemas.openxmlformats.org/officeDocument/2006/relationships/slide" Target="slides/slide19.xml"/><Relationship Id="rId41" Type="http://schemas.openxmlformats.org/officeDocument/2006/relationships/font" Target="fonts/font9.fntdata"/><Relationship Id="rId54"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4.fntdata"/><Relationship Id="rId49" Type="http://schemas.openxmlformats.org/officeDocument/2006/relationships/font" Target="fonts/font17.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6"/>
        <p:cNvGrpSpPr/>
        <p:nvPr/>
      </p:nvGrpSpPr>
      <p:grpSpPr>
        <a:xfrm>
          <a:off x="0" y="0"/>
          <a:ext cx="0" cy="0"/>
          <a:chOff x="0" y="0"/>
          <a:chExt cx="0" cy="0"/>
        </a:xfrm>
      </p:grpSpPr>
      <p:sp>
        <p:nvSpPr>
          <p:cNvPr id="1977" name="Google Shape;1977;g1d124867081_0_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78" name="Google Shape;1978;g1d124867081_0_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63"/>
        <p:cNvGrpSpPr/>
        <p:nvPr/>
      </p:nvGrpSpPr>
      <p:grpSpPr>
        <a:xfrm>
          <a:off x="0" y="0"/>
          <a:ext cx="0" cy="0"/>
          <a:chOff x="0" y="0"/>
          <a:chExt cx="0" cy="0"/>
        </a:xfrm>
      </p:grpSpPr>
      <p:sp>
        <p:nvSpPr>
          <p:cNvPr id="2164" name="Google Shape;2164;g21746167059_0_55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65" name="Google Shape;2165;g21746167059_0_55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25"/>
        <p:cNvGrpSpPr/>
        <p:nvPr/>
      </p:nvGrpSpPr>
      <p:grpSpPr>
        <a:xfrm>
          <a:off x="0" y="0"/>
          <a:ext cx="0" cy="0"/>
          <a:chOff x="0" y="0"/>
          <a:chExt cx="0" cy="0"/>
        </a:xfrm>
      </p:grpSpPr>
      <p:sp>
        <p:nvSpPr>
          <p:cNvPr id="2226" name="Google Shape;2226;g54dda1946d_6_30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27" name="Google Shape;2227;g54dda1946d_6_30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49"/>
        <p:cNvGrpSpPr/>
        <p:nvPr/>
      </p:nvGrpSpPr>
      <p:grpSpPr>
        <a:xfrm>
          <a:off x="0" y="0"/>
          <a:ext cx="0" cy="0"/>
          <a:chOff x="0" y="0"/>
          <a:chExt cx="0" cy="0"/>
        </a:xfrm>
      </p:grpSpPr>
      <p:sp>
        <p:nvSpPr>
          <p:cNvPr id="2350" name="Google Shape;2350;g217c6b36605_0_4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51" name="Google Shape;2351;g217c6b36605_0_4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55"/>
        <p:cNvGrpSpPr/>
        <p:nvPr/>
      </p:nvGrpSpPr>
      <p:grpSpPr>
        <a:xfrm>
          <a:off x="0" y="0"/>
          <a:ext cx="0" cy="0"/>
          <a:chOff x="0" y="0"/>
          <a:chExt cx="0" cy="0"/>
        </a:xfrm>
      </p:grpSpPr>
      <p:sp>
        <p:nvSpPr>
          <p:cNvPr id="2356" name="Google Shape;2356;g184d99d1a72_0_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57" name="Google Shape;2357;g184d99d1a72_0_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75"/>
        <p:cNvGrpSpPr/>
        <p:nvPr/>
      </p:nvGrpSpPr>
      <p:grpSpPr>
        <a:xfrm>
          <a:off x="0" y="0"/>
          <a:ext cx="0" cy="0"/>
          <a:chOff x="0" y="0"/>
          <a:chExt cx="0" cy="0"/>
        </a:xfrm>
      </p:grpSpPr>
      <p:sp>
        <p:nvSpPr>
          <p:cNvPr id="2376" name="Google Shape;2376;g2e4443656db_1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77" name="Google Shape;2377;g2e4443656db_1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99"/>
        <p:cNvGrpSpPr/>
        <p:nvPr/>
      </p:nvGrpSpPr>
      <p:grpSpPr>
        <a:xfrm>
          <a:off x="0" y="0"/>
          <a:ext cx="0" cy="0"/>
          <a:chOff x="0" y="0"/>
          <a:chExt cx="0" cy="0"/>
        </a:xfrm>
      </p:grpSpPr>
      <p:sp>
        <p:nvSpPr>
          <p:cNvPr id="2500" name="Google Shape;2500;g184d99d1a72_0_5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01" name="Google Shape;2501;g184d99d1a72_0_5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27"/>
        <p:cNvGrpSpPr/>
        <p:nvPr/>
      </p:nvGrpSpPr>
      <p:grpSpPr>
        <a:xfrm>
          <a:off x="0" y="0"/>
          <a:ext cx="0" cy="0"/>
          <a:chOff x="0" y="0"/>
          <a:chExt cx="0" cy="0"/>
        </a:xfrm>
      </p:grpSpPr>
      <p:sp>
        <p:nvSpPr>
          <p:cNvPr id="2528" name="Google Shape;2528;g2e4443656db_1_14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29" name="Google Shape;2529;g2e4443656db_1_14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45"/>
        <p:cNvGrpSpPr/>
        <p:nvPr/>
      </p:nvGrpSpPr>
      <p:grpSpPr>
        <a:xfrm>
          <a:off x="0" y="0"/>
          <a:ext cx="0" cy="0"/>
          <a:chOff x="0" y="0"/>
          <a:chExt cx="0" cy="0"/>
        </a:xfrm>
      </p:grpSpPr>
      <p:sp>
        <p:nvSpPr>
          <p:cNvPr id="2546" name="Google Shape;2546;g2e4443656db_1_17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47" name="Google Shape;2547;g2e4443656db_1_17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50"/>
        <p:cNvGrpSpPr/>
        <p:nvPr/>
      </p:nvGrpSpPr>
      <p:grpSpPr>
        <a:xfrm>
          <a:off x="0" y="0"/>
          <a:ext cx="0" cy="0"/>
          <a:chOff x="0" y="0"/>
          <a:chExt cx="0" cy="0"/>
        </a:xfrm>
      </p:grpSpPr>
      <p:sp>
        <p:nvSpPr>
          <p:cNvPr id="2551" name="Google Shape;2551;g2e4443656db_1_19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52" name="Google Shape;2552;g2e4443656db_1_19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71"/>
        <p:cNvGrpSpPr/>
        <p:nvPr/>
      </p:nvGrpSpPr>
      <p:grpSpPr>
        <a:xfrm>
          <a:off x="0" y="0"/>
          <a:ext cx="0" cy="0"/>
          <a:chOff x="0" y="0"/>
          <a:chExt cx="0" cy="0"/>
        </a:xfrm>
      </p:grpSpPr>
      <p:sp>
        <p:nvSpPr>
          <p:cNvPr id="2572" name="Google Shape;2572;g2e4443656db_1_23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73" name="Google Shape;2573;g2e4443656db_1_23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86"/>
        <p:cNvGrpSpPr/>
        <p:nvPr/>
      </p:nvGrpSpPr>
      <p:grpSpPr>
        <a:xfrm>
          <a:off x="0" y="0"/>
          <a:ext cx="0" cy="0"/>
          <a:chOff x="0" y="0"/>
          <a:chExt cx="0" cy="0"/>
        </a:xfrm>
      </p:grpSpPr>
      <p:sp>
        <p:nvSpPr>
          <p:cNvPr id="2587" name="Google Shape;2587;g2e4be8b03cb_2_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88" name="Google Shape;2588;g2e4be8b03cb_2_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05"/>
        <p:cNvGrpSpPr/>
        <p:nvPr/>
      </p:nvGrpSpPr>
      <p:grpSpPr>
        <a:xfrm>
          <a:off x="0" y="0"/>
          <a:ext cx="0" cy="0"/>
          <a:chOff x="0" y="0"/>
          <a:chExt cx="0" cy="0"/>
        </a:xfrm>
      </p:grpSpPr>
      <p:sp>
        <p:nvSpPr>
          <p:cNvPr id="2606" name="Google Shape;2606;g2e4443656db_1_27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07" name="Google Shape;2607;g2e4443656db_1_27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19"/>
        <p:cNvGrpSpPr/>
        <p:nvPr/>
      </p:nvGrpSpPr>
      <p:grpSpPr>
        <a:xfrm>
          <a:off x="0" y="0"/>
          <a:ext cx="0" cy="0"/>
          <a:chOff x="0" y="0"/>
          <a:chExt cx="0" cy="0"/>
        </a:xfrm>
      </p:grpSpPr>
      <p:sp>
        <p:nvSpPr>
          <p:cNvPr id="2620" name="Google Shape;2620;g2e469051089_0_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21" name="Google Shape;2621;g2e469051089_0_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43"/>
        <p:cNvGrpSpPr/>
        <p:nvPr/>
      </p:nvGrpSpPr>
      <p:grpSpPr>
        <a:xfrm>
          <a:off x="0" y="0"/>
          <a:ext cx="0" cy="0"/>
          <a:chOff x="0" y="0"/>
          <a:chExt cx="0" cy="0"/>
        </a:xfrm>
      </p:grpSpPr>
      <p:sp>
        <p:nvSpPr>
          <p:cNvPr id="2744" name="Google Shape;2744;g273a499100b_1_13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45" name="Google Shape;2745;g273a499100b_1_13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67"/>
        <p:cNvGrpSpPr/>
        <p:nvPr/>
      </p:nvGrpSpPr>
      <p:grpSpPr>
        <a:xfrm>
          <a:off x="0" y="0"/>
          <a:ext cx="0" cy="0"/>
          <a:chOff x="0" y="0"/>
          <a:chExt cx="0" cy="0"/>
        </a:xfrm>
      </p:grpSpPr>
      <p:sp>
        <p:nvSpPr>
          <p:cNvPr id="2868" name="Google Shape;2868;g273a6a89add_3_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69" name="Google Shape;2869;g273a6a89add_3_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72"/>
        <p:cNvGrpSpPr/>
        <p:nvPr/>
      </p:nvGrpSpPr>
      <p:grpSpPr>
        <a:xfrm>
          <a:off x="0" y="0"/>
          <a:ext cx="0" cy="0"/>
          <a:chOff x="0" y="0"/>
          <a:chExt cx="0" cy="0"/>
        </a:xfrm>
      </p:grpSpPr>
      <p:sp>
        <p:nvSpPr>
          <p:cNvPr id="2873" name="Google Shape;2873;g2e5f3ba60a4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74" name="Google Shape;2874;g2e5f3ba60a4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79"/>
        <p:cNvGrpSpPr/>
        <p:nvPr/>
      </p:nvGrpSpPr>
      <p:grpSpPr>
        <a:xfrm>
          <a:off x="0" y="0"/>
          <a:ext cx="0" cy="0"/>
          <a:chOff x="0" y="0"/>
          <a:chExt cx="0" cy="0"/>
        </a:xfrm>
      </p:grpSpPr>
      <p:sp>
        <p:nvSpPr>
          <p:cNvPr id="2880" name="Google Shape;2880;g2e614611c29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81" name="Google Shape;2881;g2e614611c29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87"/>
        <p:cNvGrpSpPr/>
        <p:nvPr/>
      </p:nvGrpSpPr>
      <p:grpSpPr>
        <a:xfrm>
          <a:off x="0" y="0"/>
          <a:ext cx="0" cy="0"/>
          <a:chOff x="0" y="0"/>
          <a:chExt cx="0" cy="0"/>
        </a:xfrm>
      </p:grpSpPr>
      <p:sp>
        <p:nvSpPr>
          <p:cNvPr id="2888" name="Google Shape;2888;g273a6a89add_3_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89" name="Google Shape;2889;g273a6a89add_3_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94"/>
        <p:cNvGrpSpPr/>
        <p:nvPr/>
      </p:nvGrpSpPr>
      <p:grpSpPr>
        <a:xfrm>
          <a:off x="0" y="0"/>
          <a:ext cx="0" cy="0"/>
          <a:chOff x="0" y="0"/>
          <a:chExt cx="0" cy="0"/>
        </a:xfrm>
      </p:grpSpPr>
      <p:sp>
        <p:nvSpPr>
          <p:cNvPr id="2895" name="Google Shape;2895;g2e5f3ba60a4_0_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96" name="Google Shape;2896;g2e5f3ba60a4_0_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01"/>
        <p:cNvGrpSpPr/>
        <p:nvPr/>
      </p:nvGrpSpPr>
      <p:grpSpPr>
        <a:xfrm>
          <a:off x="0" y="0"/>
          <a:ext cx="0" cy="0"/>
          <a:chOff x="0" y="0"/>
          <a:chExt cx="0" cy="0"/>
        </a:xfrm>
      </p:grpSpPr>
      <p:sp>
        <p:nvSpPr>
          <p:cNvPr id="2902" name="Google Shape;2902;g273a499100b_1_25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03" name="Google Shape;2903;g273a499100b_1_25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25"/>
        <p:cNvGrpSpPr/>
        <p:nvPr/>
      </p:nvGrpSpPr>
      <p:grpSpPr>
        <a:xfrm>
          <a:off x="0" y="0"/>
          <a:ext cx="0" cy="0"/>
          <a:chOff x="0" y="0"/>
          <a:chExt cx="0" cy="0"/>
        </a:xfrm>
      </p:grpSpPr>
      <p:sp>
        <p:nvSpPr>
          <p:cNvPr id="3026" name="Google Shape;3026;g2e4be8b03cb_0_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27" name="Google Shape;3027;g2e4be8b03cb_0_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2"/>
        <p:cNvGrpSpPr/>
        <p:nvPr/>
      </p:nvGrpSpPr>
      <p:grpSpPr>
        <a:xfrm>
          <a:off x="0" y="0"/>
          <a:ext cx="0" cy="0"/>
          <a:chOff x="0" y="0"/>
          <a:chExt cx="0" cy="0"/>
        </a:xfrm>
      </p:grpSpPr>
      <p:sp>
        <p:nvSpPr>
          <p:cNvPr id="3033" name="Google Shape;3033;g2e4be8b03cb_0_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34" name="Google Shape;3034;g2e4be8b03cb_0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9"/>
        <p:cNvGrpSpPr/>
        <p:nvPr/>
      </p:nvGrpSpPr>
      <p:grpSpPr>
        <a:xfrm>
          <a:off x="0" y="0"/>
          <a:ext cx="0" cy="0"/>
          <a:chOff x="0" y="0"/>
          <a:chExt cx="0" cy="0"/>
        </a:xfrm>
      </p:grpSpPr>
      <p:sp>
        <p:nvSpPr>
          <p:cNvPr id="3040" name="Google Shape;3040;g2e4be8b03cb_0_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41" name="Google Shape;3041;g2e4be8b03cb_0_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6"/>
        <p:cNvGrpSpPr/>
        <p:nvPr/>
      </p:nvGrpSpPr>
      <p:grpSpPr>
        <a:xfrm>
          <a:off x="0" y="0"/>
          <a:ext cx="0" cy="0"/>
          <a:chOff x="0" y="0"/>
          <a:chExt cx="0" cy="0"/>
        </a:xfrm>
      </p:grpSpPr>
      <p:sp>
        <p:nvSpPr>
          <p:cNvPr id="3047" name="Google Shape;3047;g2e4be8b03cb_0_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48" name="Google Shape;3048;g2e4be8b03cb_0_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53"/>
        <p:cNvGrpSpPr/>
        <p:nvPr/>
      </p:nvGrpSpPr>
      <p:grpSpPr>
        <a:xfrm>
          <a:off x="0" y="0"/>
          <a:ext cx="0" cy="0"/>
          <a:chOff x="0" y="0"/>
          <a:chExt cx="0" cy="0"/>
        </a:xfrm>
      </p:grpSpPr>
      <p:sp>
        <p:nvSpPr>
          <p:cNvPr id="3054" name="Google Shape;3054;g273a499100b_6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55" name="Google Shape;3055;g273a499100b_6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60"/>
        <p:cNvGrpSpPr/>
        <p:nvPr/>
      </p:nvGrpSpPr>
      <p:grpSpPr>
        <a:xfrm>
          <a:off x="0" y="0"/>
          <a:ext cx="0" cy="0"/>
          <a:chOff x="0" y="0"/>
          <a:chExt cx="0" cy="0"/>
        </a:xfrm>
      </p:grpSpPr>
      <p:sp>
        <p:nvSpPr>
          <p:cNvPr id="3061" name="Google Shape;3061;g2e469051089_0_12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2" name="Google Shape;3062;g2e469051089_0_1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84"/>
        <p:cNvGrpSpPr/>
        <p:nvPr/>
      </p:nvGrpSpPr>
      <p:grpSpPr>
        <a:xfrm>
          <a:off x="0" y="0"/>
          <a:ext cx="0" cy="0"/>
          <a:chOff x="0" y="0"/>
          <a:chExt cx="0" cy="0"/>
        </a:xfrm>
      </p:grpSpPr>
      <p:sp>
        <p:nvSpPr>
          <p:cNvPr id="3185" name="Google Shape;3185;g273a499100b_1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86" name="Google Shape;3186;g273a499100b_1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90"/>
        <p:cNvGrpSpPr/>
        <p:nvPr/>
      </p:nvGrpSpPr>
      <p:grpSpPr>
        <a:xfrm>
          <a:off x="0" y="0"/>
          <a:ext cx="0" cy="0"/>
          <a:chOff x="0" y="0"/>
          <a:chExt cx="0" cy="0"/>
        </a:xfrm>
      </p:grpSpPr>
      <p:sp>
        <p:nvSpPr>
          <p:cNvPr id="3191" name="Google Shape;3191;g27350398a7a_1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92" name="Google Shape;3192;g27350398a7a_1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14"/>
        <p:cNvGrpSpPr/>
        <p:nvPr/>
      </p:nvGrpSpPr>
      <p:grpSpPr>
        <a:xfrm>
          <a:off x="0" y="0"/>
          <a:ext cx="0" cy="0"/>
          <a:chOff x="0" y="0"/>
          <a:chExt cx="0" cy="0"/>
        </a:xfrm>
      </p:grpSpPr>
      <p:sp>
        <p:nvSpPr>
          <p:cNvPr id="3315" name="Google Shape;3315;g27350398a7a_3_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16" name="Google Shape;3316;g27350398a7a_3_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hyperlink" Target="http://bit.ly/2TyoMsr" TargetMode="External"/><Relationship Id="rId2" Type="http://schemas.openxmlformats.org/officeDocument/2006/relationships/hyperlink" Target="https://bit.ly/3A1uf1Q" TargetMode="External"/><Relationship Id="rId1" Type="http://schemas.openxmlformats.org/officeDocument/2006/relationships/slideMaster" Target="../slideMasters/slideMaster1.xml"/><Relationship Id="rId4" Type="http://schemas.openxmlformats.org/officeDocument/2006/relationships/hyperlink" Target="http://bit.ly/2TtBDfr" TargetMode="Externa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bg>
      <p:bgPr>
        <a:solidFill>
          <a:schemeClr val="lt1"/>
        </a:solidFill>
        <a:effectLst/>
      </p:bgPr>
    </p:bg>
    <p:spTree>
      <p:nvGrpSpPr>
        <p:cNvPr id="1" name="Shape 8"/>
        <p:cNvGrpSpPr/>
        <p:nvPr/>
      </p:nvGrpSpPr>
      <p:grpSpPr>
        <a:xfrm>
          <a:off x="0" y="0"/>
          <a:ext cx="0" cy="0"/>
          <a:chOff x="0" y="0"/>
          <a:chExt cx="0" cy="0"/>
        </a:xfrm>
      </p:grpSpPr>
      <p:sp>
        <p:nvSpPr>
          <p:cNvPr id="9" name="Google Shape;9;p2"/>
          <p:cNvSpPr txBox="1">
            <a:spLocks noGrp="1"/>
          </p:cNvSpPr>
          <p:nvPr>
            <p:ph type="ctrTitle"/>
          </p:nvPr>
        </p:nvSpPr>
        <p:spPr>
          <a:xfrm>
            <a:off x="713225" y="781775"/>
            <a:ext cx="4783500" cy="2434500"/>
          </a:xfrm>
          <a:prstGeom prst="rect">
            <a:avLst/>
          </a:prstGeom>
        </p:spPr>
        <p:txBody>
          <a:bodyPr spcFirstLastPara="1" wrap="square" lIns="91425" tIns="91425" rIns="91425" bIns="91425" anchor="b" anchorCtr="0">
            <a:noAutofit/>
          </a:bodyPr>
          <a:lstStyle>
            <a:lvl1pPr lvl="0" algn="l">
              <a:lnSpc>
                <a:spcPct val="90000"/>
              </a:lnSpc>
              <a:spcBef>
                <a:spcPts val="0"/>
              </a:spcBef>
              <a:spcAft>
                <a:spcPts val="0"/>
              </a:spcAft>
              <a:buClr>
                <a:srgbClr val="191919"/>
              </a:buClr>
              <a:buSzPts val="5200"/>
              <a:buNone/>
              <a:defRPr sz="5300"/>
            </a:lvl1pPr>
            <a:lvl2pPr lvl="1" algn="ctr">
              <a:spcBef>
                <a:spcPts val="0"/>
              </a:spcBef>
              <a:spcAft>
                <a:spcPts val="0"/>
              </a:spcAft>
              <a:buClr>
                <a:srgbClr val="191919"/>
              </a:buClr>
              <a:buSzPts val="5200"/>
              <a:buNone/>
              <a:defRPr sz="5200">
                <a:solidFill>
                  <a:srgbClr val="191919"/>
                </a:solidFill>
              </a:defRPr>
            </a:lvl2pPr>
            <a:lvl3pPr lvl="2" algn="ctr">
              <a:spcBef>
                <a:spcPts val="0"/>
              </a:spcBef>
              <a:spcAft>
                <a:spcPts val="0"/>
              </a:spcAft>
              <a:buClr>
                <a:srgbClr val="191919"/>
              </a:buClr>
              <a:buSzPts val="5200"/>
              <a:buNone/>
              <a:defRPr sz="5200">
                <a:solidFill>
                  <a:srgbClr val="191919"/>
                </a:solidFill>
              </a:defRPr>
            </a:lvl3pPr>
            <a:lvl4pPr lvl="3" algn="ctr">
              <a:spcBef>
                <a:spcPts val="0"/>
              </a:spcBef>
              <a:spcAft>
                <a:spcPts val="0"/>
              </a:spcAft>
              <a:buClr>
                <a:srgbClr val="191919"/>
              </a:buClr>
              <a:buSzPts val="5200"/>
              <a:buNone/>
              <a:defRPr sz="5200">
                <a:solidFill>
                  <a:srgbClr val="191919"/>
                </a:solidFill>
              </a:defRPr>
            </a:lvl4pPr>
            <a:lvl5pPr lvl="4" algn="ctr">
              <a:spcBef>
                <a:spcPts val="0"/>
              </a:spcBef>
              <a:spcAft>
                <a:spcPts val="0"/>
              </a:spcAft>
              <a:buClr>
                <a:srgbClr val="191919"/>
              </a:buClr>
              <a:buSzPts val="5200"/>
              <a:buNone/>
              <a:defRPr sz="5200">
                <a:solidFill>
                  <a:srgbClr val="191919"/>
                </a:solidFill>
              </a:defRPr>
            </a:lvl5pPr>
            <a:lvl6pPr lvl="5" algn="ctr">
              <a:spcBef>
                <a:spcPts val="0"/>
              </a:spcBef>
              <a:spcAft>
                <a:spcPts val="0"/>
              </a:spcAft>
              <a:buClr>
                <a:srgbClr val="191919"/>
              </a:buClr>
              <a:buSzPts val="5200"/>
              <a:buNone/>
              <a:defRPr sz="5200">
                <a:solidFill>
                  <a:srgbClr val="191919"/>
                </a:solidFill>
              </a:defRPr>
            </a:lvl6pPr>
            <a:lvl7pPr lvl="6" algn="ctr">
              <a:spcBef>
                <a:spcPts val="0"/>
              </a:spcBef>
              <a:spcAft>
                <a:spcPts val="0"/>
              </a:spcAft>
              <a:buClr>
                <a:srgbClr val="191919"/>
              </a:buClr>
              <a:buSzPts val="5200"/>
              <a:buNone/>
              <a:defRPr sz="5200">
                <a:solidFill>
                  <a:srgbClr val="191919"/>
                </a:solidFill>
              </a:defRPr>
            </a:lvl7pPr>
            <a:lvl8pPr lvl="7" algn="ctr">
              <a:spcBef>
                <a:spcPts val="0"/>
              </a:spcBef>
              <a:spcAft>
                <a:spcPts val="0"/>
              </a:spcAft>
              <a:buClr>
                <a:srgbClr val="191919"/>
              </a:buClr>
              <a:buSzPts val="5200"/>
              <a:buNone/>
              <a:defRPr sz="5200">
                <a:solidFill>
                  <a:srgbClr val="191919"/>
                </a:solidFill>
              </a:defRPr>
            </a:lvl8pPr>
            <a:lvl9pPr lvl="8" algn="ctr">
              <a:spcBef>
                <a:spcPts val="0"/>
              </a:spcBef>
              <a:spcAft>
                <a:spcPts val="0"/>
              </a:spcAft>
              <a:buClr>
                <a:srgbClr val="191919"/>
              </a:buClr>
              <a:buSzPts val="5200"/>
              <a:buNone/>
              <a:defRPr sz="5200">
                <a:solidFill>
                  <a:srgbClr val="191919"/>
                </a:solidFill>
              </a:defRPr>
            </a:lvl9pPr>
          </a:lstStyle>
          <a:p>
            <a:endParaRPr/>
          </a:p>
        </p:txBody>
      </p:sp>
      <p:sp>
        <p:nvSpPr>
          <p:cNvPr id="10" name="Google Shape;10;p2"/>
          <p:cNvSpPr txBox="1">
            <a:spLocks noGrp="1"/>
          </p:cNvSpPr>
          <p:nvPr>
            <p:ph type="subTitle" idx="1"/>
          </p:nvPr>
        </p:nvSpPr>
        <p:spPr>
          <a:xfrm>
            <a:off x="713225" y="3064025"/>
            <a:ext cx="4783500" cy="4758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SzPts val="1200"/>
              <a:buNone/>
              <a:defRPr sz="1500">
                <a:solidFill>
                  <a:schemeClr val="dk1"/>
                </a:solidFill>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a:endParaRPr/>
          </a:p>
        </p:txBody>
      </p:sp>
      <p:grpSp>
        <p:nvGrpSpPr>
          <p:cNvPr id="11" name="Google Shape;11;p2"/>
          <p:cNvGrpSpPr/>
          <p:nvPr/>
        </p:nvGrpSpPr>
        <p:grpSpPr>
          <a:xfrm>
            <a:off x="441277" y="4211105"/>
            <a:ext cx="1109095" cy="932250"/>
            <a:chOff x="1507450" y="3919292"/>
            <a:chExt cx="953486" cy="801453"/>
          </a:xfrm>
        </p:grpSpPr>
        <p:grpSp>
          <p:nvGrpSpPr>
            <p:cNvPr id="12" name="Google Shape;12;p2"/>
            <p:cNvGrpSpPr/>
            <p:nvPr/>
          </p:nvGrpSpPr>
          <p:grpSpPr>
            <a:xfrm>
              <a:off x="1806988" y="3919292"/>
              <a:ext cx="441906" cy="801453"/>
              <a:chOff x="3816307" y="2352225"/>
              <a:chExt cx="1213027" cy="2199981"/>
            </a:xfrm>
          </p:grpSpPr>
          <p:sp>
            <p:nvSpPr>
              <p:cNvPr id="13" name="Google Shape;13;p2"/>
              <p:cNvSpPr/>
              <p:nvPr/>
            </p:nvSpPr>
            <p:spPr>
              <a:xfrm>
                <a:off x="3816307" y="2353110"/>
                <a:ext cx="1213027" cy="1210194"/>
              </a:xfrm>
              <a:custGeom>
                <a:avLst/>
                <a:gdLst/>
                <a:ahLst/>
                <a:cxnLst/>
                <a:rect l="l" t="t" r="r" b="b"/>
                <a:pathLst>
                  <a:path w="6852" h="6836" extrusionOk="0">
                    <a:moveTo>
                      <a:pt x="3422" y="1"/>
                    </a:moveTo>
                    <a:cubicBezTo>
                      <a:pt x="1540" y="1"/>
                      <a:pt x="14" y="1519"/>
                      <a:pt x="1" y="3404"/>
                    </a:cubicBezTo>
                    <a:cubicBezTo>
                      <a:pt x="1" y="5299"/>
                      <a:pt x="1524" y="6836"/>
                      <a:pt x="3420" y="6836"/>
                    </a:cubicBezTo>
                    <a:cubicBezTo>
                      <a:pt x="3430" y="6836"/>
                      <a:pt x="3440" y="6836"/>
                      <a:pt x="3450" y="6836"/>
                    </a:cubicBezTo>
                    <a:cubicBezTo>
                      <a:pt x="5316" y="6836"/>
                      <a:pt x="6836" y="5315"/>
                      <a:pt x="6852" y="3433"/>
                    </a:cubicBezTo>
                    <a:cubicBezTo>
                      <a:pt x="6852" y="1540"/>
                      <a:pt x="5326" y="1"/>
                      <a:pt x="3446" y="1"/>
                    </a:cubicBezTo>
                    <a:cubicBezTo>
                      <a:pt x="3438" y="1"/>
                      <a:pt x="3430" y="1"/>
                      <a:pt x="342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14;p2"/>
              <p:cNvSpPr/>
              <p:nvPr/>
            </p:nvSpPr>
            <p:spPr>
              <a:xfrm>
                <a:off x="4199402" y="2832867"/>
                <a:ext cx="361854" cy="1719340"/>
              </a:xfrm>
              <a:custGeom>
                <a:avLst/>
                <a:gdLst/>
                <a:ahLst/>
                <a:cxnLst/>
                <a:rect l="l" t="t" r="r" b="b"/>
                <a:pathLst>
                  <a:path w="2044" h="9712" extrusionOk="0">
                    <a:moveTo>
                      <a:pt x="1187" y="1"/>
                    </a:moveTo>
                    <a:lnTo>
                      <a:pt x="929" y="3420"/>
                    </a:lnTo>
                    <a:lnTo>
                      <a:pt x="14" y="2262"/>
                    </a:lnTo>
                    <a:lnTo>
                      <a:pt x="1" y="2276"/>
                    </a:lnTo>
                    <a:lnTo>
                      <a:pt x="900" y="3815"/>
                    </a:lnTo>
                    <a:lnTo>
                      <a:pt x="736" y="9712"/>
                    </a:lnTo>
                    <a:lnTo>
                      <a:pt x="1635" y="9712"/>
                    </a:lnTo>
                    <a:lnTo>
                      <a:pt x="1364" y="1854"/>
                    </a:lnTo>
                    <a:lnTo>
                      <a:pt x="2044" y="1020"/>
                    </a:lnTo>
                    <a:lnTo>
                      <a:pt x="2031" y="1007"/>
                    </a:lnTo>
                    <a:lnTo>
                      <a:pt x="1351" y="1648"/>
                    </a:lnTo>
                    <a:lnTo>
                      <a:pt x="1240" y="14"/>
                    </a:lnTo>
                    <a:lnTo>
                      <a:pt x="118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15;p2"/>
              <p:cNvSpPr/>
              <p:nvPr/>
            </p:nvSpPr>
            <p:spPr>
              <a:xfrm>
                <a:off x="4331999" y="2352225"/>
                <a:ext cx="697331" cy="1211079"/>
              </a:xfrm>
              <a:custGeom>
                <a:avLst/>
                <a:gdLst/>
                <a:ahLst/>
                <a:cxnLst/>
                <a:rect l="l" t="t" r="r" b="b"/>
                <a:pathLst>
                  <a:path w="3939" h="6841" extrusionOk="0">
                    <a:moveTo>
                      <a:pt x="383" y="1"/>
                    </a:moveTo>
                    <a:cubicBezTo>
                      <a:pt x="248" y="1"/>
                      <a:pt x="120" y="13"/>
                      <a:pt x="0" y="32"/>
                    </a:cubicBezTo>
                    <a:cubicBezTo>
                      <a:pt x="1651" y="290"/>
                      <a:pt x="2903" y="1722"/>
                      <a:pt x="2903" y="3438"/>
                    </a:cubicBezTo>
                    <a:cubicBezTo>
                      <a:pt x="2890" y="5141"/>
                      <a:pt x="1635" y="6556"/>
                      <a:pt x="0" y="6801"/>
                    </a:cubicBezTo>
                    <a:cubicBezTo>
                      <a:pt x="164" y="6828"/>
                      <a:pt x="327" y="6841"/>
                      <a:pt x="507" y="6841"/>
                    </a:cubicBezTo>
                    <a:cubicBezTo>
                      <a:pt x="517" y="6841"/>
                      <a:pt x="527" y="6841"/>
                      <a:pt x="537" y="6841"/>
                    </a:cubicBezTo>
                    <a:cubicBezTo>
                      <a:pt x="2403" y="6841"/>
                      <a:pt x="3923" y="5320"/>
                      <a:pt x="3939" y="3438"/>
                    </a:cubicBezTo>
                    <a:cubicBezTo>
                      <a:pt x="3939" y="1545"/>
                      <a:pt x="2413" y="6"/>
                      <a:pt x="533" y="6"/>
                    </a:cubicBezTo>
                    <a:cubicBezTo>
                      <a:pt x="482" y="2"/>
                      <a:pt x="432" y="1"/>
                      <a:pt x="383" y="1"/>
                    </a:cubicBezTo>
                    <a:close/>
                  </a:path>
                </a:pathLst>
              </a:custGeom>
              <a:solidFill>
                <a:srgbClr val="473A50">
                  <a:alpha val="434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6" name="Google Shape;16;p2"/>
            <p:cNvGrpSpPr/>
            <p:nvPr/>
          </p:nvGrpSpPr>
          <p:grpSpPr>
            <a:xfrm>
              <a:off x="2248899" y="4334549"/>
              <a:ext cx="212037" cy="384777"/>
              <a:chOff x="3816307" y="2352225"/>
              <a:chExt cx="1213027" cy="2199981"/>
            </a:xfrm>
          </p:grpSpPr>
          <p:sp>
            <p:nvSpPr>
              <p:cNvPr id="17" name="Google Shape;17;p2"/>
              <p:cNvSpPr/>
              <p:nvPr/>
            </p:nvSpPr>
            <p:spPr>
              <a:xfrm>
                <a:off x="3816307" y="2353110"/>
                <a:ext cx="1213027" cy="1210194"/>
              </a:xfrm>
              <a:custGeom>
                <a:avLst/>
                <a:gdLst/>
                <a:ahLst/>
                <a:cxnLst/>
                <a:rect l="l" t="t" r="r" b="b"/>
                <a:pathLst>
                  <a:path w="6852" h="6836" extrusionOk="0">
                    <a:moveTo>
                      <a:pt x="3422" y="1"/>
                    </a:moveTo>
                    <a:cubicBezTo>
                      <a:pt x="1540" y="1"/>
                      <a:pt x="14" y="1519"/>
                      <a:pt x="1" y="3404"/>
                    </a:cubicBezTo>
                    <a:cubicBezTo>
                      <a:pt x="1" y="5299"/>
                      <a:pt x="1524" y="6836"/>
                      <a:pt x="3420" y="6836"/>
                    </a:cubicBezTo>
                    <a:cubicBezTo>
                      <a:pt x="3430" y="6836"/>
                      <a:pt x="3440" y="6836"/>
                      <a:pt x="3450" y="6836"/>
                    </a:cubicBezTo>
                    <a:cubicBezTo>
                      <a:pt x="5316" y="6836"/>
                      <a:pt x="6836" y="5315"/>
                      <a:pt x="6852" y="3433"/>
                    </a:cubicBezTo>
                    <a:cubicBezTo>
                      <a:pt x="6852" y="1540"/>
                      <a:pt x="5326" y="1"/>
                      <a:pt x="3446" y="1"/>
                    </a:cubicBezTo>
                    <a:cubicBezTo>
                      <a:pt x="3438" y="1"/>
                      <a:pt x="3430" y="1"/>
                      <a:pt x="342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18;p2"/>
              <p:cNvSpPr/>
              <p:nvPr/>
            </p:nvSpPr>
            <p:spPr>
              <a:xfrm>
                <a:off x="4199402" y="2832867"/>
                <a:ext cx="361854" cy="1719340"/>
              </a:xfrm>
              <a:custGeom>
                <a:avLst/>
                <a:gdLst/>
                <a:ahLst/>
                <a:cxnLst/>
                <a:rect l="l" t="t" r="r" b="b"/>
                <a:pathLst>
                  <a:path w="2044" h="9712" extrusionOk="0">
                    <a:moveTo>
                      <a:pt x="1187" y="1"/>
                    </a:moveTo>
                    <a:lnTo>
                      <a:pt x="929" y="3420"/>
                    </a:lnTo>
                    <a:lnTo>
                      <a:pt x="14" y="2262"/>
                    </a:lnTo>
                    <a:lnTo>
                      <a:pt x="1" y="2276"/>
                    </a:lnTo>
                    <a:lnTo>
                      <a:pt x="900" y="3815"/>
                    </a:lnTo>
                    <a:lnTo>
                      <a:pt x="736" y="9712"/>
                    </a:lnTo>
                    <a:lnTo>
                      <a:pt x="1635" y="9712"/>
                    </a:lnTo>
                    <a:lnTo>
                      <a:pt x="1364" y="1854"/>
                    </a:lnTo>
                    <a:lnTo>
                      <a:pt x="2044" y="1020"/>
                    </a:lnTo>
                    <a:lnTo>
                      <a:pt x="2031" y="1007"/>
                    </a:lnTo>
                    <a:lnTo>
                      <a:pt x="1351" y="1648"/>
                    </a:lnTo>
                    <a:lnTo>
                      <a:pt x="1240" y="14"/>
                    </a:lnTo>
                    <a:lnTo>
                      <a:pt x="118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19;p2"/>
              <p:cNvSpPr/>
              <p:nvPr/>
            </p:nvSpPr>
            <p:spPr>
              <a:xfrm>
                <a:off x="4331999" y="2352225"/>
                <a:ext cx="697331" cy="1211079"/>
              </a:xfrm>
              <a:custGeom>
                <a:avLst/>
                <a:gdLst/>
                <a:ahLst/>
                <a:cxnLst/>
                <a:rect l="l" t="t" r="r" b="b"/>
                <a:pathLst>
                  <a:path w="3939" h="6841" extrusionOk="0">
                    <a:moveTo>
                      <a:pt x="383" y="1"/>
                    </a:moveTo>
                    <a:cubicBezTo>
                      <a:pt x="248" y="1"/>
                      <a:pt x="120" y="13"/>
                      <a:pt x="0" y="32"/>
                    </a:cubicBezTo>
                    <a:cubicBezTo>
                      <a:pt x="1651" y="290"/>
                      <a:pt x="2903" y="1722"/>
                      <a:pt x="2903" y="3438"/>
                    </a:cubicBezTo>
                    <a:cubicBezTo>
                      <a:pt x="2890" y="5141"/>
                      <a:pt x="1635" y="6556"/>
                      <a:pt x="0" y="6801"/>
                    </a:cubicBezTo>
                    <a:cubicBezTo>
                      <a:pt x="164" y="6828"/>
                      <a:pt x="327" y="6841"/>
                      <a:pt x="507" y="6841"/>
                    </a:cubicBezTo>
                    <a:cubicBezTo>
                      <a:pt x="517" y="6841"/>
                      <a:pt x="527" y="6841"/>
                      <a:pt x="537" y="6841"/>
                    </a:cubicBezTo>
                    <a:cubicBezTo>
                      <a:pt x="2403" y="6841"/>
                      <a:pt x="3923" y="5320"/>
                      <a:pt x="3939" y="3438"/>
                    </a:cubicBezTo>
                    <a:cubicBezTo>
                      <a:pt x="3939" y="1545"/>
                      <a:pt x="2413" y="6"/>
                      <a:pt x="533" y="6"/>
                    </a:cubicBezTo>
                    <a:cubicBezTo>
                      <a:pt x="482" y="2"/>
                      <a:pt x="432" y="1"/>
                      <a:pt x="383" y="1"/>
                    </a:cubicBezTo>
                    <a:close/>
                  </a:path>
                </a:pathLst>
              </a:custGeom>
              <a:solidFill>
                <a:srgbClr val="473A50">
                  <a:alpha val="434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0" name="Google Shape;20;p2"/>
            <p:cNvGrpSpPr/>
            <p:nvPr/>
          </p:nvGrpSpPr>
          <p:grpSpPr>
            <a:xfrm>
              <a:off x="1507450" y="4205080"/>
              <a:ext cx="212025" cy="514245"/>
              <a:chOff x="3816313" y="1611982"/>
              <a:chExt cx="1212958" cy="2940225"/>
            </a:xfrm>
          </p:grpSpPr>
          <p:sp>
            <p:nvSpPr>
              <p:cNvPr id="21" name="Google Shape;21;p2"/>
              <p:cNvSpPr/>
              <p:nvPr/>
            </p:nvSpPr>
            <p:spPr>
              <a:xfrm>
                <a:off x="3816313" y="1613408"/>
                <a:ext cx="1212958" cy="1949969"/>
              </a:xfrm>
              <a:custGeom>
                <a:avLst/>
                <a:gdLst/>
                <a:ahLst/>
                <a:cxnLst/>
                <a:rect l="l" t="t" r="r" b="b"/>
                <a:pathLst>
                  <a:path w="6852" h="6836" extrusionOk="0">
                    <a:moveTo>
                      <a:pt x="3422" y="1"/>
                    </a:moveTo>
                    <a:cubicBezTo>
                      <a:pt x="1540" y="1"/>
                      <a:pt x="14" y="1519"/>
                      <a:pt x="1" y="3404"/>
                    </a:cubicBezTo>
                    <a:cubicBezTo>
                      <a:pt x="1" y="5299"/>
                      <a:pt x="1524" y="6836"/>
                      <a:pt x="3420" y="6836"/>
                    </a:cubicBezTo>
                    <a:cubicBezTo>
                      <a:pt x="3430" y="6836"/>
                      <a:pt x="3440" y="6836"/>
                      <a:pt x="3450" y="6836"/>
                    </a:cubicBezTo>
                    <a:cubicBezTo>
                      <a:pt x="5316" y="6836"/>
                      <a:pt x="6836" y="5315"/>
                      <a:pt x="6852" y="3433"/>
                    </a:cubicBezTo>
                    <a:cubicBezTo>
                      <a:pt x="6852" y="1540"/>
                      <a:pt x="5326" y="1"/>
                      <a:pt x="3446" y="1"/>
                    </a:cubicBezTo>
                    <a:cubicBezTo>
                      <a:pt x="3438" y="1"/>
                      <a:pt x="3430" y="1"/>
                      <a:pt x="342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22;p2"/>
              <p:cNvSpPr/>
              <p:nvPr/>
            </p:nvSpPr>
            <p:spPr>
              <a:xfrm>
                <a:off x="4199464" y="2602232"/>
                <a:ext cx="351972" cy="1949975"/>
              </a:xfrm>
              <a:custGeom>
                <a:avLst/>
                <a:gdLst/>
                <a:ahLst/>
                <a:cxnLst/>
                <a:rect l="l" t="t" r="r" b="b"/>
                <a:pathLst>
                  <a:path w="2044" h="9712" extrusionOk="0">
                    <a:moveTo>
                      <a:pt x="1187" y="1"/>
                    </a:moveTo>
                    <a:lnTo>
                      <a:pt x="929" y="3420"/>
                    </a:lnTo>
                    <a:lnTo>
                      <a:pt x="14" y="2262"/>
                    </a:lnTo>
                    <a:lnTo>
                      <a:pt x="1" y="2276"/>
                    </a:lnTo>
                    <a:lnTo>
                      <a:pt x="900" y="3815"/>
                    </a:lnTo>
                    <a:lnTo>
                      <a:pt x="736" y="9712"/>
                    </a:lnTo>
                    <a:lnTo>
                      <a:pt x="1635" y="9712"/>
                    </a:lnTo>
                    <a:lnTo>
                      <a:pt x="1364" y="1854"/>
                    </a:lnTo>
                    <a:lnTo>
                      <a:pt x="2044" y="1020"/>
                    </a:lnTo>
                    <a:lnTo>
                      <a:pt x="2031" y="1007"/>
                    </a:lnTo>
                    <a:lnTo>
                      <a:pt x="1351" y="1648"/>
                    </a:lnTo>
                    <a:lnTo>
                      <a:pt x="1240" y="14"/>
                    </a:lnTo>
                    <a:lnTo>
                      <a:pt x="118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23;p2"/>
              <p:cNvSpPr/>
              <p:nvPr/>
            </p:nvSpPr>
            <p:spPr>
              <a:xfrm>
                <a:off x="4331976" y="1611982"/>
                <a:ext cx="697292" cy="1951395"/>
              </a:xfrm>
              <a:custGeom>
                <a:avLst/>
                <a:gdLst/>
                <a:ahLst/>
                <a:cxnLst/>
                <a:rect l="l" t="t" r="r" b="b"/>
                <a:pathLst>
                  <a:path w="3939" h="6841" extrusionOk="0">
                    <a:moveTo>
                      <a:pt x="383" y="1"/>
                    </a:moveTo>
                    <a:cubicBezTo>
                      <a:pt x="248" y="1"/>
                      <a:pt x="120" y="13"/>
                      <a:pt x="0" y="32"/>
                    </a:cubicBezTo>
                    <a:cubicBezTo>
                      <a:pt x="1651" y="290"/>
                      <a:pt x="2903" y="1722"/>
                      <a:pt x="2903" y="3438"/>
                    </a:cubicBezTo>
                    <a:cubicBezTo>
                      <a:pt x="2890" y="5141"/>
                      <a:pt x="1635" y="6556"/>
                      <a:pt x="0" y="6801"/>
                    </a:cubicBezTo>
                    <a:cubicBezTo>
                      <a:pt x="164" y="6828"/>
                      <a:pt x="327" y="6841"/>
                      <a:pt x="507" y="6841"/>
                    </a:cubicBezTo>
                    <a:cubicBezTo>
                      <a:pt x="517" y="6841"/>
                      <a:pt x="527" y="6841"/>
                      <a:pt x="537" y="6841"/>
                    </a:cubicBezTo>
                    <a:cubicBezTo>
                      <a:pt x="2403" y="6841"/>
                      <a:pt x="3923" y="5320"/>
                      <a:pt x="3939" y="3438"/>
                    </a:cubicBezTo>
                    <a:cubicBezTo>
                      <a:pt x="3939" y="1545"/>
                      <a:pt x="2413" y="6"/>
                      <a:pt x="533" y="6"/>
                    </a:cubicBezTo>
                    <a:cubicBezTo>
                      <a:pt x="482" y="2"/>
                      <a:pt x="432" y="1"/>
                      <a:pt x="383" y="1"/>
                    </a:cubicBezTo>
                    <a:close/>
                  </a:path>
                </a:pathLst>
              </a:custGeom>
              <a:solidFill>
                <a:srgbClr val="473A50">
                  <a:alpha val="434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4"/>
        <p:cNvGrpSpPr/>
        <p:nvPr/>
      </p:nvGrpSpPr>
      <p:grpSpPr>
        <a:xfrm>
          <a:off x="0" y="0"/>
          <a:ext cx="0" cy="0"/>
          <a:chOff x="0" y="0"/>
          <a:chExt cx="0" cy="0"/>
        </a:xfrm>
      </p:grpSpPr>
      <p:sp>
        <p:nvSpPr>
          <p:cNvPr id="25" name="Google Shape;25;p3"/>
          <p:cNvSpPr txBox="1">
            <a:spLocks noGrp="1"/>
          </p:cNvSpPr>
          <p:nvPr>
            <p:ph type="title"/>
          </p:nvPr>
        </p:nvSpPr>
        <p:spPr>
          <a:xfrm>
            <a:off x="4807175" y="2378823"/>
            <a:ext cx="3450900" cy="1565100"/>
          </a:xfrm>
          <a:prstGeom prst="rect">
            <a:avLst/>
          </a:prstGeom>
        </p:spPr>
        <p:txBody>
          <a:bodyPr spcFirstLastPara="1" wrap="square" lIns="91425" tIns="91425" rIns="91425" bIns="91425" anchor="t" anchorCtr="0">
            <a:noAutofit/>
          </a:bodyPr>
          <a:lstStyle>
            <a:lvl1pPr lvl="0">
              <a:spcBef>
                <a:spcPts val="0"/>
              </a:spcBef>
              <a:spcAft>
                <a:spcPts val="0"/>
              </a:spcAft>
              <a:buSzPts val="3600"/>
              <a:buNone/>
              <a:defRPr sz="4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26" name="Google Shape;26;p3"/>
          <p:cNvSpPr txBox="1">
            <a:spLocks noGrp="1"/>
          </p:cNvSpPr>
          <p:nvPr>
            <p:ph type="title" idx="2" hasCustomPrompt="1"/>
          </p:nvPr>
        </p:nvSpPr>
        <p:spPr>
          <a:xfrm>
            <a:off x="5367575" y="1352850"/>
            <a:ext cx="2330100" cy="935700"/>
          </a:xfrm>
          <a:prstGeom prst="rect">
            <a:avLst/>
          </a:prstGeom>
          <a:solidFill>
            <a:schemeClr val="accent5"/>
          </a:solidFill>
          <a:ln w="38100"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lvl1pPr lvl="0" rtl="0">
              <a:spcBef>
                <a:spcPts val="0"/>
              </a:spcBef>
              <a:spcAft>
                <a:spcPts val="0"/>
              </a:spcAft>
              <a:buClr>
                <a:schemeClr val="lt1"/>
              </a:buClr>
              <a:buSzPts val="6000"/>
              <a:buNone/>
              <a:defRPr sz="5300">
                <a:solidFill>
                  <a:schemeClr val="accent1"/>
                </a:solidFill>
              </a:defRPr>
            </a:lvl1pPr>
            <a:lvl2pPr lvl="1" algn="ctr" rtl="0">
              <a:spcBef>
                <a:spcPts val="0"/>
              </a:spcBef>
              <a:spcAft>
                <a:spcPts val="0"/>
              </a:spcAft>
              <a:buClr>
                <a:schemeClr val="lt1"/>
              </a:buClr>
              <a:buSzPts val="6000"/>
              <a:buNone/>
              <a:defRPr sz="6000">
                <a:solidFill>
                  <a:schemeClr val="lt1"/>
                </a:solidFill>
              </a:defRPr>
            </a:lvl2pPr>
            <a:lvl3pPr lvl="2" algn="ctr" rtl="0">
              <a:spcBef>
                <a:spcPts val="0"/>
              </a:spcBef>
              <a:spcAft>
                <a:spcPts val="0"/>
              </a:spcAft>
              <a:buClr>
                <a:schemeClr val="lt1"/>
              </a:buClr>
              <a:buSzPts val="6000"/>
              <a:buNone/>
              <a:defRPr sz="6000">
                <a:solidFill>
                  <a:schemeClr val="lt1"/>
                </a:solidFill>
              </a:defRPr>
            </a:lvl3pPr>
            <a:lvl4pPr lvl="3" algn="ctr" rtl="0">
              <a:spcBef>
                <a:spcPts val="0"/>
              </a:spcBef>
              <a:spcAft>
                <a:spcPts val="0"/>
              </a:spcAft>
              <a:buClr>
                <a:schemeClr val="lt1"/>
              </a:buClr>
              <a:buSzPts val="6000"/>
              <a:buNone/>
              <a:defRPr sz="6000">
                <a:solidFill>
                  <a:schemeClr val="lt1"/>
                </a:solidFill>
              </a:defRPr>
            </a:lvl4pPr>
            <a:lvl5pPr lvl="4" algn="ctr" rtl="0">
              <a:spcBef>
                <a:spcPts val="0"/>
              </a:spcBef>
              <a:spcAft>
                <a:spcPts val="0"/>
              </a:spcAft>
              <a:buClr>
                <a:schemeClr val="lt1"/>
              </a:buClr>
              <a:buSzPts val="6000"/>
              <a:buNone/>
              <a:defRPr sz="6000">
                <a:solidFill>
                  <a:schemeClr val="lt1"/>
                </a:solidFill>
              </a:defRPr>
            </a:lvl5pPr>
            <a:lvl6pPr lvl="5" algn="ctr" rtl="0">
              <a:spcBef>
                <a:spcPts val="0"/>
              </a:spcBef>
              <a:spcAft>
                <a:spcPts val="0"/>
              </a:spcAft>
              <a:buClr>
                <a:schemeClr val="lt1"/>
              </a:buClr>
              <a:buSzPts val="6000"/>
              <a:buNone/>
              <a:defRPr sz="6000">
                <a:solidFill>
                  <a:schemeClr val="lt1"/>
                </a:solidFill>
              </a:defRPr>
            </a:lvl6pPr>
            <a:lvl7pPr lvl="6" algn="ctr" rtl="0">
              <a:spcBef>
                <a:spcPts val="0"/>
              </a:spcBef>
              <a:spcAft>
                <a:spcPts val="0"/>
              </a:spcAft>
              <a:buClr>
                <a:schemeClr val="lt1"/>
              </a:buClr>
              <a:buSzPts val="6000"/>
              <a:buNone/>
              <a:defRPr sz="6000">
                <a:solidFill>
                  <a:schemeClr val="lt1"/>
                </a:solidFill>
              </a:defRPr>
            </a:lvl7pPr>
            <a:lvl8pPr lvl="7" algn="ctr" rtl="0">
              <a:spcBef>
                <a:spcPts val="0"/>
              </a:spcBef>
              <a:spcAft>
                <a:spcPts val="0"/>
              </a:spcAft>
              <a:buClr>
                <a:schemeClr val="lt1"/>
              </a:buClr>
              <a:buSzPts val="6000"/>
              <a:buNone/>
              <a:defRPr sz="6000">
                <a:solidFill>
                  <a:schemeClr val="lt1"/>
                </a:solidFill>
              </a:defRPr>
            </a:lvl8pPr>
            <a:lvl9pPr lvl="8" algn="ctr" rtl="0">
              <a:spcBef>
                <a:spcPts val="0"/>
              </a:spcBef>
              <a:spcAft>
                <a:spcPts val="0"/>
              </a:spcAft>
              <a:buClr>
                <a:schemeClr val="lt1"/>
              </a:buClr>
              <a:buSzPts val="6000"/>
              <a:buNone/>
              <a:defRPr sz="6000">
                <a:solidFill>
                  <a:schemeClr val="lt1"/>
                </a:solidFill>
              </a:defRPr>
            </a:lvl9pPr>
          </a:lstStyle>
          <a:p>
            <a:r>
              <a:t>xx%</a:t>
            </a:r>
          </a:p>
        </p:txBody>
      </p:sp>
      <p:sp>
        <p:nvSpPr>
          <p:cNvPr id="27" name="Google Shape;27;p3"/>
          <p:cNvSpPr>
            <a:spLocks noGrp="1"/>
          </p:cNvSpPr>
          <p:nvPr>
            <p:ph type="pic" idx="3"/>
          </p:nvPr>
        </p:nvSpPr>
        <p:spPr>
          <a:xfrm rot="-753846">
            <a:off x="1800135" y="1318050"/>
            <a:ext cx="1532191" cy="2655327"/>
          </a:xfrm>
          <a:prstGeom prst="rect">
            <a:avLst/>
          </a:prstGeom>
          <a:noFill/>
          <a:ln>
            <a:noFill/>
          </a:ln>
        </p:spPr>
      </p:sp>
      <p:grpSp>
        <p:nvGrpSpPr>
          <p:cNvPr id="28" name="Google Shape;28;p3"/>
          <p:cNvGrpSpPr/>
          <p:nvPr/>
        </p:nvGrpSpPr>
        <p:grpSpPr>
          <a:xfrm>
            <a:off x="7580724" y="4358676"/>
            <a:ext cx="850067" cy="783895"/>
            <a:chOff x="3367697" y="4450908"/>
            <a:chExt cx="750015" cy="691570"/>
          </a:xfrm>
        </p:grpSpPr>
        <p:grpSp>
          <p:nvGrpSpPr>
            <p:cNvPr id="29" name="Google Shape;29;p3"/>
            <p:cNvGrpSpPr/>
            <p:nvPr/>
          </p:nvGrpSpPr>
          <p:grpSpPr>
            <a:xfrm>
              <a:off x="3950921" y="4839761"/>
              <a:ext cx="166791" cy="302717"/>
              <a:chOff x="3816307" y="2352225"/>
              <a:chExt cx="1213027" cy="2199981"/>
            </a:xfrm>
          </p:grpSpPr>
          <p:sp>
            <p:nvSpPr>
              <p:cNvPr id="30" name="Google Shape;30;p3"/>
              <p:cNvSpPr/>
              <p:nvPr/>
            </p:nvSpPr>
            <p:spPr>
              <a:xfrm>
                <a:off x="3816307" y="2353110"/>
                <a:ext cx="1213027" cy="1210194"/>
              </a:xfrm>
              <a:custGeom>
                <a:avLst/>
                <a:gdLst/>
                <a:ahLst/>
                <a:cxnLst/>
                <a:rect l="l" t="t" r="r" b="b"/>
                <a:pathLst>
                  <a:path w="6852" h="6836" extrusionOk="0">
                    <a:moveTo>
                      <a:pt x="3422" y="1"/>
                    </a:moveTo>
                    <a:cubicBezTo>
                      <a:pt x="1540" y="1"/>
                      <a:pt x="14" y="1519"/>
                      <a:pt x="1" y="3404"/>
                    </a:cubicBezTo>
                    <a:cubicBezTo>
                      <a:pt x="1" y="5299"/>
                      <a:pt x="1524" y="6836"/>
                      <a:pt x="3420" y="6836"/>
                    </a:cubicBezTo>
                    <a:cubicBezTo>
                      <a:pt x="3430" y="6836"/>
                      <a:pt x="3440" y="6836"/>
                      <a:pt x="3450" y="6836"/>
                    </a:cubicBezTo>
                    <a:cubicBezTo>
                      <a:pt x="5316" y="6836"/>
                      <a:pt x="6836" y="5315"/>
                      <a:pt x="6852" y="3433"/>
                    </a:cubicBezTo>
                    <a:cubicBezTo>
                      <a:pt x="6852" y="1540"/>
                      <a:pt x="5326" y="1"/>
                      <a:pt x="3446" y="1"/>
                    </a:cubicBezTo>
                    <a:cubicBezTo>
                      <a:pt x="3438" y="1"/>
                      <a:pt x="3430" y="1"/>
                      <a:pt x="342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31;p3"/>
              <p:cNvSpPr/>
              <p:nvPr/>
            </p:nvSpPr>
            <p:spPr>
              <a:xfrm>
                <a:off x="4199402" y="2832867"/>
                <a:ext cx="361854" cy="1719340"/>
              </a:xfrm>
              <a:custGeom>
                <a:avLst/>
                <a:gdLst/>
                <a:ahLst/>
                <a:cxnLst/>
                <a:rect l="l" t="t" r="r" b="b"/>
                <a:pathLst>
                  <a:path w="2044" h="9712" extrusionOk="0">
                    <a:moveTo>
                      <a:pt x="1187" y="1"/>
                    </a:moveTo>
                    <a:lnTo>
                      <a:pt x="929" y="3420"/>
                    </a:lnTo>
                    <a:lnTo>
                      <a:pt x="14" y="2262"/>
                    </a:lnTo>
                    <a:lnTo>
                      <a:pt x="1" y="2276"/>
                    </a:lnTo>
                    <a:lnTo>
                      <a:pt x="900" y="3815"/>
                    </a:lnTo>
                    <a:lnTo>
                      <a:pt x="736" y="9712"/>
                    </a:lnTo>
                    <a:lnTo>
                      <a:pt x="1635" y="9712"/>
                    </a:lnTo>
                    <a:lnTo>
                      <a:pt x="1364" y="1854"/>
                    </a:lnTo>
                    <a:lnTo>
                      <a:pt x="2044" y="1020"/>
                    </a:lnTo>
                    <a:lnTo>
                      <a:pt x="2031" y="1007"/>
                    </a:lnTo>
                    <a:lnTo>
                      <a:pt x="1351" y="1648"/>
                    </a:lnTo>
                    <a:lnTo>
                      <a:pt x="1240" y="14"/>
                    </a:lnTo>
                    <a:lnTo>
                      <a:pt x="118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32;p3"/>
              <p:cNvSpPr/>
              <p:nvPr/>
            </p:nvSpPr>
            <p:spPr>
              <a:xfrm>
                <a:off x="4331999" y="2352225"/>
                <a:ext cx="697331" cy="1211079"/>
              </a:xfrm>
              <a:custGeom>
                <a:avLst/>
                <a:gdLst/>
                <a:ahLst/>
                <a:cxnLst/>
                <a:rect l="l" t="t" r="r" b="b"/>
                <a:pathLst>
                  <a:path w="3939" h="6841" extrusionOk="0">
                    <a:moveTo>
                      <a:pt x="383" y="1"/>
                    </a:moveTo>
                    <a:cubicBezTo>
                      <a:pt x="248" y="1"/>
                      <a:pt x="120" y="13"/>
                      <a:pt x="0" y="32"/>
                    </a:cubicBezTo>
                    <a:cubicBezTo>
                      <a:pt x="1651" y="290"/>
                      <a:pt x="2903" y="1722"/>
                      <a:pt x="2903" y="3438"/>
                    </a:cubicBezTo>
                    <a:cubicBezTo>
                      <a:pt x="2890" y="5141"/>
                      <a:pt x="1635" y="6556"/>
                      <a:pt x="0" y="6801"/>
                    </a:cubicBezTo>
                    <a:cubicBezTo>
                      <a:pt x="164" y="6828"/>
                      <a:pt x="327" y="6841"/>
                      <a:pt x="507" y="6841"/>
                    </a:cubicBezTo>
                    <a:cubicBezTo>
                      <a:pt x="517" y="6841"/>
                      <a:pt x="527" y="6841"/>
                      <a:pt x="537" y="6841"/>
                    </a:cubicBezTo>
                    <a:cubicBezTo>
                      <a:pt x="2403" y="6841"/>
                      <a:pt x="3923" y="5320"/>
                      <a:pt x="3939" y="3438"/>
                    </a:cubicBezTo>
                    <a:cubicBezTo>
                      <a:pt x="3939" y="1545"/>
                      <a:pt x="2413" y="6"/>
                      <a:pt x="533" y="6"/>
                    </a:cubicBezTo>
                    <a:cubicBezTo>
                      <a:pt x="482" y="2"/>
                      <a:pt x="432" y="1"/>
                      <a:pt x="383" y="1"/>
                    </a:cubicBezTo>
                    <a:close/>
                  </a:path>
                </a:pathLst>
              </a:custGeom>
              <a:solidFill>
                <a:srgbClr val="473A50">
                  <a:alpha val="434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3" name="Google Shape;33;p3"/>
            <p:cNvGrpSpPr/>
            <p:nvPr/>
          </p:nvGrpSpPr>
          <p:grpSpPr>
            <a:xfrm>
              <a:off x="3367697" y="4737903"/>
              <a:ext cx="166782" cy="404575"/>
              <a:chOff x="3816313" y="1611982"/>
              <a:chExt cx="1212958" cy="2940225"/>
            </a:xfrm>
          </p:grpSpPr>
          <p:sp>
            <p:nvSpPr>
              <p:cNvPr id="34" name="Google Shape;34;p3"/>
              <p:cNvSpPr/>
              <p:nvPr/>
            </p:nvSpPr>
            <p:spPr>
              <a:xfrm>
                <a:off x="3816313" y="1613408"/>
                <a:ext cx="1212958" cy="1949969"/>
              </a:xfrm>
              <a:custGeom>
                <a:avLst/>
                <a:gdLst/>
                <a:ahLst/>
                <a:cxnLst/>
                <a:rect l="l" t="t" r="r" b="b"/>
                <a:pathLst>
                  <a:path w="6852" h="6836" extrusionOk="0">
                    <a:moveTo>
                      <a:pt x="3422" y="1"/>
                    </a:moveTo>
                    <a:cubicBezTo>
                      <a:pt x="1540" y="1"/>
                      <a:pt x="14" y="1519"/>
                      <a:pt x="1" y="3404"/>
                    </a:cubicBezTo>
                    <a:cubicBezTo>
                      <a:pt x="1" y="5299"/>
                      <a:pt x="1524" y="6836"/>
                      <a:pt x="3420" y="6836"/>
                    </a:cubicBezTo>
                    <a:cubicBezTo>
                      <a:pt x="3430" y="6836"/>
                      <a:pt x="3440" y="6836"/>
                      <a:pt x="3450" y="6836"/>
                    </a:cubicBezTo>
                    <a:cubicBezTo>
                      <a:pt x="5316" y="6836"/>
                      <a:pt x="6836" y="5315"/>
                      <a:pt x="6852" y="3433"/>
                    </a:cubicBezTo>
                    <a:cubicBezTo>
                      <a:pt x="6852" y="1540"/>
                      <a:pt x="5326" y="1"/>
                      <a:pt x="3446" y="1"/>
                    </a:cubicBezTo>
                    <a:cubicBezTo>
                      <a:pt x="3438" y="1"/>
                      <a:pt x="3430" y="1"/>
                      <a:pt x="342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35;p3"/>
              <p:cNvSpPr/>
              <p:nvPr/>
            </p:nvSpPr>
            <p:spPr>
              <a:xfrm>
                <a:off x="4199464" y="2602232"/>
                <a:ext cx="351972" cy="1949975"/>
              </a:xfrm>
              <a:custGeom>
                <a:avLst/>
                <a:gdLst/>
                <a:ahLst/>
                <a:cxnLst/>
                <a:rect l="l" t="t" r="r" b="b"/>
                <a:pathLst>
                  <a:path w="2044" h="9712" extrusionOk="0">
                    <a:moveTo>
                      <a:pt x="1187" y="1"/>
                    </a:moveTo>
                    <a:lnTo>
                      <a:pt x="929" y="3420"/>
                    </a:lnTo>
                    <a:lnTo>
                      <a:pt x="14" y="2262"/>
                    </a:lnTo>
                    <a:lnTo>
                      <a:pt x="1" y="2276"/>
                    </a:lnTo>
                    <a:lnTo>
                      <a:pt x="900" y="3815"/>
                    </a:lnTo>
                    <a:lnTo>
                      <a:pt x="736" y="9712"/>
                    </a:lnTo>
                    <a:lnTo>
                      <a:pt x="1635" y="9712"/>
                    </a:lnTo>
                    <a:lnTo>
                      <a:pt x="1364" y="1854"/>
                    </a:lnTo>
                    <a:lnTo>
                      <a:pt x="2044" y="1020"/>
                    </a:lnTo>
                    <a:lnTo>
                      <a:pt x="2031" y="1007"/>
                    </a:lnTo>
                    <a:lnTo>
                      <a:pt x="1351" y="1648"/>
                    </a:lnTo>
                    <a:lnTo>
                      <a:pt x="1240" y="14"/>
                    </a:lnTo>
                    <a:lnTo>
                      <a:pt x="118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36;p3"/>
              <p:cNvSpPr/>
              <p:nvPr/>
            </p:nvSpPr>
            <p:spPr>
              <a:xfrm>
                <a:off x="4331976" y="1611982"/>
                <a:ext cx="697292" cy="1951395"/>
              </a:xfrm>
              <a:custGeom>
                <a:avLst/>
                <a:gdLst/>
                <a:ahLst/>
                <a:cxnLst/>
                <a:rect l="l" t="t" r="r" b="b"/>
                <a:pathLst>
                  <a:path w="3939" h="6841" extrusionOk="0">
                    <a:moveTo>
                      <a:pt x="383" y="1"/>
                    </a:moveTo>
                    <a:cubicBezTo>
                      <a:pt x="248" y="1"/>
                      <a:pt x="120" y="13"/>
                      <a:pt x="0" y="32"/>
                    </a:cubicBezTo>
                    <a:cubicBezTo>
                      <a:pt x="1651" y="290"/>
                      <a:pt x="2903" y="1722"/>
                      <a:pt x="2903" y="3438"/>
                    </a:cubicBezTo>
                    <a:cubicBezTo>
                      <a:pt x="2890" y="5141"/>
                      <a:pt x="1635" y="6556"/>
                      <a:pt x="0" y="6801"/>
                    </a:cubicBezTo>
                    <a:cubicBezTo>
                      <a:pt x="164" y="6828"/>
                      <a:pt x="327" y="6841"/>
                      <a:pt x="507" y="6841"/>
                    </a:cubicBezTo>
                    <a:cubicBezTo>
                      <a:pt x="517" y="6841"/>
                      <a:pt x="527" y="6841"/>
                      <a:pt x="537" y="6841"/>
                    </a:cubicBezTo>
                    <a:cubicBezTo>
                      <a:pt x="2403" y="6841"/>
                      <a:pt x="3923" y="5320"/>
                      <a:pt x="3939" y="3438"/>
                    </a:cubicBezTo>
                    <a:cubicBezTo>
                      <a:pt x="3939" y="1545"/>
                      <a:pt x="2413" y="6"/>
                      <a:pt x="533" y="6"/>
                    </a:cubicBezTo>
                    <a:cubicBezTo>
                      <a:pt x="482" y="2"/>
                      <a:pt x="432" y="1"/>
                      <a:pt x="383" y="1"/>
                    </a:cubicBezTo>
                    <a:close/>
                  </a:path>
                </a:pathLst>
              </a:custGeom>
              <a:solidFill>
                <a:srgbClr val="473A50">
                  <a:alpha val="434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7" name="Google Shape;37;p3"/>
            <p:cNvGrpSpPr/>
            <p:nvPr/>
          </p:nvGrpSpPr>
          <p:grpSpPr>
            <a:xfrm>
              <a:off x="3608133" y="4450908"/>
              <a:ext cx="285045" cy="691541"/>
              <a:chOff x="3816313" y="1611982"/>
              <a:chExt cx="1212958" cy="2940225"/>
            </a:xfrm>
          </p:grpSpPr>
          <p:sp>
            <p:nvSpPr>
              <p:cNvPr id="38" name="Google Shape;38;p3"/>
              <p:cNvSpPr/>
              <p:nvPr/>
            </p:nvSpPr>
            <p:spPr>
              <a:xfrm>
                <a:off x="3816313" y="1613408"/>
                <a:ext cx="1212958" cy="1949969"/>
              </a:xfrm>
              <a:custGeom>
                <a:avLst/>
                <a:gdLst/>
                <a:ahLst/>
                <a:cxnLst/>
                <a:rect l="l" t="t" r="r" b="b"/>
                <a:pathLst>
                  <a:path w="6852" h="6836" extrusionOk="0">
                    <a:moveTo>
                      <a:pt x="3422" y="1"/>
                    </a:moveTo>
                    <a:cubicBezTo>
                      <a:pt x="1540" y="1"/>
                      <a:pt x="14" y="1519"/>
                      <a:pt x="1" y="3404"/>
                    </a:cubicBezTo>
                    <a:cubicBezTo>
                      <a:pt x="1" y="5299"/>
                      <a:pt x="1524" y="6836"/>
                      <a:pt x="3420" y="6836"/>
                    </a:cubicBezTo>
                    <a:cubicBezTo>
                      <a:pt x="3430" y="6836"/>
                      <a:pt x="3440" y="6836"/>
                      <a:pt x="3450" y="6836"/>
                    </a:cubicBezTo>
                    <a:cubicBezTo>
                      <a:pt x="5316" y="6836"/>
                      <a:pt x="6836" y="5315"/>
                      <a:pt x="6852" y="3433"/>
                    </a:cubicBezTo>
                    <a:cubicBezTo>
                      <a:pt x="6852" y="1540"/>
                      <a:pt x="5326" y="1"/>
                      <a:pt x="3446" y="1"/>
                    </a:cubicBezTo>
                    <a:cubicBezTo>
                      <a:pt x="3438" y="1"/>
                      <a:pt x="3430" y="1"/>
                      <a:pt x="342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39;p3"/>
              <p:cNvSpPr/>
              <p:nvPr/>
            </p:nvSpPr>
            <p:spPr>
              <a:xfrm>
                <a:off x="4199464" y="2602232"/>
                <a:ext cx="351972" cy="1949975"/>
              </a:xfrm>
              <a:custGeom>
                <a:avLst/>
                <a:gdLst/>
                <a:ahLst/>
                <a:cxnLst/>
                <a:rect l="l" t="t" r="r" b="b"/>
                <a:pathLst>
                  <a:path w="2044" h="9712" extrusionOk="0">
                    <a:moveTo>
                      <a:pt x="1187" y="1"/>
                    </a:moveTo>
                    <a:lnTo>
                      <a:pt x="929" y="3420"/>
                    </a:lnTo>
                    <a:lnTo>
                      <a:pt x="14" y="2262"/>
                    </a:lnTo>
                    <a:lnTo>
                      <a:pt x="1" y="2276"/>
                    </a:lnTo>
                    <a:lnTo>
                      <a:pt x="900" y="3815"/>
                    </a:lnTo>
                    <a:lnTo>
                      <a:pt x="736" y="9712"/>
                    </a:lnTo>
                    <a:lnTo>
                      <a:pt x="1635" y="9712"/>
                    </a:lnTo>
                    <a:lnTo>
                      <a:pt x="1364" y="1854"/>
                    </a:lnTo>
                    <a:lnTo>
                      <a:pt x="2044" y="1020"/>
                    </a:lnTo>
                    <a:lnTo>
                      <a:pt x="2031" y="1007"/>
                    </a:lnTo>
                    <a:lnTo>
                      <a:pt x="1351" y="1648"/>
                    </a:lnTo>
                    <a:lnTo>
                      <a:pt x="1240" y="14"/>
                    </a:lnTo>
                    <a:lnTo>
                      <a:pt x="118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 name="Google Shape;40;p3"/>
              <p:cNvSpPr/>
              <p:nvPr/>
            </p:nvSpPr>
            <p:spPr>
              <a:xfrm>
                <a:off x="4331976" y="1611982"/>
                <a:ext cx="697292" cy="1951395"/>
              </a:xfrm>
              <a:custGeom>
                <a:avLst/>
                <a:gdLst/>
                <a:ahLst/>
                <a:cxnLst/>
                <a:rect l="l" t="t" r="r" b="b"/>
                <a:pathLst>
                  <a:path w="3939" h="6841" extrusionOk="0">
                    <a:moveTo>
                      <a:pt x="383" y="1"/>
                    </a:moveTo>
                    <a:cubicBezTo>
                      <a:pt x="248" y="1"/>
                      <a:pt x="120" y="13"/>
                      <a:pt x="0" y="32"/>
                    </a:cubicBezTo>
                    <a:cubicBezTo>
                      <a:pt x="1651" y="290"/>
                      <a:pt x="2903" y="1722"/>
                      <a:pt x="2903" y="3438"/>
                    </a:cubicBezTo>
                    <a:cubicBezTo>
                      <a:pt x="2890" y="5141"/>
                      <a:pt x="1635" y="6556"/>
                      <a:pt x="0" y="6801"/>
                    </a:cubicBezTo>
                    <a:cubicBezTo>
                      <a:pt x="164" y="6828"/>
                      <a:pt x="327" y="6841"/>
                      <a:pt x="507" y="6841"/>
                    </a:cubicBezTo>
                    <a:cubicBezTo>
                      <a:pt x="517" y="6841"/>
                      <a:pt x="527" y="6841"/>
                      <a:pt x="537" y="6841"/>
                    </a:cubicBezTo>
                    <a:cubicBezTo>
                      <a:pt x="2403" y="6841"/>
                      <a:pt x="3923" y="5320"/>
                      <a:pt x="3939" y="3438"/>
                    </a:cubicBezTo>
                    <a:cubicBezTo>
                      <a:pt x="3939" y="1545"/>
                      <a:pt x="2413" y="6"/>
                      <a:pt x="533" y="6"/>
                    </a:cubicBezTo>
                    <a:cubicBezTo>
                      <a:pt x="482" y="2"/>
                      <a:pt x="432" y="1"/>
                      <a:pt x="383" y="1"/>
                    </a:cubicBezTo>
                    <a:close/>
                  </a:path>
                </a:pathLst>
              </a:custGeom>
              <a:solidFill>
                <a:srgbClr val="473A50">
                  <a:alpha val="434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bg>
      <p:bgPr>
        <a:solidFill>
          <a:schemeClr val="lt1"/>
        </a:solidFill>
        <a:effectLst/>
      </p:bgPr>
    </p:bg>
    <p:spTree>
      <p:nvGrpSpPr>
        <p:cNvPr id="1" name="Shape 41"/>
        <p:cNvGrpSpPr/>
        <p:nvPr/>
      </p:nvGrpSpPr>
      <p:grpSpPr>
        <a:xfrm>
          <a:off x="0" y="0"/>
          <a:ext cx="0" cy="0"/>
          <a:chOff x="0" y="0"/>
          <a:chExt cx="0" cy="0"/>
        </a:xfrm>
      </p:grpSpPr>
      <p:sp>
        <p:nvSpPr>
          <p:cNvPr id="42" name="Google Shape;42;p4"/>
          <p:cNvSpPr txBox="1">
            <a:spLocks noGrp="1"/>
          </p:cNvSpPr>
          <p:nvPr>
            <p:ph type="title"/>
          </p:nvPr>
        </p:nvSpPr>
        <p:spPr>
          <a:xfrm>
            <a:off x="720000" y="368825"/>
            <a:ext cx="77040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000"/>
              <a:buNone/>
              <a:defRPr sz="3000" b="1">
                <a:latin typeface="Poppins"/>
                <a:ea typeface="Poppins"/>
                <a:cs typeface="Poppins"/>
                <a:sym typeface="Poppins"/>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43" name="Google Shape;43;p4"/>
          <p:cNvSpPr txBox="1">
            <a:spLocks noGrp="1"/>
          </p:cNvSpPr>
          <p:nvPr>
            <p:ph type="body" idx="1"/>
          </p:nvPr>
        </p:nvSpPr>
        <p:spPr>
          <a:xfrm>
            <a:off x="720000" y="941526"/>
            <a:ext cx="7704000" cy="344100"/>
          </a:xfrm>
          <a:prstGeom prst="rect">
            <a:avLst/>
          </a:prstGeom>
        </p:spPr>
        <p:txBody>
          <a:bodyPr spcFirstLastPara="1" wrap="square" lIns="91425" tIns="91425" rIns="91425" bIns="91425" anchor="t" anchorCtr="0">
            <a:noAutofit/>
          </a:bodyPr>
          <a:lstStyle>
            <a:lvl1pPr marL="457200" lvl="0" indent="-304800" algn="ctr" rtl="0">
              <a:lnSpc>
                <a:spcPct val="100000"/>
              </a:lnSpc>
              <a:spcBef>
                <a:spcPts val="0"/>
              </a:spcBef>
              <a:spcAft>
                <a:spcPts val="0"/>
              </a:spcAft>
              <a:buSzPts val="1200"/>
              <a:buFont typeface="Nunito Light"/>
              <a:buChar char="●"/>
              <a:defRPr>
                <a:latin typeface="DM Sans"/>
                <a:ea typeface="DM Sans"/>
                <a:cs typeface="DM Sans"/>
                <a:sym typeface="DM Sans"/>
              </a:defRPr>
            </a:lvl1pPr>
            <a:lvl2pPr marL="914400" lvl="1" indent="-304800" rtl="0">
              <a:lnSpc>
                <a:spcPct val="100000"/>
              </a:lnSpc>
              <a:spcBef>
                <a:spcPts val="0"/>
              </a:spcBef>
              <a:spcAft>
                <a:spcPts val="0"/>
              </a:spcAft>
              <a:buSzPts val="1200"/>
              <a:buFont typeface="Nunito Light"/>
              <a:buChar char="○"/>
              <a:defRPr/>
            </a:lvl2pPr>
            <a:lvl3pPr marL="1371600" lvl="2" indent="-304800" rtl="0">
              <a:lnSpc>
                <a:spcPct val="100000"/>
              </a:lnSpc>
              <a:spcBef>
                <a:spcPts val="0"/>
              </a:spcBef>
              <a:spcAft>
                <a:spcPts val="0"/>
              </a:spcAft>
              <a:buSzPts val="1200"/>
              <a:buFont typeface="Nunito Light"/>
              <a:buChar char="■"/>
              <a:defRPr/>
            </a:lvl3pPr>
            <a:lvl4pPr marL="1828800" lvl="3" indent="-304800" rtl="0">
              <a:lnSpc>
                <a:spcPct val="100000"/>
              </a:lnSpc>
              <a:spcBef>
                <a:spcPts val="0"/>
              </a:spcBef>
              <a:spcAft>
                <a:spcPts val="0"/>
              </a:spcAft>
              <a:buSzPts val="1200"/>
              <a:buFont typeface="Nunito Light"/>
              <a:buChar char="●"/>
              <a:defRPr/>
            </a:lvl4pPr>
            <a:lvl5pPr marL="2286000" lvl="4" indent="-304800" rtl="0">
              <a:lnSpc>
                <a:spcPct val="100000"/>
              </a:lnSpc>
              <a:spcBef>
                <a:spcPts val="0"/>
              </a:spcBef>
              <a:spcAft>
                <a:spcPts val="0"/>
              </a:spcAft>
              <a:buSzPts val="1200"/>
              <a:buFont typeface="Nunito Light"/>
              <a:buChar char="○"/>
              <a:defRPr/>
            </a:lvl5pPr>
            <a:lvl6pPr marL="2743200" lvl="5" indent="-304800" rtl="0">
              <a:lnSpc>
                <a:spcPct val="100000"/>
              </a:lnSpc>
              <a:spcBef>
                <a:spcPts val="0"/>
              </a:spcBef>
              <a:spcAft>
                <a:spcPts val="0"/>
              </a:spcAft>
              <a:buSzPts val="1200"/>
              <a:buFont typeface="Nunito Light"/>
              <a:buChar char="■"/>
              <a:defRPr/>
            </a:lvl6pPr>
            <a:lvl7pPr marL="3200400" lvl="6" indent="-304800" rtl="0">
              <a:lnSpc>
                <a:spcPct val="100000"/>
              </a:lnSpc>
              <a:spcBef>
                <a:spcPts val="0"/>
              </a:spcBef>
              <a:spcAft>
                <a:spcPts val="0"/>
              </a:spcAft>
              <a:buSzPts val="1200"/>
              <a:buFont typeface="Nunito Light"/>
              <a:buChar char="●"/>
              <a:defRPr/>
            </a:lvl7pPr>
            <a:lvl8pPr marL="3657600" lvl="7" indent="-304800" rtl="0">
              <a:lnSpc>
                <a:spcPct val="100000"/>
              </a:lnSpc>
              <a:spcBef>
                <a:spcPts val="0"/>
              </a:spcBef>
              <a:spcAft>
                <a:spcPts val="0"/>
              </a:spcAft>
              <a:buSzPts val="1200"/>
              <a:buFont typeface="Nunito Light"/>
              <a:buChar char="○"/>
              <a:defRPr/>
            </a:lvl8pPr>
            <a:lvl9pPr marL="4114800" lvl="8" indent="-304800" rtl="0">
              <a:lnSpc>
                <a:spcPct val="100000"/>
              </a:lnSpc>
              <a:spcBef>
                <a:spcPts val="0"/>
              </a:spcBef>
              <a:spcAft>
                <a:spcPts val="0"/>
              </a:spcAft>
              <a:buSzPts val="1200"/>
              <a:buFont typeface="Nunito Light"/>
              <a:buChar char="■"/>
              <a:defRPr/>
            </a:lvl9pPr>
          </a:lstStyle>
          <a:p>
            <a:endParaRPr/>
          </a:p>
        </p:txBody>
      </p:sp>
      <p:sp>
        <p:nvSpPr>
          <p:cNvPr id="44" name="Google Shape;44;p4"/>
          <p:cNvSpPr/>
          <p:nvPr/>
        </p:nvSpPr>
        <p:spPr>
          <a:xfrm>
            <a:off x="7548750" y="3463738"/>
            <a:ext cx="3059100" cy="3059100"/>
          </a:xfrm>
          <a:prstGeom prst="ellipse">
            <a:avLst/>
          </a:prstGeom>
          <a:solidFill>
            <a:srgbClr val="897FBB">
              <a:alpha val="291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5" name="Google Shape;45;p4"/>
          <p:cNvGrpSpPr/>
          <p:nvPr/>
        </p:nvGrpSpPr>
        <p:grpSpPr>
          <a:xfrm>
            <a:off x="7948511" y="4358656"/>
            <a:ext cx="964529" cy="2918046"/>
            <a:chOff x="1825573" y="1896181"/>
            <a:chExt cx="964529" cy="2918046"/>
          </a:xfrm>
        </p:grpSpPr>
        <p:sp>
          <p:nvSpPr>
            <p:cNvPr id="46" name="Google Shape;46;p4"/>
            <p:cNvSpPr/>
            <p:nvPr/>
          </p:nvSpPr>
          <p:spPr>
            <a:xfrm>
              <a:off x="1825573" y="1896181"/>
              <a:ext cx="964529" cy="2918046"/>
            </a:xfrm>
            <a:custGeom>
              <a:avLst/>
              <a:gdLst/>
              <a:ahLst/>
              <a:cxnLst/>
              <a:rect l="l" t="t" r="r" b="b"/>
              <a:pathLst>
                <a:path w="7532" h="22787" extrusionOk="0">
                  <a:moveTo>
                    <a:pt x="3773" y="1"/>
                  </a:moveTo>
                  <a:cubicBezTo>
                    <a:pt x="1687" y="1"/>
                    <a:pt x="1" y="1691"/>
                    <a:pt x="1" y="3776"/>
                  </a:cubicBezTo>
                  <a:lnTo>
                    <a:pt x="1" y="15746"/>
                  </a:lnTo>
                  <a:lnTo>
                    <a:pt x="14" y="15746"/>
                  </a:lnTo>
                  <a:lnTo>
                    <a:pt x="14" y="22787"/>
                  </a:lnTo>
                  <a:lnTo>
                    <a:pt x="2861" y="22787"/>
                  </a:lnTo>
                  <a:lnTo>
                    <a:pt x="2861" y="13174"/>
                  </a:lnTo>
                  <a:lnTo>
                    <a:pt x="2861" y="3776"/>
                  </a:lnTo>
                  <a:cubicBezTo>
                    <a:pt x="2861" y="3269"/>
                    <a:pt x="3269" y="2861"/>
                    <a:pt x="3773" y="2861"/>
                  </a:cubicBezTo>
                  <a:cubicBezTo>
                    <a:pt x="4276" y="2861"/>
                    <a:pt x="4672" y="3269"/>
                    <a:pt x="4672" y="3776"/>
                  </a:cubicBezTo>
                  <a:lnTo>
                    <a:pt x="4672" y="8391"/>
                  </a:lnTo>
                  <a:lnTo>
                    <a:pt x="4672" y="22787"/>
                  </a:lnTo>
                  <a:lnTo>
                    <a:pt x="7532" y="22787"/>
                  </a:lnTo>
                  <a:lnTo>
                    <a:pt x="7532" y="7110"/>
                  </a:lnTo>
                  <a:lnTo>
                    <a:pt x="7532" y="3776"/>
                  </a:lnTo>
                  <a:cubicBezTo>
                    <a:pt x="7532" y="1691"/>
                    <a:pt x="5842" y="1"/>
                    <a:pt x="3773" y="1"/>
                  </a:cubicBezTo>
                  <a:close/>
                </a:path>
              </a:pathLst>
            </a:custGeom>
            <a:solidFill>
              <a:schemeClr val="accent5"/>
            </a:solidFill>
            <a:ln>
              <a:noFill/>
            </a:ln>
            <a:effectLst>
              <a:outerShdw dist="76200" dir="2400000" algn="bl" rotWithShape="0">
                <a:schemeClr val="dk1">
                  <a:alpha val="2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7" name="Google Shape;47;p4"/>
            <p:cNvGrpSpPr/>
            <p:nvPr/>
          </p:nvGrpSpPr>
          <p:grpSpPr>
            <a:xfrm>
              <a:off x="2001780" y="2072389"/>
              <a:ext cx="612115" cy="2698300"/>
              <a:chOff x="1718105" y="2072389"/>
              <a:chExt cx="612115" cy="2698300"/>
            </a:xfrm>
          </p:grpSpPr>
          <p:sp>
            <p:nvSpPr>
              <p:cNvPr id="48" name="Google Shape;48;p4"/>
              <p:cNvSpPr/>
              <p:nvPr/>
            </p:nvSpPr>
            <p:spPr>
              <a:xfrm>
                <a:off x="2316262" y="3811153"/>
                <a:ext cx="13958" cy="56217"/>
              </a:xfrm>
              <a:custGeom>
                <a:avLst/>
                <a:gdLst/>
                <a:ahLst/>
                <a:cxnLst/>
                <a:rect l="l" t="t" r="r" b="b"/>
                <a:pathLst>
                  <a:path w="109" h="439" extrusionOk="0">
                    <a:moveTo>
                      <a:pt x="1" y="1"/>
                    </a:moveTo>
                    <a:lnTo>
                      <a:pt x="1" y="439"/>
                    </a:lnTo>
                    <a:lnTo>
                      <a:pt x="109" y="439"/>
                    </a:lnTo>
                    <a:lnTo>
                      <a:pt x="109"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 name="Google Shape;49;p4"/>
              <p:cNvSpPr/>
              <p:nvPr/>
            </p:nvSpPr>
            <p:spPr>
              <a:xfrm>
                <a:off x="2316262" y="3698207"/>
                <a:ext cx="13958" cy="55833"/>
              </a:xfrm>
              <a:custGeom>
                <a:avLst/>
                <a:gdLst/>
                <a:ahLst/>
                <a:cxnLst/>
                <a:rect l="l" t="t" r="r" b="b"/>
                <a:pathLst>
                  <a:path w="109" h="436" extrusionOk="0">
                    <a:moveTo>
                      <a:pt x="1" y="0"/>
                    </a:moveTo>
                    <a:lnTo>
                      <a:pt x="1" y="435"/>
                    </a:lnTo>
                    <a:lnTo>
                      <a:pt x="109" y="435"/>
                    </a:lnTo>
                    <a:lnTo>
                      <a:pt x="109"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 name="Google Shape;50;p4"/>
              <p:cNvSpPr/>
              <p:nvPr/>
            </p:nvSpPr>
            <p:spPr>
              <a:xfrm>
                <a:off x="2316262" y="4036406"/>
                <a:ext cx="13958" cy="59547"/>
              </a:xfrm>
              <a:custGeom>
                <a:avLst/>
                <a:gdLst/>
                <a:ahLst/>
                <a:cxnLst/>
                <a:rect l="l" t="t" r="r" b="b"/>
                <a:pathLst>
                  <a:path w="109" h="465" extrusionOk="0">
                    <a:moveTo>
                      <a:pt x="1" y="0"/>
                    </a:moveTo>
                    <a:lnTo>
                      <a:pt x="1" y="27"/>
                    </a:lnTo>
                    <a:lnTo>
                      <a:pt x="1" y="435"/>
                    </a:lnTo>
                    <a:lnTo>
                      <a:pt x="1" y="465"/>
                    </a:lnTo>
                    <a:lnTo>
                      <a:pt x="109" y="465"/>
                    </a:lnTo>
                    <a:lnTo>
                      <a:pt x="109" y="435"/>
                    </a:lnTo>
                    <a:lnTo>
                      <a:pt x="109" y="27"/>
                    </a:lnTo>
                    <a:lnTo>
                      <a:pt x="109"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 name="Google Shape;51;p4"/>
              <p:cNvSpPr/>
              <p:nvPr/>
            </p:nvSpPr>
            <p:spPr>
              <a:xfrm>
                <a:off x="2316262" y="3922948"/>
                <a:ext cx="13958" cy="57882"/>
              </a:xfrm>
              <a:custGeom>
                <a:avLst/>
                <a:gdLst/>
                <a:ahLst/>
                <a:cxnLst/>
                <a:rect l="l" t="t" r="r" b="b"/>
                <a:pathLst>
                  <a:path w="109" h="452" extrusionOk="0">
                    <a:moveTo>
                      <a:pt x="1" y="1"/>
                    </a:moveTo>
                    <a:lnTo>
                      <a:pt x="1" y="452"/>
                    </a:lnTo>
                    <a:lnTo>
                      <a:pt x="109" y="452"/>
                    </a:lnTo>
                    <a:lnTo>
                      <a:pt x="109"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 name="Google Shape;52;p4"/>
              <p:cNvSpPr/>
              <p:nvPr/>
            </p:nvSpPr>
            <p:spPr>
              <a:xfrm>
                <a:off x="2316262" y="3023087"/>
                <a:ext cx="13958" cy="55705"/>
              </a:xfrm>
              <a:custGeom>
                <a:avLst/>
                <a:gdLst/>
                <a:ahLst/>
                <a:cxnLst/>
                <a:rect l="l" t="t" r="r" b="b"/>
                <a:pathLst>
                  <a:path w="109" h="435" extrusionOk="0">
                    <a:moveTo>
                      <a:pt x="1" y="0"/>
                    </a:moveTo>
                    <a:lnTo>
                      <a:pt x="1" y="435"/>
                    </a:lnTo>
                    <a:lnTo>
                      <a:pt x="109" y="435"/>
                    </a:lnTo>
                    <a:lnTo>
                      <a:pt x="109"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 name="Google Shape;53;p4"/>
              <p:cNvSpPr/>
              <p:nvPr/>
            </p:nvSpPr>
            <p:spPr>
              <a:xfrm>
                <a:off x="2316262" y="3586412"/>
                <a:ext cx="13958" cy="55833"/>
              </a:xfrm>
              <a:custGeom>
                <a:avLst/>
                <a:gdLst/>
                <a:ahLst/>
                <a:cxnLst/>
                <a:rect l="l" t="t" r="r" b="b"/>
                <a:pathLst>
                  <a:path w="109" h="436" extrusionOk="0">
                    <a:moveTo>
                      <a:pt x="1" y="1"/>
                    </a:moveTo>
                    <a:lnTo>
                      <a:pt x="1" y="435"/>
                    </a:lnTo>
                    <a:lnTo>
                      <a:pt x="109" y="435"/>
                    </a:lnTo>
                    <a:lnTo>
                      <a:pt x="109"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 name="Google Shape;54;p4"/>
              <p:cNvSpPr/>
              <p:nvPr/>
            </p:nvSpPr>
            <p:spPr>
              <a:xfrm>
                <a:off x="2316262" y="3472953"/>
                <a:ext cx="13958" cy="55833"/>
              </a:xfrm>
              <a:custGeom>
                <a:avLst/>
                <a:gdLst/>
                <a:ahLst/>
                <a:cxnLst/>
                <a:rect l="l" t="t" r="r" b="b"/>
                <a:pathLst>
                  <a:path w="109" h="436" extrusionOk="0">
                    <a:moveTo>
                      <a:pt x="1" y="1"/>
                    </a:moveTo>
                    <a:lnTo>
                      <a:pt x="1" y="436"/>
                    </a:lnTo>
                    <a:lnTo>
                      <a:pt x="109" y="436"/>
                    </a:lnTo>
                    <a:lnTo>
                      <a:pt x="109"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 name="Google Shape;55;p4"/>
              <p:cNvSpPr/>
              <p:nvPr/>
            </p:nvSpPr>
            <p:spPr>
              <a:xfrm>
                <a:off x="2316262" y="3359623"/>
                <a:ext cx="13958" cy="57882"/>
              </a:xfrm>
              <a:custGeom>
                <a:avLst/>
                <a:gdLst/>
                <a:ahLst/>
                <a:cxnLst/>
                <a:rect l="l" t="t" r="r" b="b"/>
                <a:pathLst>
                  <a:path w="109" h="452" extrusionOk="0">
                    <a:moveTo>
                      <a:pt x="1" y="0"/>
                    </a:moveTo>
                    <a:lnTo>
                      <a:pt x="1" y="451"/>
                    </a:lnTo>
                    <a:lnTo>
                      <a:pt x="109" y="451"/>
                    </a:lnTo>
                    <a:lnTo>
                      <a:pt x="109"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 name="Google Shape;56;p4"/>
              <p:cNvSpPr/>
              <p:nvPr/>
            </p:nvSpPr>
            <p:spPr>
              <a:xfrm>
                <a:off x="2316262" y="3134754"/>
                <a:ext cx="13958" cy="57498"/>
              </a:xfrm>
              <a:custGeom>
                <a:avLst/>
                <a:gdLst/>
                <a:ahLst/>
                <a:cxnLst/>
                <a:rect l="l" t="t" r="r" b="b"/>
                <a:pathLst>
                  <a:path w="109" h="449" extrusionOk="0">
                    <a:moveTo>
                      <a:pt x="1" y="1"/>
                    </a:moveTo>
                    <a:lnTo>
                      <a:pt x="1" y="449"/>
                    </a:lnTo>
                    <a:lnTo>
                      <a:pt x="109" y="449"/>
                    </a:lnTo>
                    <a:lnTo>
                      <a:pt x="109"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 name="Google Shape;57;p4"/>
              <p:cNvSpPr/>
              <p:nvPr/>
            </p:nvSpPr>
            <p:spPr>
              <a:xfrm>
                <a:off x="2316262" y="3248213"/>
                <a:ext cx="13958" cy="55833"/>
              </a:xfrm>
              <a:custGeom>
                <a:avLst/>
                <a:gdLst/>
                <a:ahLst/>
                <a:cxnLst/>
                <a:rect l="l" t="t" r="r" b="b"/>
                <a:pathLst>
                  <a:path w="109" h="436" extrusionOk="0">
                    <a:moveTo>
                      <a:pt x="1" y="1"/>
                    </a:moveTo>
                    <a:lnTo>
                      <a:pt x="1" y="435"/>
                    </a:lnTo>
                    <a:lnTo>
                      <a:pt x="109" y="435"/>
                    </a:lnTo>
                    <a:lnTo>
                      <a:pt x="109"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 name="Google Shape;58;p4"/>
              <p:cNvSpPr/>
              <p:nvPr/>
            </p:nvSpPr>
            <p:spPr>
              <a:xfrm>
                <a:off x="2316262" y="4714855"/>
                <a:ext cx="13958" cy="55833"/>
              </a:xfrm>
              <a:custGeom>
                <a:avLst/>
                <a:gdLst/>
                <a:ahLst/>
                <a:cxnLst/>
                <a:rect l="l" t="t" r="r" b="b"/>
                <a:pathLst>
                  <a:path w="109" h="436" extrusionOk="0">
                    <a:moveTo>
                      <a:pt x="1" y="1"/>
                    </a:moveTo>
                    <a:lnTo>
                      <a:pt x="1" y="436"/>
                    </a:lnTo>
                    <a:lnTo>
                      <a:pt x="109" y="436"/>
                    </a:lnTo>
                    <a:lnTo>
                      <a:pt x="109"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 name="Google Shape;59;p4"/>
              <p:cNvSpPr/>
              <p:nvPr/>
            </p:nvSpPr>
            <p:spPr>
              <a:xfrm>
                <a:off x="2316262" y="4601524"/>
                <a:ext cx="13958" cy="57370"/>
              </a:xfrm>
              <a:custGeom>
                <a:avLst/>
                <a:gdLst/>
                <a:ahLst/>
                <a:cxnLst/>
                <a:rect l="l" t="t" r="r" b="b"/>
                <a:pathLst>
                  <a:path w="109" h="448" extrusionOk="0">
                    <a:moveTo>
                      <a:pt x="1" y="0"/>
                    </a:moveTo>
                    <a:lnTo>
                      <a:pt x="1" y="448"/>
                    </a:lnTo>
                    <a:lnTo>
                      <a:pt x="109" y="448"/>
                    </a:lnTo>
                    <a:lnTo>
                      <a:pt x="109"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 name="Google Shape;60;p4"/>
              <p:cNvSpPr/>
              <p:nvPr/>
            </p:nvSpPr>
            <p:spPr>
              <a:xfrm>
                <a:off x="2316262" y="4489730"/>
                <a:ext cx="13958" cy="56217"/>
              </a:xfrm>
              <a:custGeom>
                <a:avLst/>
                <a:gdLst/>
                <a:ahLst/>
                <a:cxnLst/>
                <a:rect l="l" t="t" r="r" b="b"/>
                <a:pathLst>
                  <a:path w="109" h="439" extrusionOk="0">
                    <a:moveTo>
                      <a:pt x="1" y="0"/>
                    </a:moveTo>
                    <a:lnTo>
                      <a:pt x="1" y="438"/>
                    </a:lnTo>
                    <a:lnTo>
                      <a:pt x="109" y="438"/>
                    </a:lnTo>
                    <a:lnTo>
                      <a:pt x="109"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 name="Google Shape;61;p4"/>
              <p:cNvSpPr/>
              <p:nvPr/>
            </p:nvSpPr>
            <p:spPr>
              <a:xfrm>
                <a:off x="2316262" y="4376271"/>
                <a:ext cx="13958" cy="57882"/>
              </a:xfrm>
              <a:custGeom>
                <a:avLst/>
                <a:gdLst/>
                <a:ahLst/>
                <a:cxnLst/>
                <a:rect l="l" t="t" r="r" b="b"/>
                <a:pathLst>
                  <a:path w="109" h="452" extrusionOk="0">
                    <a:moveTo>
                      <a:pt x="1" y="1"/>
                    </a:moveTo>
                    <a:lnTo>
                      <a:pt x="1" y="452"/>
                    </a:lnTo>
                    <a:lnTo>
                      <a:pt x="109" y="452"/>
                    </a:lnTo>
                    <a:lnTo>
                      <a:pt x="109"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 name="Google Shape;62;p4"/>
              <p:cNvSpPr/>
              <p:nvPr/>
            </p:nvSpPr>
            <p:spPr>
              <a:xfrm>
                <a:off x="2316262" y="4264989"/>
                <a:ext cx="13958" cy="55705"/>
              </a:xfrm>
              <a:custGeom>
                <a:avLst/>
                <a:gdLst/>
                <a:ahLst/>
                <a:cxnLst/>
                <a:rect l="l" t="t" r="r" b="b"/>
                <a:pathLst>
                  <a:path w="109" h="435" extrusionOk="0">
                    <a:moveTo>
                      <a:pt x="1" y="0"/>
                    </a:moveTo>
                    <a:lnTo>
                      <a:pt x="1" y="435"/>
                    </a:lnTo>
                    <a:lnTo>
                      <a:pt x="109" y="435"/>
                    </a:lnTo>
                    <a:lnTo>
                      <a:pt x="109"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 name="Google Shape;63;p4"/>
              <p:cNvSpPr/>
              <p:nvPr/>
            </p:nvSpPr>
            <p:spPr>
              <a:xfrm>
                <a:off x="2316262" y="4151530"/>
                <a:ext cx="13958" cy="55833"/>
              </a:xfrm>
              <a:custGeom>
                <a:avLst/>
                <a:gdLst/>
                <a:ahLst/>
                <a:cxnLst/>
                <a:rect l="l" t="t" r="r" b="b"/>
                <a:pathLst>
                  <a:path w="109" h="436" extrusionOk="0">
                    <a:moveTo>
                      <a:pt x="1" y="0"/>
                    </a:moveTo>
                    <a:lnTo>
                      <a:pt x="1" y="435"/>
                    </a:lnTo>
                    <a:lnTo>
                      <a:pt x="109" y="435"/>
                    </a:lnTo>
                    <a:lnTo>
                      <a:pt x="109"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 name="Google Shape;64;p4"/>
              <p:cNvSpPr/>
              <p:nvPr/>
            </p:nvSpPr>
            <p:spPr>
              <a:xfrm>
                <a:off x="1901100" y="2081225"/>
                <a:ext cx="57882" cy="29837"/>
              </a:xfrm>
              <a:custGeom>
                <a:avLst/>
                <a:gdLst/>
                <a:ahLst/>
                <a:cxnLst/>
                <a:rect l="l" t="t" r="r" b="b"/>
                <a:pathLst>
                  <a:path w="452" h="233" extrusionOk="0">
                    <a:moveTo>
                      <a:pt x="422" y="1"/>
                    </a:moveTo>
                    <a:cubicBezTo>
                      <a:pt x="288" y="27"/>
                      <a:pt x="138" y="82"/>
                      <a:pt x="0" y="138"/>
                    </a:cubicBezTo>
                    <a:lnTo>
                      <a:pt x="43" y="233"/>
                    </a:lnTo>
                    <a:cubicBezTo>
                      <a:pt x="177" y="177"/>
                      <a:pt x="314" y="138"/>
                      <a:pt x="451" y="95"/>
                    </a:cubicBezTo>
                    <a:lnTo>
                      <a:pt x="422"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 name="Google Shape;65;p4"/>
              <p:cNvSpPr/>
              <p:nvPr/>
            </p:nvSpPr>
            <p:spPr>
              <a:xfrm>
                <a:off x="1718105" y="2764795"/>
                <a:ext cx="13958" cy="56217"/>
              </a:xfrm>
              <a:custGeom>
                <a:avLst/>
                <a:gdLst/>
                <a:ahLst/>
                <a:cxnLst/>
                <a:rect l="l" t="t" r="r" b="b"/>
                <a:pathLst>
                  <a:path w="109" h="439" extrusionOk="0">
                    <a:moveTo>
                      <a:pt x="1" y="0"/>
                    </a:moveTo>
                    <a:lnTo>
                      <a:pt x="1" y="438"/>
                    </a:lnTo>
                    <a:lnTo>
                      <a:pt x="109" y="438"/>
                    </a:lnTo>
                    <a:lnTo>
                      <a:pt x="109"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 name="Google Shape;66;p4"/>
              <p:cNvSpPr/>
              <p:nvPr/>
            </p:nvSpPr>
            <p:spPr>
              <a:xfrm>
                <a:off x="1718105" y="2878254"/>
                <a:ext cx="13958" cy="56217"/>
              </a:xfrm>
              <a:custGeom>
                <a:avLst/>
                <a:gdLst/>
                <a:ahLst/>
                <a:cxnLst/>
                <a:rect l="l" t="t" r="r" b="b"/>
                <a:pathLst>
                  <a:path w="109" h="439" extrusionOk="0">
                    <a:moveTo>
                      <a:pt x="1" y="0"/>
                    </a:moveTo>
                    <a:lnTo>
                      <a:pt x="1" y="438"/>
                    </a:lnTo>
                    <a:lnTo>
                      <a:pt x="109" y="438"/>
                    </a:lnTo>
                    <a:lnTo>
                      <a:pt x="109"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 name="Google Shape;67;p4"/>
              <p:cNvSpPr/>
              <p:nvPr/>
            </p:nvSpPr>
            <p:spPr>
              <a:xfrm>
                <a:off x="1718105" y="2540055"/>
                <a:ext cx="13958" cy="55705"/>
              </a:xfrm>
              <a:custGeom>
                <a:avLst/>
                <a:gdLst/>
                <a:ahLst/>
                <a:cxnLst/>
                <a:rect l="l" t="t" r="r" b="b"/>
                <a:pathLst>
                  <a:path w="109" h="435" extrusionOk="0">
                    <a:moveTo>
                      <a:pt x="1" y="0"/>
                    </a:moveTo>
                    <a:lnTo>
                      <a:pt x="1" y="435"/>
                    </a:lnTo>
                    <a:lnTo>
                      <a:pt x="109" y="435"/>
                    </a:lnTo>
                    <a:lnTo>
                      <a:pt x="109"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 name="Google Shape;68;p4"/>
              <p:cNvSpPr/>
              <p:nvPr/>
            </p:nvSpPr>
            <p:spPr>
              <a:xfrm>
                <a:off x="1742436" y="2208514"/>
                <a:ext cx="40338" cy="56217"/>
              </a:xfrm>
              <a:custGeom>
                <a:avLst/>
                <a:gdLst/>
                <a:ahLst/>
                <a:cxnLst/>
                <a:rect l="l" t="t" r="r" b="b"/>
                <a:pathLst>
                  <a:path w="315" h="439" extrusionOk="0">
                    <a:moveTo>
                      <a:pt x="220" y="0"/>
                    </a:moveTo>
                    <a:cubicBezTo>
                      <a:pt x="138" y="124"/>
                      <a:pt x="69" y="258"/>
                      <a:pt x="1" y="396"/>
                    </a:cubicBezTo>
                    <a:lnTo>
                      <a:pt x="108" y="438"/>
                    </a:lnTo>
                    <a:cubicBezTo>
                      <a:pt x="164" y="301"/>
                      <a:pt x="233" y="177"/>
                      <a:pt x="314" y="56"/>
                    </a:cubicBezTo>
                    <a:lnTo>
                      <a:pt x="220"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 name="Google Shape;69;p4"/>
              <p:cNvSpPr/>
              <p:nvPr/>
            </p:nvSpPr>
            <p:spPr>
              <a:xfrm>
                <a:off x="1718105" y="2426596"/>
                <a:ext cx="13958" cy="57882"/>
              </a:xfrm>
              <a:custGeom>
                <a:avLst/>
                <a:gdLst/>
                <a:ahLst/>
                <a:cxnLst/>
                <a:rect l="l" t="t" r="r" b="b"/>
                <a:pathLst>
                  <a:path w="109" h="452" extrusionOk="0">
                    <a:moveTo>
                      <a:pt x="1" y="0"/>
                    </a:moveTo>
                    <a:lnTo>
                      <a:pt x="1" y="451"/>
                    </a:lnTo>
                    <a:lnTo>
                      <a:pt x="109" y="451"/>
                    </a:lnTo>
                    <a:lnTo>
                      <a:pt x="109"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 name="Google Shape;70;p4"/>
              <p:cNvSpPr/>
              <p:nvPr/>
            </p:nvSpPr>
            <p:spPr>
              <a:xfrm>
                <a:off x="1806849" y="2126429"/>
                <a:ext cx="52504" cy="47381"/>
              </a:xfrm>
              <a:custGeom>
                <a:avLst/>
                <a:gdLst/>
                <a:ahLst/>
                <a:cxnLst/>
                <a:rect l="l" t="t" r="r" b="b"/>
                <a:pathLst>
                  <a:path w="410" h="370" extrusionOk="0">
                    <a:moveTo>
                      <a:pt x="341" y="1"/>
                    </a:moveTo>
                    <a:cubicBezTo>
                      <a:pt x="220" y="82"/>
                      <a:pt x="109" y="180"/>
                      <a:pt x="1" y="288"/>
                    </a:cubicBezTo>
                    <a:lnTo>
                      <a:pt x="83" y="370"/>
                    </a:lnTo>
                    <a:cubicBezTo>
                      <a:pt x="177" y="275"/>
                      <a:pt x="289" y="180"/>
                      <a:pt x="409" y="99"/>
                    </a:cubicBezTo>
                    <a:lnTo>
                      <a:pt x="341"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 name="Google Shape;71;p4"/>
              <p:cNvSpPr/>
              <p:nvPr/>
            </p:nvSpPr>
            <p:spPr>
              <a:xfrm>
                <a:off x="1718105" y="2313137"/>
                <a:ext cx="21129" cy="57882"/>
              </a:xfrm>
              <a:custGeom>
                <a:avLst/>
                <a:gdLst/>
                <a:ahLst/>
                <a:cxnLst/>
                <a:rect l="l" t="t" r="r" b="b"/>
                <a:pathLst>
                  <a:path w="165" h="452" extrusionOk="0">
                    <a:moveTo>
                      <a:pt x="53" y="0"/>
                    </a:moveTo>
                    <a:cubicBezTo>
                      <a:pt x="27" y="151"/>
                      <a:pt x="14" y="301"/>
                      <a:pt x="1" y="451"/>
                    </a:cubicBezTo>
                    <a:lnTo>
                      <a:pt x="109" y="451"/>
                    </a:lnTo>
                    <a:cubicBezTo>
                      <a:pt x="122" y="314"/>
                      <a:pt x="135" y="164"/>
                      <a:pt x="164" y="30"/>
                    </a:cubicBezTo>
                    <a:lnTo>
                      <a:pt x="53"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 name="Google Shape;72;p4"/>
              <p:cNvSpPr/>
              <p:nvPr/>
            </p:nvSpPr>
            <p:spPr>
              <a:xfrm>
                <a:off x="1718105" y="2653385"/>
                <a:ext cx="13958" cy="55833"/>
              </a:xfrm>
              <a:custGeom>
                <a:avLst/>
                <a:gdLst/>
                <a:ahLst/>
                <a:cxnLst/>
                <a:rect l="l" t="t" r="r" b="b"/>
                <a:pathLst>
                  <a:path w="109" h="436" extrusionOk="0">
                    <a:moveTo>
                      <a:pt x="1" y="1"/>
                    </a:moveTo>
                    <a:lnTo>
                      <a:pt x="1" y="436"/>
                    </a:lnTo>
                    <a:lnTo>
                      <a:pt x="109" y="436"/>
                    </a:lnTo>
                    <a:lnTo>
                      <a:pt x="109"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 name="Google Shape;73;p4"/>
              <p:cNvSpPr/>
              <p:nvPr/>
            </p:nvSpPr>
            <p:spPr>
              <a:xfrm>
                <a:off x="1718105" y="3553374"/>
                <a:ext cx="13958" cy="55833"/>
              </a:xfrm>
              <a:custGeom>
                <a:avLst/>
                <a:gdLst/>
                <a:ahLst/>
                <a:cxnLst/>
                <a:rect l="l" t="t" r="r" b="b"/>
                <a:pathLst>
                  <a:path w="109" h="436" extrusionOk="0">
                    <a:moveTo>
                      <a:pt x="1" y="0"/>
                    </a:moveTo>
                    <a:lnTo>
                      <a:pt x="1" y="435"/>
                    </a:lnTo>
                    <a:lnTo>
                      <a:pt x="109" y="435"/>
                    </a:lnTo>
                    <a:lnTo>
                      <a:pt x="109"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 name="Google Shape;74;p4"/>
              <p:cNvSpPr/>
              <p:nvPr/>
            </p:nvSpPr>
            <p:spPr>
              <a:xfrm>
                <a:off x="1718105" y="3666833"/>
                <a:ext cx="13958" cy="55705"/>
              </a:xfrm>
              <a:custGeom>
                <a:avLst/>
                <a:gdLst/>
                <a:ahLst/>
                <a:cxnLst/>
                <a:rect l="l" t="t" r="r" b="b"/>
                <a:pathLst>
                  <a:path w="109" h="435" extrusionOk="0">
                    <a:moveTo>
                      <a:pt x="1" y="0"/>
                    </a:moveTo>
                    <a:lnTo>
                      <a:pt x="1" y="435"/>
                    </a:lnTo>
                    <a:lnTo>
                      <a:pt x="109" y="435"/>
                    </a:lnTo>
                    <a:lnTo>
                      <a:pt x="109"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 name="Google Shape;75;p4"/>
              <p:cNvSpPr/>
              <p:nvPr/>
            </p:nvSpPr>
            <p:spPr>
              <a:xfrm>
                <a:off x="1718105" y="2989921"/>
                <a:ext cx="13958" cy="57498"/>
              </a:xfrm>
              <a:custGeom>
                <a:avLst/>
                <a:gdLst/>
                <a:ahLst/>
                <a:cxnLst/>
                <a:rect l="l" t="t" r="r" b="b"/>
                <a:pathLst>
                  <a:path w="109" h="449" extrusionOk="0">
                    <a:moveTo>
                      <a:pt x="1" y="1"/>
                    </a:moveTo>
                    <a:lnTo>
                      <a:pt x="1" y="449"/>
                    </a:lnTo>
                    <a:lnTo>
                      <a:pt x="109" y="449"/>
                    </a:lnTo>
                    <a:lnTo>
                      <a:pt x="109"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 name="Google Shape;76;p4"/>
              <p:cNvSpPr/>
              <p:nvPr/>
            </p:nvSpPr>
            <p:spPr>
              <a:xfrm>
                <a:off x="1718105" y="3778114"/>
                <a:ext cx="13958" cy="57882"/>
              </a:xfrm>
              <a:custGeom>
                <a:avLst/>
                <a:gdLst/>
                <a:ahLst/>
                <a:cxnLst/>
                <a:rect l="l" t="t" r="r" b="b"/>
                <a:pathLst>
                  <a:path w="109" h="452" extrusionOk="0">
                    <a:moveTo>
                      <a:pt x="1" y="1"/>
                    </a:moveTo>
                    <a:lnTo>
                      <a:pt x="1" y="452"/>
                    </a:lnTo>
                    <a:lnTo>
                      <a:pt x="109" y="452"/>
                    </a:lnTo>
                    <a:lnTo>
                      <a:pt x="109"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 name="Google Shape;77;p4"/>
              <p:cNvSpPr/>
              <p:nvPr/>
            </p:nvSpPr>
            <p:spPr>
              <a:xfrm>
                <a:off x="1718105" y="3103380"/>
                <a:ext cx="13958" cy="55833"/>
              </a:xfrm>
              <a:custGeom>
                <a:avLst/>
                <a:gdLst/>
                <a:ahLst/>
                <a:cxnLst/>
                <a:rect l="l" t="t" r="r" b="b"/>
                <a:pathLst>
                  <a:path w="109" h="436" extrusionOk="0">
                    <a:moveTo>
                      <a:pt x="1" y="1"/>
                    </a:moveTo>
                    <a:lnTo>
                      <a:pt x="1" y="435"/>
                    </a:lnTo>
                    <a:lnTo>
                      <a:pt x="109" y="435"/>
                    </a:lnTo>
                    <a:lnTo>
                      <a:pt x="109"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 name="Google Shape;78;p4"/>
              <p:cNvSpPr/>
              <p:nvPr/>
            </p:nvSpPr>
            <p:spPr>
              <a:xfrm>
                <a:off x="1718105" y="3214790"/>
                <a:ext cx="13958" cy="57882"/>
              </a:xfrm>
              <a:custGeom>
                <a:avLst/>
                <a:gdLst/>
                <a:ahLst/>
                <a:cxnLst/>
                <a:rect l="l" t="t" r="r" b="b"/>
                <a:pathLst>
                  <a:path w="109" h="452" extrusionOk="0">
                    <a:moveTo>
                      <a:pt x="1" y="0"/>
                    </a:moveTo>
                    <a:lnTo>
                      <a:pt x="1" y="451"/>
                    </a:lnTo>
                    <a:lnTo>
                      <a:pt x="109" y="451"/>
                    </a:lnTo>
                    <a:lnTo>
                      <a:pt x="109"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 name="Google Shape;79;p4"/>
              <p:cNvSpPr/>
              <p:nvPr/>
            </p:nvSpPr>
            <p:spPr>
              <a:xfrm>
                <a:off x="1718105" y="3441579"/>
                <a:ext cx="13958" cy="55833"/>
              </a:xfrm>
              <a:custGeom>
                <a:avLst/>
                <a:gdLst/>
                <a:ahLst/>
                <a:cxnLst/>
                <a:rect l="l" t="t" r="r" b="b"/>
                <a:pathLst>
                  <a:path w="109" h="436" extrusionOk="0">
                    <a:moveTo>
                      <a:pt x="1" y="1"/>
                    </a:moveTo>
                    <a:lnTo>
                      <a:pt x="1" y="435"/>
                    </a:lnTo>
                    <a:lnTo>
                      <a:pt x="109" y="435"/>
                    </a:lnTo>
                    <a:lnTo>
                      <a:pt x="109"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 name="Google Shape;80;p4"/>
              <p:cNvSpPr/>
              <p:nvPr/>
            </p:nvSpPr>
            <p:spPr>
              <a:xfrm>
                <a:off x="1718105" y="3328120"/>
                <a:ext cx="13958" cy="56217"/>
              </a:xfrm>
              <a:custGeom>
                <a:avLst/>
                <a:gdLst/>
                <a:ahLst/>
                <a:cxnLst/>
                <a:rect l="l" t="t" r="r" b="b"/>
                <a:pathLst>
                  <a:path w="109" h="439" extrusionOk="0">
                    <a:moveTo>
                      <a:pt x="1" y="1"/>
                    </a:moveTo>
                    <a:lnTo>
                      <a:pt x="1" y="439"/>
                    </a:lnTo>
                    <a:lnTo>
                      <a:pt x="109" y="439"/>
                    </a:lnTo>
                    <a:lnTo>
                      <a:pt x="109"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 name="Google Shape;81;p4"/>
              <p:cNvSpPr/>
              <p:nvPr/>
            </p:nvSpPr>
            <p:spPr>
              <a:xfrm>
                <a:off x="2316262" y="2459634"/>
                <a:ext cx="13958" cy="57882"/>
              </a:xfrm>
              <a:custGeom>
                <a:avLst/>
                <a:gdLst/>
                <a:ahLst/>
                <a:cxnLst/>
                <a:rect l="l" t="t" r="r" b="b"/>
                <a:pathLst>
                  <a:path w="109" h="452" extrusionOk="0">
                    <a:moveTo>
                      <a:pt x="1" y="0"/>
                    </a:moveTo>
                    <a:lnTo>
                      <a:pt x="1" y="452"/>
                    </a:lnTo>
                    <a:lnTo>
                      <a:pt x="109" y="452"/>
                    </a:lnTo>
                    <a:lnTo>
                      <a:pt x="109"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 name="Google Shape;82;p4"/>
              <p:cNvSpPr/>
              <p:nvPr/>
            </p:nvSpPr>
            <p:spPr>
              <a:xfrm>
                <a:off x="2316262" y="2573093"/>
                <a:ext cx="13958" cy="55705"/>
              </a:xfrm>
              <a:custGeom>
                <a:avLst/>
                <a:gdLst/>
                <a:ahLst/>
                <a:cxnLst/>
                <a:rect l="l" t="t" r="r" b="b"/>
                <a:pathLst>
                  <a:path w="109" h="435" extrusionOk="0">
                    <a:moveTo>
                      <a:pt x="1" y="0"/>
                    </a:moveTo>
                    <a:lnTo>
                      <a:pt x="1" y="435"/>
                    </a:lnTo>
                    <a:lnTo>
                      <a:pt x="109" y="435"/>
                    </a:lnTo>
                    <a:lnTo>
                      <a:pt x="109"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 name="Google Shape;83;p4"/>
              <p:cNvSpPr/>
              <p:nvPr/>
            </p:nvSpPr>
            <p:spPr>
              <a:xfrm>
                <a:off x="2316262" y="2686552"/>
                <a:ext cx="13958" cy="55705"/>
              </a:xfrm>
              <a:custGeom>
                <a:avLst/>
                <a:gdLst/>
                <a:ahLst/>
                <a:cxnLst/>
                <a:rect l="l" t="t" r="r" b="b"/>
                <a:pathLst>
                  <a:path w="109" h="435" extrusionOk="0">
                    <a:moveTo>
                      <a:pt x="1" y="0"/>
                    </a:moveTo>
                    <a:lnTo>
                      <a:pt x="1" y="435"/>
                    </a:lnTo>
                    <a:lnTo>
                      <a:pt x="109" y="435"/>
                    </a:lnTo>
                    <a:lnTo>
                      <a:pt x="109"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 name="Google Shape;84;p4"/>
              <p:cNvSpPr/>
              <p:nvPr/>
            </p:nvSpPr>
            <p:spPr>
              <a:xfrm>
                <a:off x="2316262" y="2798218"/>
                <a:ext cx="13958" cy="55833"/>
              </a:xfrm>
              <a:custGeom>
                <a:avLst/>
                <a:gdLst/>
                <a:ahLst/>
                <a:cxnLst/>
                <a:rect l="l" t="t" r="r" b="b"/>
                <a:pathLst>
                  <a:path w="109" h="436" extrusionOk="0">
                    <a:moveTo>
                      <a:pt x="1" y="1"/>
                    </a:moveTo>
                    <a:lnTo>
                      <a:pt x="1" y="436"/>
                    </a:lnTo>
                    <a:lnTo>
                      <a:pt x="109" y="436"/>
                    </a:lnTo>
                    <a:lnTo>
                      <a:pt x="109"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 name="Google Shape;85;p4"/>
              <p:cNvSpPr/>
              <p:nvPr/>
            </p:nvSpPr>
            <p:spPr>
              <a:xfrm>
                <a:off x="2012894" y="2072389"/>
                <a:ext cx="57370" cy="17800"/>
              </a:xfrm>
              <a:custGeom>
                <a:avLst/>
                <a:gdLst/>
                <a:ahLst/>
                <a:cxnLst/>
                <a:rect l="l" t="t" r="r" b="b"/>
                <a:pathLst>
                  <a:path w="448" h="139" extrusionOk="0">
                    <a:moveTo>
                      <a:pt x="0" y="1"/>
                    </a:moveTo>
                    <a:lnTo>
                      <a:pt x="0" y="112"/>
                    </a:lnTo>
                    <a:lnTo>
                      <a:pt x="95" y="112"/>
                    </a:lnTo>
                    <a:cubicBezTo>
                      <a:pt x="203" y="112"/>
                      <a:pt x="327" y="125"/>
                      <a:pt x="435" y="138"/>
                    </a:cubicBezTo>
                    <a:lnTo>
                      <a:pt x="448" y="30"/>
                    </a:lnTo>
                    <a:cubicBezTo>
                      <a:pt x="327" y="14"/>
                      <a:pt x="216" y="1"/>
                      <a:pt x="95"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 name="Google Shape;86;p4"/>
              <p:cNvSpPr/>
              <p:nvPr/>
            </p:nvSpPr>
            <p:spPr>
              <a:xfrm>
                <a:off x="2314597" y="2346176"/>
                <a:ext cx="15623" cy="57882"/>
              </a:xfrm>
              <a:custGeom>
                <a:avLst/>
                <a:gdLst/>
                <a:ahLst/>
                <a:cxnLst/>
                <a:rect l="l" t="t" r="r" b="b"/>
                <a:pathLst>
                  <a:path w="122" h="452" extrusionOk="0">
                    <a:moveTo>
                      <a:pt x="109" y="1"/>
                    </a:moveTo>
                    <a:lnTo>
                      <a:pt x="1" y="17"/>
                    </a:lnTo>
                    <a:cubicBezTo>
                      <a:pt x="14" y="99"/>
                      <a:pt x="14" y="180"/>
                      <a:pt x="14" y="262"/>
                    </a:cubicBezTo>
                    <a:lnTo>
                      <a:pt x="14" y="452"/>
                    </a:lnTo>
                    <a:lnTo>
                      <a:pt x="122" y="452"/>
                    </a:lnTo>
                    <a:lnTo>
                      <a:pt x="122" y="262"/>
                    </a:lnTo>
                    <a:cubicBezTo>
                      <a:pt x="122" y="180"/>
                      <a:pt x="122" y="99"/>
                      <a:pt x="109"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 name="Google Shape;87;p4"/>
              <p:cNvSpPr/>
              <p:nvPr/>
            </p:nvSpPr>
            <p:spPr>
              <a:xfrm>
                <a:off x="2283223" y="2238223"/>
                <a:ext cx="34832" cy="55833"/>
              </a:xfrm>
              <a:custGeom>
                <a:avLst/>
                <a:gdLst/>
                <a:ahLst/>
                <a:cxnLst/>
                <a:rect l="l" t="t" r="r" b="b"/>
                <a:pathLst>
                  <a:path w="272" h="436" extrusionOk="0">
                    <a:moveTo>
                      <a:pt x="108" y="0"/>
                    </a:moveTo>
                    <a:lnTo>
                      <a:pt x="1" y="43"/>
                    </a:lnTo>
                    <a:cubicBezTo>
                      <a:pt x="66" y="177"/>
                      <a:pt x="122" y="301"/>
                      <a:pt x="164" y="435"/>
                    </a:cubicBezTo>
                    <a:lnTo>
                      <a:pt x="272" y="409"/>
                    </a:lnTo>
                    <a:cubicBezTo>
                      <a:pt x="229" y="272"/>
                      <a:pt x="177" y="125"/>
                      <a:pt x="108"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 name="Google Shape;88;p4"/>
              <p:cNvSpPr/>
              <p:nvPr/>
            </p:nvSpPr>
            <p:spPr>
              <a:xfrm>
                <a:off x="2216633" y="2147430"/>
                <a:ext cx="49174" cy="50711"/>
              </a:xfrm>
              <a:custGeom>
                <a:avLst/>
                <a:gdLst/>
                <a:ahLst/>
                <a:cxnLst/>
                <a:rect l="l" t="t" r="r" b="b"/>
                <a:pathLst>
                  <a:path w="384" h="396" extrusionOk="0">
                    <a:moveTo>
                      <a:pt x="70" y="0"/>
                    </a:moveTo>
                    <a:lnTo>
                      <a:pt x="1" y="82"/>
                    </a:lnTo>
                    <a:cubicBezTo>
                      <a:pt x="96" y="180"/>
                      <a:pt x="207" y="288"/>
                      <a:pt x="289" y="396"/>
                    </a:cubicBezTo>
                    <a:lnTo>
                      <a:pt x="383" y="327"/>
                    </a:lnTo>
                    <a:cubicBezTo>
                      <a:pt x="289" y="206"/>
                      <a:pt x="177" y="98"/>
                      <a:pt x="70"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 name="Google Shape;89;p4"/>
              <p:cNvSpPr/>
              <p:nvPr/>
            </p:nvSpPr>
            <p:spPr>
              <a:xfrm>
                <a:off x="2120846" y="2090061"/>
                <a:ext cx="57882" cy="36496"/>
              </a:xfrm>
              <a:custGeom>
                <a:avLst/>
                <a:gdLst/>
                <a:ahLst/>
                <a:cxnLst/>
                <a:rect l="l" t="t" r="r" b="b"/>
                <a:pathLst>
                  <a:path w="452" h="285" extrusionOk="0">
                    <a:moveTo>
                      <a:pt x="43" y="0"/>
                    </a:moveTo>
                    <a:lnTo>
                      <a:pt x="0" y="108"/>
                    </a:lnTo>
                    <a:cubicBezTo>
                      <a:pt x="138" y="151"/>
                      <a:pt x="272" y="219"/>
                      <a:pt x="396" y="285"/>
                    </a:cubicBezTo>
                    <a:lnTo>
                      <a:pt x="451" y="190"/>
                    </a:lnTo>
                    <a:cubicBezTo>
                      <a:pt x="314" y="108"/>
                      <a:pt x="177" y="56"/>
                      <a:pt x="43"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 name="Google Shape;90;p4"/>
              <p:cNvSpPr/>
              <p:nvPr/>
            </p:nvSpPr>
            <p:spPr>
              <a:xfrm>
                <a:off x="2316262" y="2911293"/>
                <a:ext cx="13958" cy="56217"/>
              </a:xfrm>
              <a:custGeom>
                <a:avLst/>
                <a:gdLst/>
                <a:ahLst/>
                <a:cxnLst/>
                <a:rect l="l" t="t" r="r" b="b"/>
                <a:pathLst>
                  <a:path w="109" h="439" extrusionOk="0">
                    <a:moveTo>
                      <a:pt x="1" y="0"/>
                    </a:moveTo>
                    <a:lnTo>
                      <a:pt x="1" y="438"/>
                    </a:lnTo>
                    <a:lnTo>
                      <a:pt x="109" y="438"/>
                    </a:lnTo>
                    <a:lnTo>
                      <a:pt x="109"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 name="Google Shape;91;p4"/>
              <p:cNvSpPr/>
              <p:nvPr/>
            </p:nvSpPr>
            <p:spPr>
              <a:xfrm>
                <a:off x="1718105" y="4003368"/>
                <a:ext cx="15623" cy="55705"/>
              </a:xfrm>
              <a:custGeom>
                <a:avLst/>
                <a:gdLst/>
                <a:ahLst/>
                <a:cxnLst/>
                <a:rect l="l" t="t" r="r" b="b"/>
                <a:pathLst>
                  <a:path w="122" h="435" extrusionOk="0">
                    <a:moveTo>
                      <a:pt x="1" y="0"/>
                    </a:moveTo>
                    <a:lnTo>
                      <a:pt x="1" y="435"/>
                    </a:lnTo>
                    <a:lnTo>
                      <a:pt x="122" y="435"/>
                    </a:lnTo>
                    <a:lnTo>
                      <a:pt x="122"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 name="Google Shape;92;p4"/>
              <p:cNvSpPr/>
              <p:nvPr/>
            </p:nvSpPr>
            <p:spPr>
              <a:xfrm>
                <a:off x="1718105" y="4114650"/>
                <a:ext cx="15623" cy="57882"/>
              </a:xfrm>
              <a:custGeom>
                <a:avLst/>
                <a:gdLst/>
                <a:ahLst/>
                <a:cxnLst/>
                <a:rect l="l" t="t" r="r" b="b"/>
                <a:pathLst>
                  <a:path w="122" h="452" extrusionOk="0">
                    <a:moveTo>
                      <a:pt x="1" y="1"/>
                    </a:moveTo>
                    <a:lnTo>
                      <a:pt x="1" y="452"/>
                    </a:lnTo>
                    <a:lnTo>
                      <a:pt x="122" y="452"/>
                    </a:lnTo>
                    <a:lnTo>
                      <a:pt x="122"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 name="Google Shape;93;p4"/>
              <p:cNvSpPr/>
              <p:nvPr/>
            </p:nvSpPr>
            <p:spPr>
              <a:xfrm>
                <a:off x="1718105" y="3889909"/>
                <a:ext cx="15623" cy="57498"/>
              </a:xfrm>
              <a:custGeom>
                <a:avLst/>
                <a:gdLst/>
                <a:ahLst/>
                <a:cxnLst/>
                <a:rect l="l" t="t" r="r" b="b"/>
                <a:pathLst>
                  <a:path w="122" h="449" extrusionOk="0">
                    <a:moveTo>
                      <a:pt x="1" y="0"/>
                    </a:moveTo>
                    <a:lnTo>
                      <a:pt x="1" y="14"/>
                    </a:lnTo>
                    <a:lnTo>
                      <a:pt x="1" y="177"/>
                    </a:lnTo>
                    <a:lnTo>
                      <a:pt x="1" y="448"/>
                    </a:lnTo>
                    <a:lnTo>
                      <a:pt x="122" y="448"/>
                    </a:lnTo>
                    <a:lnTo>
                      <a:pt x="122"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 name="Google Shape;94;p4"/>
              <p:cNvSpPr/>
              <p:nvPr/>
            </p:nvSpPr>
            <p:spPr>
              <a:xfrm>
                <a:off x="1718105" y="4228109"/>
                <a:ext cx="15623" cy="56217"/>
              </a:xfrm>
              <a:custGeom>
                <a:avLst/>
                <a:gdLst/>
                <a:ahLst/>
                <a:cxnLst/>
                <a:rect l="l" t="t" r="r" b="b"/>
                <a:pathLst>
                  <a:path w="122" h="439" extrusionOk="0">
                    <a:moveTo>
                      <a:pt x="1" y="0"/>
                    </a:moveTo>
                    <a:lnTo>
                      <a:pt x="1" y="438"/>
                    </a:lnTo>
                    <a:lnTo>
                      <a:pt x="122" y="438"/>
                    </a:lnTo>
                    <a:lnTo>
                      <a:pt x="122"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 name="Google Shape;95;p4"/>
              <p:cNvSpPr/>
              <p:nvPr/>
            </p:nvSpPr>
            <p:spPr>
              <a:xfrm>
                <a:off x="1718105" y="4341568"/>
                <a:ext cx="15623" cy="55833"/>
              </a:xfrm>
              <a:custGeom>
                <a:avLst/>
                <a:gdLst/>
                <a:ahLst/>
                <a:cxnLst/>
                <a:rect l="l" t="t" r="r" b="b"/>
                <a:pathLst>
                  <a:path w="122" h="436" extrusionOk="0">
                    <a:moveTo>
                      <a:pt x="1" y="0"/>
                    </a:moveTo>
                    <a:lnTo>
                      <a:pt x="1" y="435"/>
                    </a:lnTo>
                    <a:lnTo>
                      <a:pt x="122" y="435"/>
                    </a:lnTo>
                    <a:lnTo>
                      <a:pt x="122"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 name="Google Shape;96;p4"/>
              <p:cNvSpPr/>
              <p:nvPr/>
            </p:nvSpPr>
            <p:spPr>
              <a:xfrm>
                <a:off x="1718105" y="4453362"/>
                <a:ext cx="15623" cy="55705"/>
              </a:xfrm>
              <a:custGeom>
                <a:avLst/>
                <a:gdLst/>
                <a:ahLst/>
                <a:cxnLst/>
                <a:rect l="l" t="t" r="r" b="b"/>
                <a:pathLst>
                  <a:path w="122" h="435" extrusionOk="0">
                    <a:moveTo>
                      <a:pt x="1" y="0"/>
                    </a:moveTo>
                    <a:lnTo>
                      <a:pt x="1" y="435"/>
                    </a:lnTo>
                    <a:lnTo>
                      <a:pt x="122" y="435"/>
                    </a:lnTo>
                    <a:lnTo>
                      <a:pt x="122"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 name="Google Shape;97;p4"/>
              <p:cNvSpPr/>
              <p:nvPr/>
            </p:nvSpPr>
            <p:spPr>
              <a:xfrm>
                <a:off x="1718105" y="4678103"/>
                <a:ext cx="15623" cy="59547"/>
              </a:xfrm>
              <a:custGeom>
                <a:avLst/>
                <a:gdLst/>
                <a:ahLst/>
                <a:cxnLst/>
                <a:rect l="l" t="t" r="r" b="b"/>
                <a:pathLst>
                  <a:path w="122" h="465" extrusionOk="0">
                    <a:moveTo>
                      <a:pt x="1" y="0"/>
                    </a:moveTo>
                    <a:lnTo>
                      <a:pt x="1" y="30"/>
                    </a:lnTo>
                    <a:lnTo>
                      <a:pt x="1" y="451"/>
                    </a:lnTo>
                    <a:lnTo>
                      <a:pt x="1" y="464"/>
                    </a:lnTo>
                    <a:lnTo>
                      <a:pt x="122" y="464"/>
                    </a:lnTo>
                    <a:lnTo>
                      <a:pt x="122" y="451"/>
                    </a:lnTo>
                    <a:lnTo>
                      <a:pt x="122" y="30"/>
                    </a:lnTo>
                    <a:lnTo>
                      <a:pt x="122"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 name="Google Shape;98;p4"/>
              <p:cNvSpPr/>
              <p:nvPr/>
            </p:nvSpPr>
            <p:spPr>
              <a:xfrm>
                <a:off x="1718105" y="4566693"/>
                <a:ext cx="15623" cy="55833"/>
              </a:xfrm>
              <a:custGeom>
                <a:avLst/>
                <a:gdLst/>
                <a:ahLst/>
                <a:cxnLst/>
                <a:rect l="l" t="t" r="r" b="b"/>
                <a:pathLst>
                  <a:path w="122" h="436" extrusionOk="0">
                    <a:moveTo>
                      <a:pt x="1" y="1"/>
                    </a:moveTo>
                    <a:lnTo>
                      <a:pt x="1" y="436"/>
                    </a:lnTo>
                    <a:lnTo>
                      <a:pt x="122" y="436"/>
                    </a:lnTo>
                    <a:lnTo>
                      <a:pt x="122"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99" name="Google Shape;99;p4"/>
          <p:cNvGrpSpPr/>
          <p:nvPr/>
        </p:nvGrpSpPr>
        <p:grpSpPr>
          <a:xfrm flipH="1">
            <a:off x="7212993" y="4513162"/>
            <a:ext cx="514249" cy="630515"/>
            <a:chOff x="1551613" y="4513162"/>
            <a:chExt cx="514249" cy="630515"/>
          </a:xfrm>
        </p:grpSpPr>
        <p:grpSp>
          <p:nvGrpSpPr>
            <p:cNvPr id="100" name="Google Shape;100;p4"/>
            <p:cNvGrpSpPr/>
            <p:nvPr/>
          </p:nvGrpSpPr>
          <p:grpSpPr>
            <a:xfrm>
              <a:off x="1551613" y="4513162"/>
              <a:ext cx="347653" cy="630515"/>
              <a:chOff x="3816307" y="2352225"/>
              <a:chExt cx="1213027" cy="2199981"/>
            </a:xfrm>
          </p:grpSpPr>
          <p:sp>
            <p:nvSpPr>
              <p:cNvPr id="101" name="Google Shape;101;p4"/>
              <p:cNvSpPr/>
              <p:nvPr/>
            </p:nvSpPr>
            <p:spPr>
              <a:xfrm>
                <a:off x="3816307" y="2353110"/>
                <a:ext cx="1213027" cy="1210194"/>
              </a:xfrm>
              <a:custGeom>
                <a:avLst/>
                <a:gdLst/>
                <a:ahLst/>
                <a:cxnLst/>
                <a:rect l="l" t="t" r="r" b="b"/>
                <a:pathLst>
                  <a:path w="6852" h="6836" extrusionOk="0">
                    <a:moveTo>
                      <a:pt x="3422" y="1"/>
                    </a:moveTo>
                    <a:cubicBezTo>
                      <a:pt x="1540" y="1"/>
                      <a:pt x="14" y="1519"/>
                      <a:pt x="1" y="3404"/>
                    </a:cubicBezTo>
                    <a:cubicBezTo>
                      <a:pt x="1" y="5299"/>
                      <a:pt x="1524" y="6836"/>
                      <a:pt x="3420" y="6836"/>
                    </a:cubicBezTo>
                    <a:cubicBezTo>
                      <a:pt x="3430" y="6836"/>
                      <a:pt x="3440" y="6836"/>
                      <a:pt x="3450" y="6836"/>
                    </a:cubicBezTo>
                    <a:cubicBezTo>
                      <a:pt x="5316" y="6836"/>
                      <a:pt x="6836" y="5315"/>
                      <a:pt x="6852" y="3433"/>
                    </a:cubicBezTo>
                    <a:cubicBezTo>
                      <a:pt x="6852" y="1540"/>
                      <a:pt x="5326" y="1"/>
                      <a:pt x="3446" y="1"/>
                    </a:cubicBezTo>
                    <a:cubicBezTo>
                      <a:pt x="3438" y="1"/>
                      <a:pt x="3430" y="1"/>
                      <a:pt x="342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 name="Google Shape;102;p4"/>
              <p:cNvSpPr/>
              <p:nvPr/>
            </p:nvSpPr>
            <p:spPr>
              <a:xfrm>
                <a:off x="4199402" y="2832867"/>
                <a:ext cx="361854" cy="1719340"/>
              </a:xfrm>
              <a:custGeom>
                <a:avLst/>
                <a:gdLst/>
                <a:ahLst/>
                <a:cxnLst/>
                <a:rect l="l" t="t" r="r" b="b"/>
                <a:pathLst>
                  <a:path w="2044" h="9712" extrusionOk="0">
                    <a:moveTo>
                      <a:pt x="1187" y="1"/>
                    </a:moveTo>
                    <a:lnTo>
                      <a:pt x="929" y="3420"/>
                    </a:lnTo>
                    <a:lnTo>
                      <a:pt x="14" y="2262"/>
                    </a:lnTo>
                    <a:lnTo>
                      <a:pt x="1" y="2276"/>
                    </a:lnTo>
                    <a:lnTo>
                      <a:pt x="900" y="3815"/>
                    </a:lnTo>
                    <a:lnTo>
                      <a:pt x="736" y="9712"/>
                    </a:lnTo>
                    <a:lnTo>
                      <a:pt x="1635" y="9712"/>
                    </a:lnTo>
                    <a:lnTo>
                      <a:pt x="1364" y="1854"/>
                    </a:lnTo>
                    <a:lnTo>
                      <a:pt x="2044" y="1020"/>
                    </a:lnTo>
                    <a:lnTo>
                      <a:pt x="2031" y="1007"/>
                    </a:lnTo>
                    <a:lnTo>
                      <a:pt x="1351" y="1648"/>
                    </a:lnTo>
                    <a:lnTo>
                      <a:pt x="1240" y="14"/>
                    </a:lnTo>
                    <a:lnTo>
                      <a:pt x="118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 name="Google Shape;103;p4"/>
              <p:cNvSpPr/>
              <p:nvPr/>
            </p:nvSpPr>
            <p:spPr>
              <a:xfrm>
                <a:off x="4331999" y="2352225"/>
                <a:ext cx="697331" cy="1211079"/>
              </a:xfrm>
              <a:custGeom>
                <a:avLst/>
                <a:gdLst/>
                <a:ahLst/>
                <a:cxnLst/>
                <a:rect l="l" t="t" r="r" b="b"/>
                <a:pathLst>
                  <a:path w="3939" h="6841" extrusionOk="0">
                    <a:moveTo>
                      <a:pt x="383" y="1"/>
                    </a:moveTo>
                    <a:cubicBezTo>
                      <a:pt x="248" y="1"/>
                      <a:pt x="120" y="13"/>
                      <a:pt x="0" y="32"/>
                    </a:cubicBezTo>
                    <a:cubicBezTo>
                      <a:pt x="1651" y="290"/>
                      <a:pt x="2903" y="1722"/>
                      <a:pt x="2903" y="3438"/>
                    </a:cubicBezTo>
                    <a:cubicBezTo>
                      <a:pt x="2890" y="5141"/>
                      <a:pt x="1635" y="6556"/>
                      <a:pt x="0" y="6801"/>
                    </a:cubicBezTo>
                    <a:cubicBezTo>
                      <a:pt x="164" y="6828"/>
                      <a:pt x="327" y="6841"/>
                      <a:pt x="507" y="6841"/>
                    </a:cubicBezTo>
                    <a:cubicBezTo>
                      <a:pt x="517" y="6841"/>
                      <a:pt x="527" y="6841"/>
                      <a:pt x="537" y="6841"/>
                    </a:cubicBezTo>
                    <a:cubicBezTo>
                      <a:pt x="2403" y="6841"/>
                      <a:pt x="3923" y="5320"/>
                      <a:pt x="3939" y="3438"/>
                    </a:cubicBezTo>
                    <a:cubicBezTo>
                      <a:pt x="3939" y="1545"/>
                      <a:pt x="2413" y="6"/>
                      <a:pt x="533" y="6"/>
                    </a:cubicBezTo>
                    <a:cubicBezTo>
                      <a:pt x="482" y="2"/>
                      <a:pt x="432" y="1"/>
                      <a:pt x="383" y="1"/>
                    </a:cubicBezTo>
                    <a:close/>
                  </a:path>
                </a:pathLst>
              </a:custGeom>
              <a:solidFill>
                <a:srgbClr val="473A50">
                  <a:alpha val="434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4" name="Google Shape;104;p4"/>
            <p:cNvGrpSpPr/>
            <p:nvPr/>
          </p:nvGrpSpPr>
          <p:grpSpPr>
            <a:xfrm>
              <a:off x="1899071" y="4839761"/>
              <a:ext cx="166791" cy="302717"/>
              <a:chOff x="3816307" y="2352225"/>
              <a:chExt cx="1213027" cy="2199981"/>
            </a:xfrm>
          </p:grpSpPr>
          <p:sp>
            <p:nvSpPr>
              <p:cNvPr id="105" name="Google Shape;105;p4"/>
              <p:cNvSpPr/>
              <p:nvPr/>
            </p:nvSpPr>
            <p:spPr>
              <a:xfrm>
                <a:off x="3816307" y="2353110"/>
                <a:ext cx="1213027" cy="1210194"/>
              </a:xfrm>
              <a:custGeom>
                <a:avLst/>
                <a:gdLst/>
                <a:ahLst/>
                <a:cxnLst/>
                <a:rect l="l" t="t" r="r" b="b"/>
                <a:pathLst>
                  <a:path w="6852" h="6836" extrusionOk="0">
                    <a:moveTo>
                      <a:pt x="3422" y="1"/>
                    </a:moveTo>
                    <a:cubicBezTo>
                      <a:pt x="1540" y="1"/>
                      <a:pt x="14" y="1519"/>
                      <a:pt x="1" y="3404"/>
                    </a:cubicBezTo>
                    <a:cubicBezTo>
                      <a:pt x="1" y="5299"/>
                      <a:pt x="1524" y="6836"/>
                      <a:pt x="3420" y="6836"/>
                    </a:cubicBezTo>
                    <a:cubicBezTo>
                      <a:pt x="3430" y="6836"/>
                      <a:pt x="3440" y="6836"/>
                      <a:pt x="3450" y="6836"/>
                    </a:cubicBezTo>
                    <a:cubicBezTo>
                      <a:pt x="5316" y="6836"/>
                      <a:pt x="6836" y="5315"/>
                      <a:pt x="6852" y="3433"/>
                    </a:cubicBezTo>
                    <a:cubicBezTo>
                      <a:pt x="6852" y="1540"/>
                      <a:pt x="5326" y="1"/>
                      <a:pt x="3446" y="1"/>
                    </a:cubicBezTo>
                    <a:cubicBezTo>
                      <a:pt x="3438" y="1"/>
                      <a:pt x="3430" y="1"/>
                      <a:pt x="342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 name="Google Shape;106;p4"/>
              <p:cNvSpPr/>
              <p:nvPr/>
            </p:nvSpPr>
            <p:spPr>
              <a:xfrm>
                <a:off x="4199402" y="2832867"/>
                <a:ext cx="361854" cy="1719340"/>
              </a:xfrm>
              <a:custGeom>
                <a:avLst/>
                <a:gdLst/>
                <a:ahLst/>
                <a:cxnLst/>
                <a:rect l="l" t="t" r="r" b="b"/>
                <a:pathLst>
                  <a:path w="2044" h="9712" extrusionOk="0">
                    <a:moveTo>
                      <a:pt x="1187" y="1"/>
                    </a:moveTo>
                    <a:lnTo>
                      <a:pt x="929" y="3420"/>
                    </a:lnTo>
                    <a:lnTo>
                      <a:pt x="14" y="2262"/>
                    </a:lnTo>
                    <a:lnTo>
                      <a:pt x="1" y="2276"/>
                    </a:lnTo>
                    <a:lnTo>
                      <a:pt x="900" y="3815"/>
                    </a:lnTo>
                    <a:lnTo>
                      <a:pt x="736" y="9712"/>
                    </a:lnTo>
                    <a:lnTo>
                      <a:pt x="1635" y="9712"/>
                    </a:lnTo>
                    <a:lnTo>
                      <a:pt x="1364" y="1854"/>
                    </a:lnTo>
                    <a:lnTo>
                      <a:pt x="2044" y="1020"/>
                    </a:lnTo>
                    <a:lnTo>
                      <a:pt x="2031" y="1007"/>
                    </a:lnTo>
                    <a:lnTo>
                      <a:pt x="1351" y="1648"/>
                    </a:lnTo>
                    <a:lnTo>
                      <a:pt x="1240" y="14"/>
                    </a:lnTo>
                    <a:lnTo>
                      <a:pt x="118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 name="Google Shape;107;p4"/>
              <p:cNvSpPr/>
              <p:nvPr/>
            </p:nvSpPr>
            <p:spPr>
              <a:xfrm>
                <a:off x="4331999" y="2352225"/>
                <a:ext cx="697331" cy="1211079"/>
              </a:xfrm>
              <a:custGeom>
                <a:avLst/>
                <a:gdLst/>
                <a:ahLst/>
                <a:cxnLst/>
                <a:rect l="l" t="t" r="r" b="b"/>
                <a:pathLst>
                  <a:path w="3939" h="6841" extrusionOk="0">
                    <a:moveTo>
                      <a:pt x="383" y="1"/>
                    </a:moveTo>
                    <a:cubicBezTo>
                      <a:pt x="248" y="1"/>
                      <a:pt x="120" y="13"/>
                      <a:pt x="0" y="32"/>
                    </a:cubicBezTo>
                    <a:cubicBezTo>
                      <a:pt x="1651" y="290"/>
                      <a:pt x="2903" y="1722"/>
                      <a:pt x="2903" y="3438"/>
                    </a:cubicBezTo>
                    <a:cubicBezTo>
                      <a:pt x="2890" y="5141"/>
                      <a:pt x="1635" y="6556"/>
                      <a:pt x="0" y="6801"/>
                    </a:cubicBezTo>
                    <a:cubicBezTo>
                      <a:pt x="164" y="6828"/>
                      <a:pt x="327" y="6841"/>
                      <a:pt x="507" y="6841"/>
                    </a:cubicBezTo>
                    <a:cubicBezTo>
                      <a:pt x="517" y="6841"/>
                      <a:pt x="527" y="6841"/>
                      <a:pt x="537" y="6841"/>
                    </a:cubicBezTo>
                    <a:cubicBezTo>
                      <a:pt x="2403" y="6841"/>
                      <a:pt x="3923" y="5320"/>
                      <a:pt x="3939" y="3438"/>
                    </a:cubicBezTo>
                    <a:cubicBezTo>
                      <a:pt x="3939" y="1545"/>
                      <a:pt x="2413" y="6"/>
                      <a:pt x="533" y="6"/>
                    </a:cubicBezTo>
                    <a:cubicBezTo>
                      <a:pt x="482" y="2"/>
                      <a:pt x="432" y="1"/>
                      <a:pt x="383" y="1"/>
                    </a:cubicBezTo>
                    <a:close/>
                  </a:path>
                </a:pathLst>
              </a:custGeom>
              <a:solidFill>
                <a:srgbClr val="473A50">
                  <a:alpha val="434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08" name="Google Shape;108;p4"/>
          <p:cNvGrpSpPr/>
          <p:nvPr/>
        </p:nvGrpSpPr>
        <p:grpSpPr>
          <a:xfrm>
            <a:off x="-1359250" y="-766400"/>
            <a:ext cx="2079250" cy="1802500"/>
            <a:chOff x="349725" y="59275"/>
            <a:chExt cx="2079250" cy="1802500"/>
          </a:xfrm>
        </p:grpSpPr>
        <p:sp>
          <p:nvSpPr>
            <p:cNvPr id="109" name="Google Shape;109;p4"/>
            <p:cNvSpPr/>
            <p:nvPr/>
          </p:nvSpPr>
          <p:spPr>
            <a:xfrm>
              <a:off x="349725" y="59275"/>
              <a:ext cx="2079250" cy="1802500"/>
            </a:xfrm>
            <a:custGeom>
              <a:avLst/>
              <a:gdLst/>
              <a:ahLst/>
              <a:cxnLst/>
              <a:rect l="l" t="t" r="r" b="b"/>
              <a:pathLst>
                <a:path w="83170" h="72100" extrusionOk="0">
                  <a:moveTo>
                    <a:pt x="66287" y="0"/>
                  </a:moveTo>
                  <a:lnTo>
                    <a:pt x="66287" y="48908"/>
                  </a:lnTo>
                  <a:lnTo>
                    <a:pt x="66211" y="49080"/>
                  </a:lnTo>
                  <a:lnTo>
                    <a:pt x="66287" y="49386"/>
                  </a:lnTo>
                  <a:cubicBezTo>
                    <a:pt x="66287" y="50265"/>
                    <a:pt x="66058" y="52579"/>
                    <a:pt x="64777" y="53860"/>
                  </a:cubicBezTo>
                  <a:cubicBezTo>
                    <a:pt x="63898" y="54739"/>
                    <a:pt x="62311" y="55217"/>
                    <a:pt x="59997" y="55217"/>
                  </a:cubicBezTo>
                  <a:lnTo>
                    <a:pt x="0" y="55217"/>
                  </a:lnTo>
                  <a:lnTo>
                    <a:pt x="0" y="72100"/>
                  </a:lnTo>
                  <a:lnTo>
                    <a:pt x="59997" y="72100"/>
                  </a:lnTo>
                  <a:cubicBezTo>
                    <a:pt x="68926" y="72100"/>
                    <a:pt x="74260" y="68429"/>
                    <a:pt x="77128" y="65331"/>
                  </a:cubicBezTo>
                  <a:cubicBezTo>
                    <a:pt x="83093" y="59041"/>
                    <a:pt x="83170" y="50743"/>
                    <a:pt x="83170" y="48755"/>
                  </a:cubicBezTo>
                  <a:lnTo>
                    <a:pt x="83170" y="0"/>
                  </a:lnTo>
                  <a:close/>
                </a:path>
              </a:pathLst>
            </a:custGeom>
            <a:solidFill>
              <a:schemeClr val="accent5"/>
            </a:solidFill>
            <a:ln>
              <a:noFill/>
            </a:ln>
            <a:effectLst>
              <a:outerShdw dist="57150" dir="21540000" algn="bl" rotWithShape="0">
                <a:schemeClr val="dk1">
                  <a:alpha val="35000"/>
                </a:scheme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endParaRPr/>
            </a:p>
          </p:txBody>
        </p:sp>
        <p:sp>
          <p:nvSpPr>
            <p:cNvPr id="110" name="Google Shape;110;p4"/>
            <p:cNvSpPr/>
            <p:nvPr/>
          </p:nvSpPr>
          <p:spPr>
            <a:xfrm>
              <a:off x="443400" y="166800"/>
              <a:ext cx="1782450" cy="1503775"/>
            </a:xfrm>
            <a:custGeom>
              <a:avLst/>
              <a:gdLst/>
              <a:ahLst/>
              <a:cxnLst/>
              <a:rect l="l" t="t" r="r" b="b"/>
              <a:pathLst>
                <a:path w="71298" h="60151" extrusionOk="0">
                  <a:moveTo>
                    <a:pt x="70666" y="1"/>
                  </a:moveTo>
                  <a:lnTo>
                    <a:pt x="70666" y="2544"/>
                  </a:lnTo>
                  <a:lnTo>
                    <a:pt x="71297" y="2544"/>
                  </a:lnTo>
                  <a:lnTo>
                    <a:pt x="71297" y="1"/>
                  </a:lnTo>
                  <a:close/>
                  <a:moveTo>
                    <a:pt x="70666" y="5106"/>
                  </a:moveTo>
                  <a:lnTo>
                    <a:pt x="70666" y="7649"/>
                  </a:lnTo>
                  <a:lnTo>
                    <a:pt x="71297" y="7649"/>
                  </a:lnTo>
                  <a:lnTo>
                    <a:pt x="71297" y="5106"/>
                  </a:lnTo>
                  <a:close/>
                  <a:moveTo>
                    <a:pt x="70666" y="10192"/>
                  </a:moveTo>
                  <a:lnTo>
                    <a:pt x="70666" y="12754"/>
                  </a:lnTo>
                  <a:lnTo>
                    <a:pt x="71297" y="12754"/>
                  </a:lnTo>
                  <a:lnTo>
                    <a:pt x="71297" y="10192"/>
                  </a:lnTo>
                  <a:close/>
                  <a:moveTo>
                    <a:pt x="70666" y="15297"/>
                  </a:moveTo>
                  <a:lnTo>
                    <a:pt x="70666" y="17839"/>
                  </a:lnTo>
                  <a:lnTo>
                    <a:pt x="71297" y="17839"/>
                  </a:lnTo>
                  <a:lnTo>
                    <a:pt x="71297" y="15297"/>
                  </a:lnTo>
                  <a:close/>
                  <a:moveTo>
                    <a:pt x="70666" y="20401"/>
                  </a:moveTo>
                  <a:lnTo>
                    <a:pt x="70666" y="22944"/>
                  </a:lnTo>
                  <a:lnTo>
                    <a:pt x="71297" y="22944"/>
                  </a:lnTo>
                  <a:lnTo>
                    <a:pt x="71297" y="20401"/>
                  </a:lnTo>
                  <a:close/>
                  <a:moveTo>
                    <a:pt x="70666" y="25487"/>
                  </a:moveTo>
                  <a:lnTo>
                    <a:pt x="70666" y="28049"/>
                  </a:lnTo>
                  <a:lnTo>
                    <a:pt x="71297" y="28049"/>
                  </a:lnTo>
                  <a:lnTo>
                    <a:pt x="71297" y="25487"/>
                  </a:lnTo>
                  <a:close/>
                  <a:moveTo>
                    <a:pt x="70666" y="30592"/>
                  </a:moveTo>
                  <a:lnTo>
                    <a:pt x="70666" y="33135"/>
                  </a:lnTo>
                  <a:lnTo>
                    <a:pt x="71297" y="33135"/>
                  </a:lnTo>
                  <a:lnTo>
                    <a:pt x="71297" y="30592"/>
                  </a:lnTo>
                  <a:close/>
                  <a:moveTo>
                    <a:pt x="70666" y="35697"/>
                  </a:moveTo>
                  <a:lnTo>
                    <a:pt x="70666" y="38240"/>
                  </a:lnTo>
                  <a:lnTo>
                    <a:pt x="71297" y="38240"/>
                  </a:lnTo>
                  <a:lnTo>
                    <a:pt x="71297" y="35697"/>
                  </a:lnTo>
                  <a:close/>
                  <a:moveTo>
                    <a:pt x="70666" y="40783"/>
                  </a:moveTo>
                  <a:lnTo>
                    <a:pt x="70666" y="43345"/>
                  </a:lnTo>
                  <a:lnTo>
                    <a:pt x="71297" y="43345"/>
                  </a:lnTo>
                  <a:lnTo>
                    <a:pt x="71297" y="40783"/>
                  </a:lnTo>
                  <a:close/>
                  <a:moveTo>
                    <a:pt x="70666" y="45888"/>
                  </a:moveTo>
                  <a:cubicBezTo>
                    <a:pt x="70590" y="46442"/>
                    <a:pt x="70590" y="47322"/>
                    <a:pt x="70341" y="48354"/>
                  </a:cubicBezTo>
                  <a:lnTo>
                    <a:pt x="70991" y="48526"/>
                  </a:lnTo>
                  <a:cubicBezTo>
                    <a:pt x="71221" y="47398"/>
                    <a:pt x="71221" y="46519"/>
                    <a:pt x="71297" y="45888"/>
                  </a:cubicBezTo>
                  <a:close/>
                  <a:moveTo>
                    <a:pt x="69787" y="50821"/>
                  </a:moveTo>
                  <a:cubicBezTo>
                    <a:pt x="69481" y="51624"/>
                    <a:pt x="69156" y="52427"/>
                    <a:pt x="68754" y="53058"/>
                  </a:cubicBezTo>
                  <a:lnTo>
                    <a:pt x="69309" y="53383"/>
                  </a:lnTo>
                  <a:cubicBezTo>
                    <a:pt x="69710" y="52656"/>
                    <a:pt x="70112" y="51872"/>
                    <a:pt x="70341" y="50993"/>
                  </a:cubicBezTo>
                  <a:lnTo>
                    <a:pt x="69787" y="50821"/>
                  </a:lnTo>
                  <a:close/>
                  <a:moveTo>
                    <a:pt x="67397" y="55122"/>
                  </a:moveTo>
                  <a:cubicBezTo>
                    <a:pt x="66842" y="55773"/>
                    <a:pt x="66211" y="56327"/>
                    <a:pt x="65561" y="56805"/>
                  </a:cubicBezTo>
                  <a:lnTo>
                    <a:pt x="65963" y="57359"/>
                  </a:lnTo>
                  <a:cubicBezTo>
                    <a:pt x="66689" y="56805"/>
                    <a:pt x="67320" y="56251"/>
                    <a:pt x="67875" y="55524"/>
                  </a:cubicBezTo>
                  <a:lnTo>
                    <a:pt x="67397" y="55122"/>
                  </a:lnTo>
                  <a:close/>
                  <a:moveTo>
                    <a:pt x="63420" y="58086"/>
                  </a:moveTo>
                  <a:cubicBezTo>
                    <a:pt x="62693" y="58392"/>
                    <a:pt x="61910" y="58717"/>
                    <a:pt x="61107" y="58946"/>
                  </a:cubicBezTo>
                  <a:lnTo>
                    <a:pt x="61259" y="59520"/>
                  </a:lnTo>
                  <a:cubicBezTo>
                    <a:pt x="62139" y="59348"/>
                    <a:pt x="62942" y="59042"/>
                    <a:pt x="63745" y="58640"/>
                  </a:cubicBezTo>
                  <a:lnTo>
                    <a:pt x="63420" y="58086"/>
                  </a:lnTo>
                  <a:close/>
                  <a:moveTo>
                    <a:pt x="1" y="59520"/>
                  </a:moveTo>
                  <a:lnTo>
                    <a:pt x="1" y="60151"/>
                  </a:lnTo>
                  <a:lnTo>
                    <a:pt x="2563" y="60151"/>
                  </a:lnTo>
                  <a:lnTo>
                    <a:pt x="2563" y="59520"/>
                  </a:lnTo>
                  <a:close/>
                  <a:moveTo>
                    <a:pt x="5106" y="59520"/>
                  </a:moveTo>
                  <a:lnTo>
                    <a:pt x="5106" y="60151"/>
                  </a:lnTo>
                  <a:lnTo>
                    <a:pt x="7648" y="60151"/>
                  </a:lnTo>
                  <a:lnTo>
                    <a:pt x="7648" y="59520"/>
                  </a:lnTo>
                  <a:close/>
                  <a:moveTo>
                    <a:pt x="10210" y="59520"/>
                  </a:moveTo>
                  <a:lnTo>
                    <a:pt x="10210" y="60151"/>
                  </a:lnTo>
                  <a:lnTo>
                    <a:pt x="12753" y="60151"/>
                  </a:lnTo>
                  <a:lnTo>
                    <a:pt x="12753" y="59520"/>
                  </a:lnTo>
                  <a:close/>
                  <a:moveTo>
                    <a:pt x="15296" y="59520"/>
                  </a:moveTo>
                  <a:lnTo>
                    <a:pt x="15296" y="60151"/>
                  </a:lnTo>
                  <a:lnTo>
                    <a:pt x="17858" y="60151"/>
                  </a:lnTo>
                  <a:lnTo>
                    <a:pt x="17858" y="59520"/>
                  </a:lnTo>
                  <a:close/>
                  <a:moveTo>
                    <a:pt x="20401" y="59520"/>
                  </a:moveTo>
                  <a:lnTo>
                    <a:pt x="20401" y="60151"/>
                  </a:lnTo>
                  <a:lnTo>
                    <a:pt x="22944" y="60151"/>
                  </a:lnTo>
                  <a:lnTo>
                    <a:pt x="22944" y="59520"/>
                  </a:lnTo>
                  <a:close/>
                  <a:moveTo>
                    <a:pt x="25506" y="59520"/>
                  </a:moveTo>
                  <a:lnTo>
                    <a:pt x="25506" y="60151"/>
                  </a:lnTo>
                  <a:lnTo>
                    <a:pt x="28049" y="60151"/>
                  </a:lnTo>
                  <a:lnTo>
                    <a:pt x="28049" y="59520"/>
                  </a:lnTo>
                  <a:close/>
                  <a:moveTo>
                    <a:pt x="30592" y="59520"/>
                  </a:moveTo>
                  <a:lnTo>
                    <a:pt x="30592" y="60151"/>
                  </a:lnTo>
                  <a:lnTo>
                    <a:pt x="33154" y="60151"/>
                  </a:lnTo>
                  <a:lnTo>
                    <a:pt x="33154" y="59520"/>
                  </a:lnTo>
                  <a:close/>
                  <a:moveTo>
                    <a:pt x="35697" y="59520"/>
                  </a:moveTo>
                  <a:lnTo>
                    <a:pt x="35697" y="60151"/>
                  </a:lnTo>
                  <a:lnTo>
                    <a:pt x="38316" y="60151"/>
                  </a:lnTo>
                  <a:lnTo>
                    <a:pt x="38316" y="59520"/>
                  </a:lnTo>
                  <a:close/>
                  <a:moveTo>
                    <a:pt x="40878" y="59520"/>
                  </a:moveTo>
                  <a:lnTo>
                    <a:pt x="40878" y="60151"/>
                  </a:lnTo>
                  <a:lnTo>
                    <a:pt x="43421" y="60151"/>
                  </a:lnTo>
                  <a:lnTo>
                    <a:pt x="43421" y="59520"/>
                  </a:lnTo>
                  <a:close/>
                  <a:moveTo>
                    <a:pt x="45964" y="59520"/>
                  </a:moveTo>
                  <a:lnTo>
                    <a:pt x="45964" y="60151"/>
                  </a:lnTo>
                  <a:lnTo>
                    <a:pt x="48526" y="60151"/>
                  </a:lnTo>
                  <a:lnTo>
                    <a:pt x="48526" y="59520"/>
                  </a:lnTo>
                  <a:close/>
                  <a:moveTo>
                    <a:pt x="51069" y="59520"/>
                  </a:moveTo>
                  <a:lnTo>
                    <a:pt x="51069" y="60151"/>
                  </a:lnTo>
                  <a:lnTo>
                    <a:pt x="53612" y="60151"/>
                  </a:lnTo>
                  <a:lnTo>
                    <a:pt x="53612" y="59520"/>
                  </a:lnTo>
                  <a:close/>
                  <a:moveTo>
                    <a:pt x="58640" y="59348"/>
                  </a:moveTo>
                  <a:cubicBezTo>
                    <a:pt x="57914" y="59424"/>
                    <a:pt x="57130" y="59520"/>
                    <a:pt x="56250" y="59520"/>
                  </a:cubicBezTo>
                  <a:lnTo>
                    <a:pt x="56174" y="59520"/>
                  </a:lnTo>
                  <a:lnTo>
                    <a:pt x="56174" y="60151"/>
                  </a:lnTo>
                  <a:lnTo>
                    <a:pt x="56250" y="60151"/>
                  </a:lnTo>
                  <a:cubicBezTo>
                    <a:pt x="57130" y="60151"/>
                    <a:pt x="57914" y="60074"/>
                    <a:pt x="58717" y="59998"/>
                  </a:cubicBezTo>
                  <a:lnTo>
                    <a:pt x="58640" y="59348"/>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1" name="Google Shape;111;p4"/>
          <p:cNvGrpSpPr/>
          <p:nvPr/>
        </p:nvGrpSpPr>
        <p:grpSpPr>
          <a:xfrm>
            <a:off x="8243439" y="4002345"/>
            <a:ext cx="374657" cy="463150"/>
            <a:chOff x="8243489" y="4050570"/>
            <a:chExt cx="374657" cy="463150"/>
          </a:xfrm>
        </p:grpSpPr>
        <p:sp>
          <p:nvSpPr>
            <p:cNvPr id="112" name="Google Shape;112;p4"/>
            <p:cNvSpPr/>
            <p:nvPr/>
          </p:nvSpPr>
          <p:spPr>
            <a:xfrm>
              <a:off x="8243489" y="4051225"/>
              <a:ext cx="374657" cy="461828"/>
            </a:xfrm>
            <a:custGeom>
              <a:avLst/>
              <a:gdLst/>
              <a:ahLst/>
              <a:cxnLst/>
              <a:rect l="l" t="t" r="r" b="b"/>
              <a:pathLst>
                <a:path w="107815" h="132900" extrusionOk="0">
                  <a:moveTo>
                    <a:pt x="53908" y="30499"/>
                  </a:moveTo>
                  <a:cubicBezTo>
                    <a:pt x="65243" y="30499"/>
                    <a:pt x="74444" y="39725"/>
                    <a:pt x="74444" y="51162"/>
                  </a:cubicBezTo>
                  <a:cubicBezTo>
                    <a:pt x="74444" y="62472"/>
                    <a:pt x="65243" y="71698"/>
                    <a:pt x="53908" y="71698"/>
                  </a:cubicBezTo>
                  <a:cubicBezTo>
                    <a:pt x="42572" y="71698"/>
                    <a:pt x="33372" y="62472"/>
                    <a:pt x="33372" y="51162"/>
                  </a:cubicBezTo>
                  <a:cubicBezTo>
                    <a:pt x="33372" y="39725"/>
                    <a:pt x="42572" y="30499"/>
                    <a:pt x="53908" y="30499"/>
                  </a:cubicBezTo>
                  <a:close/>
                  <a:moveTo>
                    <a:pt x="53908" y="0"/>
                  </a:moveTo>
                  <a:cubicBezTo>
                    <a:pt x="24146" y="0"/>
                    <a:pt x="1" y="24145"/>
                    <a:pt x="1" y="53907"/>
                  </a:cubicBezTo>
                  <a:cubicBezTo>
                    <a:pt x="1" y="72867"/>
                    <a:pt x="9125" y="89489"/>
                    <a:pt x="19800" y="102629"/>
                  </a:cubicBezTo>
                  <a:cubicBezTo>
                    <a:pt x="35176" y="121462"/>
                    <a:pt x="53908" y="132899"/>
                    <a:pt x="53908" y="132899"/>
                  </a:cubicBezTo>
                  <a:cubicBezTo>
                    <a:pt x="53908" y="132899"/>
                    <a:pt x="107815" y="101460"/>
                    <a:pt x="107815" y="53907"/>
                  </a:cubicBezTo>
                  <a:cubicBezTo>
                    <a:pt x="107815" y="49993"/>
                    <a:pt x="107383" y="46282"/>
                    <a:pt x="106646" y="42571"/>
                  </a:cubicBezTo>
                  <a:cubicBezTo>
                    <a:pt x="101461" y="18223"/>
                    <a:pt x="79857" y="0"/>
                    <a:pt x="5390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 name="Google Shape;113;p4"/>
            <p:cNvSpPr/>
            <p:nvPr/>
          </p:nvSpPr>
          <p:spPr>
            <a:xfrm>
              <a:off x="8244307" y="4050570"/>
              <a:ext cx="257600" cy="463150"/>
            </a:xfrm>
            <a:custGeom>
              <a:avLst/>
              <a:gdLst/>
              <a:ahLst/>
              <a:cxnLst/>
              <a:rect l="l" t="t" r="r" b="b"/>
              <a:pathLst>
                <a:path w="10304" h="18526" extrusionOk="0">
                  <a:moveTo>
                    <a:pt x="10304" y="569"/>
                  </a:moveTo>
                  <a:cubicBezTo>
                    <a:pt x="10352" y="391"/>
                    <a:pt x="7780" y="-157"/>
                    <a:pt x="6521" y="43"/>
                  </a:cubicBezTo>
                  <a:cubicBezTo>
                    <a:pt x="5262" y="243"/>
                    <a:pt x="3802" y="856"/>
                    <a:pt x="2749" y="1767"/>
                  </a:cubicBezTo>
                  <a:cubicBezTo>
                    <a:pt x="1697" y="2678"/>
                    <a:pt x="575" y="4056"/>
                    <a:pt x="206" y="5509"/>
                  </a:cubicBezTo>
                  <a:cubicBezTo>
                    <a:pt x="-163" y="6962"/>
                    <a:pt x="-24" y="8869"/>
                    <a:pt x="533" y="10485"/>
                  </a:cubicBezTo>
                  <a:cubicBezTo>
                    <a:pt x="1090" y="12102"/>
                    <a:pt x="2383" y="13868"/>
                    <a:pt x="3548" y="15208"/>
                  </a:cubicBezTo>
                  <a:cubicBezTo>
                    <a:pt x="4713" y="16548"/>
                    <a:pt x="7296" y="18466"/>
                    <a:pt x="7523" y="18525"/>
                  </a:cubicBezTo>
                  <a:cubicBezTo>
                    <a:pt x="7750" y="18584"/>
                    <a:pt x="5678" y="16542"/>
                    <a:pt x="4908" y="15561"/>
                  </a:cubicBezTo>
                  <a:cubicBezTo>
                    <a:pt x="4138" y="14580"/>
                    <a:pt x="3455" y="13897"/>
                    <a:pt x="2903" y="12640"/>
                  </a:cubicBezTo>
                  <a:cubicBezTo>
                    <a:pt x="2351" y="11383"/>
                    <a:pt x="1592" y="9536"/>
                    <a:pt x="1595" y="8020"/>
                  </a:cubicBezTo>
                  <a:cubicBezTo>
                    <a:pt x="1598" y="6504"/>
                    <a:pt x="2149" y="4697"/>
                    <a:pt x="2922" y="3546"/>
                  </a:cubicBezTo>
                  <a:cubicBezTo>
                    <a:pt x="3696" y="2395"/>
                    <a:pt x="5006" y="1609"/>
                    <a:pt x="6236" y="1113"/>
                  </a:cubicBezTo>
                  <a:cubicBezTo>
                    <a:pt x="7466" y="617"/>
                    <a:pt x="10257" y="747"/>
                    <a:pt x="10304" y="569"/>
                  </a:cubicBezTo>
                  <a:close/>
                </a:path>
              </a:pathLst>
            </a:custGeom>
            <a:solidFill>
              <a:srgbClr val="8162A7">
                <a:alpha val="45910"/>
              </a:srgbClr>
            </a:solidFill>
            <a:ln>
              <a:noFill/>
            </a:ln>
          </p:spPr>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114"/>
        <p:cNvGrpSpPr/>
        <p:nvPr/>
      </p:nvGrpSpPr>
      <p:grpSpPr>
        <a:xfrm>
          <a:off x="0" y="0"/>
          <a:ext cx="0" cy="0"/>
          <a:chOff x="0" y="0"/>
          <a:chExt cx="0" cy="0"/>
        </a:xfrm>
      </p:grpSpPr>
      <p:sp>
        <p:nvSpPr>
          <p:cNvPr id="115" name="Google Shape;115;p5"/>
          <p:cNvSpPr/>
          <p:nvPr/>
        </p:nvSpPr>
        <p:spPr>
          <a:xfrm>
            <a:off x="-1338551" y="3533300"/>
            <a:ext cx="2989500" cy="2989500"/>
          </a:xfrm>
          <a:prstGeom prst="ellipse">
            <a:avLst/>
          </a:prstGeom>
          <a:solidFill>
            <a:srgbClr val="897FBB">
              <a:alpha val="291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 name="Google Shape;116;p5"/>
          <p:cNvSpPr txBox="1">
            <a:spLocks noGrp="1"/>
          </p:cNvSpPr>
          <p:nvPr>
            <p:ph type="title"/>
          </p:nvPr>
        </p:nvSpPr>
        <p:spPr>
          <a:xfrm>
            <a:off x="720000" y="3688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117" name="Google Shape;117;p5"/>
          <p:cNvSpPr txBox="1">
            <a:spLocks noGrp="1"/>
          </p:cNvSpPr>
          <p:nvPr>
            <p:ph type="subTitle" idx="1"/>
          </p:nvPr>
        </p:nvSpPr>
        <p:spPr>
          <a:xfrm>
            <a:off x="4677978" y="2617764"/>
            <a:ext cx="3025200" cy="12984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200"/>
              <a:buNone/>
              <a:defRPr b="0"/>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118" name="Google Shape;118;p5"/>
          <p:cNvSpPr txBox="1">
            <a:spLocks noGrp="1"/>
          </p:cNvSpPr>
          <p:nvPr>
            <p:ph type="subTitle" idx="2"/>
          </p:nvPr>
        </p:nvSpPr>
        <p:spPr>
          <a:xfrm>
            <a:off x="1440822" y="2617762"/>
            <a:ext cx="3026700" cy="12984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200"/>
              <a:buNone/>
              <a:defRPr b="0"/>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119" name="Google Shape;119;p5"/>
          <p:cNvSpPr txBox="1">
            <a:spLocks noGrp="1"/>
          </p:cNvSpPr>
          <p:nvPr>
            <p:ph type="subTitle" idx="3"/>
          </p:nvPr>
        </p:nvSpPr>
        <p:spPr>
          <a:xfrm>
            <a:off x="1440822" y="2237427"/>
            <a:ext cx="3026700" cy="4572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2400"/>
              <a:buFont typeface="Bebas Neue"/>
              <a:buNone/>
              <a:defRPr sz="2100">
                <a:solidFill>
                  <a:schemeClr val="dk1"/>
                </a:solidFill>
                <a:latin typeface="Poppins ExtraBold"/>
                <a:ea typeface="Poppins ExtraBold"/>
                <a:cs typeface="Poppins ExtraBold"/>
                <a:sym typeface="Poppins ExtraBold"/>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120" name="Google Shape;120;p5"/>
          <p:cNvSpPr txBox="1">
            <a:spLocks noGrp="1"/>
          </p:cNvSpPr>
          <p:nvPr>
            <p:ph type="subTitle" idx="4"/>
          </p:nvPr>
        </p:nvSpPr>
        <p:spPr>
          <a:xfrm>
            <a:off x="4677978" y="2237438"/>
            <a:ext cx="3025200" cy="4572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2400"/>
              <a:buFont typeface="Bebas Neue"/>
              <a:buNone/>
              <a:defRPr sz="2100">
                <a:solidFill>
                  <a:schemeClr val="dk1"/>
                </a:solidFill>
                <a:latin typeface="Poppins ExtraBold"/>
                <a:ea typeface="Poppins ExtraBold"/>
                <a:cs typeface="Poppins ExtraBold"/>
                <a:sym typeface="Poppins ExtraBold"/>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grpSp>
        <p:nvGrpSpPr>
          <p:cNvPr id="121" name="Google Shape;121;p5"/>
          <p:cNvGrpSpPr/>
          <p:nvPr/>
        </p:nvGrpSpPr>
        <p:grpSpPr>
          <a:xfrm rot="-5400000">
            <a:off x="5770006" y="-1428521"/>
            <a:ext cx="6382937" cy="1623549"/>
            <a:chOff x="713181" y="3935229"/>
            <a:chExt cx="6382937" cy="1623549"/>
          </a:xfrm>
        </p:grpSpPr>
        <p:sp>
          <p:nvSpPr>
            <p:cNvPr id="122" name="Google Shape;122;p5"/>
            <p:cNvSpPr/>
            <p:nvPr/>
          </p:nvSpPr>
          <p:spPr>
            <a:xfrm rot="5400000" flipH="1">
              <a:off x="3092875" y="1555535"/>
              <a:ext cx="1623549" cy="6382937"/>
            </a:xfrm>
            <a:custGeom>
              <a:avLst/>
              <a:gdLst/>
              <a:ahLst/>
              <a:cxnLst/>
              <a:rect l="l" t="t" r="r" b="b"/>
              <a:pathLst>
                <a:path w="12220" h="44059" extrusionOk="0">
                  <a:moveTo>
                    <a:pt x="9359" y="0"/>
                  </a:moveTo>
                  <a:lnTo>
                    <a:pt x="9359" y="18593"/>
                  </a:lnTo>
                  <a:lnTo>
                    <a:pt x="9359" y="27156"/>
                  </a:lnTo>
                  <a:cubicBezTo>
                    <a:pt x="9359" y="27621"/>
                    <a:pt x="9003" y="28003"/>
                    <a:pt x="8568" y="28055"/>
                  </a:cubicBezTo>
                  <a:lnTo>
                    <a:pt x="8444" y="28055"/>
                  </a:lnTo>
                  <a:cubicBezTo>
                    <a:pt x="7940" y="28055"/>
                    <a:pt x="7532" y="27647"/>
                    <a:pt x="7532" y="27156"/>
                  </a:cubicBezTo>
                  <a:lnTo>
                    <a:pt x="7532" y="18168"/>
                  </a:lnTo>
                  <a:cubicBezTo>
                    <a:pt x="7532" y="16099"/>
                    <a:pt x="5845" y="14409"/>
                    <a:pt x="3773" y="14409"/>
                  </a:cubicBezTo>
                  <a:cubicBezTo>
                    <a:pt x="1704" y="14409"/>
                    <a:pt x="1" y="16099"/>
                    <a:pt x="1" y="18168"/>
                  </a:cubicBezTo>
                  <a:lnTo>
                    <a:pt x="1" y="30141"/>
                  </a:lnTo>
                  <a:lnTo>
                    <a:pt x="1" y="44059"/>
                  </a:lnTo>
                  <a:lnTo>
                    <a:pt x="2861" y="44059"/>
                  </a:lnTo>
                  <a:lnTo>
                    <a:pt x="2861" y="29065"/>
                  </a:lnTo>
                  <a:lnTo>
                    <a:pt x="2861" y="18168"/>
                  </a:lnTo>
                  <a:cubicBezTo>
                    <a:pt x="2861" y="17677"/>
                    <a:pt x="3270" y="17269"/>
                    <a:pt x="3773" y="17269"/>
                  </a:cubicBezTo>
                  <a:cubicBezTo>
                    <a:pt x="4276" y="17269"/>
                    <a:pt x="4685" y="17677"/>
                    <a:pt x="4685" y="18168"/>
                  </a:cubicBezTo>
                  <a:lnTo>
                    <a:pt x="4685" y="27156"/>
                  </a:lnTo>
                  <a:cubicBezTo>
                    <a:pt x="4685" y="29186"/>
                    <a:pt x="6306" y="30863"/>
                    <a:pt x="8336" y="30915"/>
                  </a:cubicBezTo>
                  <a:cubicBezTo>
                    <a:pt x="8378" y="30915"/>
                    <a:pt x="8405" y="30932"/>
                    <a:pt x="8444" y="30932"/>
                  </a:cubicBezTo>
                  <a:cubicBezTo>
                    <a:pt x="10529" y="30932"/>
                    <a:pt x="12219" y="29229"/>
                    <a:pt x="12219" y="27156"/>
                  </a:cubicBezTo>
                  <a:lnTo>
                    <a:pt x="12219" y="18619"/>
                  </a:lnTo>
                  <a:lnTo>
                    <a:pt x="12219" y="0"/>
                  </a:lnTo>
                  <a:close/>
                </a:path>
              </a:pathLst>
            </a:custGeom>
            <a:solidFill>
              <a:schemeClr val="accent5"/>
            </a:solidFill>
            <a:ln>
              <a:noFill/>
            </a:ln>
            <a:effectLst>
              <a:outerShdw dist="57150" dir="6300000" algn="bl" rotWithShape="0">
                <a:schemeClr val="dk1">
                  <a:alpha val="35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23" name="Google Shape;123;p5"/>
            <p:cNvGrpSpPr/>
            <p:nvPr/>
          </p:nvGrpSpPr>
          <p:grpSpPr>
            <a:xfrm rot="5400000" flipH="1">
              <a:off x="3392071" y="1847512"/>
              <a:ext cx="1257637" cy="5799004"/>
              <a:chOff x="3563222" y="101822"/>
              <a:chExt cx="1212180" cy="5125965"/>
            </a:xfrm>
          </p:grpSpPr>
          <p:sp>
            <p:nvSpPr>
              <p:cNvPr id="124" name="Google Shape;124;p5"/>
              <p:cNvSpPr/>
              <p:nvPr/>
            </p:nvSpPr>
            <p:spPr>
              <a:xfrm>
                <a:off x="3563222" y="4946702"/>
                <a:ext cx="13830" cy="55833"/>
              </a:xfrm>
              <a:custGeom>
                <a:avLst/>
                <a:gdLst/>
                <a:ahLst/>
                <a:cxnLst/>
                <a:rect l="l" t="t" r="r" b="b"/>
                <a:pathLst>
                  <a:path w="108" h="436" extrusionOk="0">
                    <a:moveTo>
                      <a:pt x="0" y="1"/>
                    </a:moveTo>
                    <a:lnTo>
                      <a:pt x="0" y="436"/>
                    </a:lnTo>
                    <a:lnTo>
                      <a:pt x="108" y="436"/>
                    </a:lnTo>
                    <a:lnTo>
                      <a:pt x="108"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 name="Google Shape;125;p5"/>
              <p:cNvSpPr/>
              <p:nvPr/>
            </p:nvSpPr>
            <p:spPr>
              <a:xfrm>
                <a:off x="3563222" y="5060160"/>
                <a:ext cx="13830" cy="55833"/>
              </a:xfrm>
              <a:custGeom>
                <a:avLst/>
                <a:gdLst/>
                <a:ahLst/>
                <a:cxnLst/>
                <a:rect l="l" t="t" r="r" b="b"/>
                <a:pathLst>
                  <a:path w="108" h="436" extrusionOk="0">
                    <a:moveTo>
                      <a:pt x="0" y="1"/>
                    </a:moveTo>
                    <a:lnTo>
                      <a:pt x="0" y="435"/>
                    </a:lnTo>
                    <a:lnTo>
                      <a:pt x="108" y="435"/>
                    </a:lnTo>
                    <a:lnTo>
                      <a:pt x="108"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 name="Google Shape;126;p5"/>
              <p:cNvSpPr/>
              <p:nvPr/>
            </p:nvSpPr>
            <p:spPr>
              <a:xfrm>
                <a:off x="3563222" y="4833244"/>
                <a:ext cx="13830" cy="58010"/>
              </a:xfrm>
              <a:custGeom>
                <a:avLst/>
                <a:gdLst/>
                <a:ahLst/>
                <a:cxnLst/>
                <a:rect l="l" t="t" r="r" b="b"/>
                <a:pathLst>
                  <a:path w="108" h="453" extrusionOk="0">
                    <a:moveTo>
                      <a:pt x="0" y="1"/>
                    </a:moveTo>
                    <a:lnTo>
                      <a:pt x="0" y="452"/>
                    </a:lnTo>
                    <a:lnTo>
                      <a:pt x="108" y="452"/>
                    </a:lnTo>
                    <a:lnTo>
                      <a:pt x="108"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 name="Google Shape;127;p5"/>
              <p:cNvSpPr/>
              <p:nvPr/>
            </p:nvSpPr>
            <p:spPr>
              <a:xfrm>
                <a:off x="3563222" y="5171569"/>
                <a:ext cx="13830" cy="56217"/>
              </a:xfrm>
              <a:custGeom>
                <a:avLst/>
                <a:gdLst/>
                <a:ahLst/>
                <a:cxnLst/>
                <a:rect l="l" t="t" r="r" b="b"/>
                <a:pathLst>
                  <a:path w="108" h="439" extrusionOk="0">
                    <a:moveTo>
                      <a:pt x="0" y="0"/>
                    </a:moveTo>
                    <a:lnTo>
                      <a:pt x="0" y="438"/>
                    </a:lnTo>
                    <a:lnTo>
                      <a:pt x="108" y="438"/>
                    </a:lnTo>
                    <a:lnTo>
                      <a:pt x="108"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 name="Google Shape;128;p5"/>
              <p:cNvSpPr/>
              <p:nvPr/>
            </p:nvSpPr>
            <p:spPr>
              <a:xfrm>
                <a:off x="3563222" y="4043522"/>
                <a:ext cx="13830" cy="55705"/>
              </a:xfrm>
              <a:custGeom>
                <a:avLst/>
                <a:gdLst/>
                <a:ahLst/>
                <a:cxnLst/>
                <a:rect l="l" t="t" r="r" b="b"/>
                <a:pathLst>
                  <a:path w="108" h="435" extrusionOk="0">
                    <a:moveTo>
                      <a:pt x="0" y="0"/>
                    </a:moveTo>
                    <a:lnTo>
                      <a:pt x="0" y="435"/>
                    </a:lnTo>
                    <a:lnTo>
                      <a:pt x="108" y="435"/>
                    </a:lnTo>
                    <a:lnTo>
                      <a:pt x="108"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 name="Google Shape;129;p5"/>
              <p:cNvSpPr/>
              <p:nvPr/>
            </p:nvSpPr>
            <p:spPr>
              <a:xfrm>
                <a:off x="3563222" y="4154802"/>
                <a:ext cx="13830" cy="57882"/>
              </a:xfrm>
              <a:custGeom>
                <a:avLst/>
                <a:gdLst/>
                <a:ahLst/>
                <a:cxnLst/>
                <a:rect l="l" t="t" r="r" b="b"/>
                <a:pathLst>
                  <a:path w="108" h="452" extrusionOk="0">
                    <a:moveTo>
                      <a:pt x="0" y="0"/>
                    </a:moveTo>
                    <a:lnTo>
                      <a:pt x="0" y="452"/>
                    </a:lnTo>
                    <a:lnTo>
                      <a:pt x="108" y="452"/>
                    </a:lnTo>
                    <a:lnTo>
                      <a:pt x="108"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 name="Google Shape;130;p5"/>
              <p:cNvSpPr/>
              <p:nvPr/>
            </p:nvSpPr>
            <p:spPr>
              <a:xfrm>
                <a:off x="3563222" y="3818271"/>
                <a:ext cx="13830" cy="55833"/>
              </a:xfrm>
              <a:custGeom>
                <a:avLst/>
                <a:gdLst/>
                <a:ahLst/>
                <a:cxnLst/>
                <a:rect l="l" t="t" r="r" b="b"/>
                <a:pathLst>
                  <a:path w="108" h="436" extrusionOk="0">
                    <a:moveTo>
                      <a:pt x="0" y="0"/>
                    </a:moveTo>
                    <a:lnTo>
                      <a:pt x="0" y="435"/>
                    </a:lnTo>
                    <a:lnTo>
                      <a:pt x="108" y="435"/>
                    </a:lnTo>
                    <a:lnTo>
                      <a:pt x="108"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 name="Google Shape;131;p5"/>
              <p:cNvSpPr/>
              <p:nvPr/>
            </p:nvSpPr>
            <p:spPr>
              <a:xfrm>
                <a:off x="3563222" y="3930064"/>
                <a:ext cx="13830" cy="55705"/>
              </a:xfrm>
              <a:custGeom>
                <a:avLst/>
                <a:gdLst/>
                <a:ahLst/>
                <a:cxnLst/>
                <a:rect l="l" t="t" r="r" b="b"/>
                <a:pathLst>
                  <a:path w="108" h="435" extrusionOk="0">
                    <a:moveTo>
                      <a:pt x="0" y="0"/>
                    </a:moveTo>
                    <a:lnTo>
                      <a:pt x="0" y="435"/>
                    </a:lnTo>
                    <a:lnTo>
                      <a:pt x="108" y="435"/>
                    </a:lnTo>
                    <a:lnTo>
                      <a:pt x="108"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 name="Google Shape;132;p5"/>
              <p:cNvSpPr/>
              <p:nvPr/>
            </p:nvSpPr>
            <p:spPr>
              <a:xfrm>
                <a:off x="3563222" y="4268260"/>
                <a:ext cx="13830" cy="55833"/>
              </a:xfrm>
              <a:custGeom>
                <a:avLst/>
                <a:gdLst/>
                <a:ahLst/>
                <a:cxnLst/>
                <a:rect l="l" t="t" r="r" b="b"/>
                <a:pathLst>
                  <a:path w="108" h="436" extrusionOk="0">
                    <a:moveTo>
                      <a:pt x="0" y="0"/>
                    </a:moveTo>
                    <a:lnTo>
                      <a:pt x="0" y="435"/>
                    </a:lnTo>
                    <a:lnTo>
                      <a:pt x="108" y="435"/>
                    </a:lnTo>
                    <a:lnTo>
                      <a:pt x="108"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 name="Google Shape;133;p5"/>
              <p:cNvSpPr/>
              <p:nvPr/>
            </p:nvSpPr>
            <p:spPr>
              <a:xfrm>
                <a:off x="3563222" y="4380053"/>
                <a:ext cx="13830" cy="57370"/>
              </a:xfrm>
              <a:custGeom>
                <a:avLst/>
                <a:gdLst/>
                <a:ahLst/>
                <a:cxnLst/>
                <a:rect l="l" t="t" r="r" b="b"/>
                <a:pathLst>
                  <a:path w="108" h="448" extrusionOk="0">
                    <a:moveTo>
                      <a:pt x="0" y="0"/>
                    </a:moveTo>
                    <a:lnTo>
                      <a:pt x="0" y="448"/>
                    </a:lnTo>
                    <a:lnTo>
                      <a:pt x="108" y="448"/>
                    </a:lnTo>
                    <a:lnTo>
                      <a:pt x="108"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 name="Google Shape;134;p5"/>
              <p:cNvSpPr/>
              <p:nvPr/>
            </p:nvSpPr>
            <p:spPr>
              <a:xfrm>
                <a:off x="3563222" y="4493383"/>
                <a:ext cx="13830" cy="55833"/>
              </a:xfrm>
              <a:custGeom>
                <a:avLst/>
                <a:gdLst/>
                <a:ahLst/>
                <a:cxnLst/>
                <a:rect l="l" t="t" r="r" b="b"/>
                <a:pathLst>
                  <a:path w="108" h="436" extrusionOk="0">
                    <a:moveTo>
                      <a:pt x="0" y="1"/>
                    </a:moveTo>
                    <a:lnTo>
                      <a:pt x="0" y="436"/>
                    </a:lnTo>
                    <a:lnTo>
                      <a:pt x="108" y="436"/>
                    </a:lnTo>
                    <a:lnTo>
                      <a:pt x="108"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 name="Google Shape;135;p5"/>
              <p:cNvSpPr/>
              <p:nvPr/>
            </p:nvSpPr>
            <p:spPr>
              <a:xfrm>
                <a:off x="3563222" y="4718250"/>
                <a:ext cx="13830" cy="59547"/>
              </a:xfrm>
              <a:custGeom>
                <a:avLst/>
                <a:gdLst/>
                <a:ahLst/>
                <a:cxnLst/>
                <a:rect l="l" t="t" r="r" b="b"/>
                <a:pathLst>
                  <a:path w="108" h="465" extrusionOk="0">
                    <a:moveTo>
                      <a:pt x="0" y="0"/>
                    </a:moveTo>
                    <a:lnTo>
                      <a:pt x="0" y="26"/>
                    </a:lnTo>
                    <a:lnTo>
                      <a:pt x="0" y="435"/>
                    </a:lnTo>
                    <a:lnTo>
                      <a:pt x="0" y="464"/>
                    </a:lnTo>
                    <a:lnTo>
                      <a:pt x="108" y="464"/>
                    </a:lnTo>
                    <a:lnTo>
                      <a:pt x="108" y="435"/>
                    </a:lnTo>
                    <a:lnTo>
                      <a:pt x="108" y="26"/>
                    </a:lnTo>
                    <a:lnTo>
                      <a:pt x="108"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 name="Google Shape;136;p5"/>
              <p:cNvSpPr/>
              <p:nvPr/>
            </p:nvSpPr>
            <p:spPr>
              <a:xfrm>
                <a:off x="3563222" y="4606457"/>
                <a:ext cx="13830" cy="56217"/>
              </a:xfrm>
              <a:custGeom>
                <a:avLst/>
                <a:gdLst/>
                <a:ahLst/>
                <a:cxnLst/>
                <a:rect l="l" t="t" r="r" b="b"/>
                <a:pathLst>
                  <a:path w="108" h="439" extrusionOk="0">
                    <a:moveTo>
                      <a:pt x="0" y="0"/>
                    </a:moveTo>
                    <a:lnTo>
                      <a:pt x="0" y="438"/>
                    </a:lnTo>
                    <a:lnTo>
                      <a:pt x="108" y="438"/>
                    </a:lnTo>
                    <a:lnTo>
                      <a:pt x="108"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 name="Google Shape;137;p5"/>
              <p:cNvSpPr/>
              <p:nvPr/>
            </p:nvSpPr>
            <p:spPr>
              <a:xfrm>
                <a:off x="3746086" y="1978230"/>
                <a:ext cx="57882" cy="31502"/>
              </a:xfrm>
              <a:custGeom>
                <a:avLst/>
                <a:gdLst/>
                <a:ahLst/>
                <a:cxnLst/>
                <a:rect l="l" t="t" r="r" b="b"/>
                <a:pathLst>
                  <a:path w="452" h="246" extrusionOk="0">
                    <a:moveTo>
                      <a:pt x="438" y="0"/>
                    </a:moveTo>
                    <a:cubicBezTo>
                      <a:pt x="288" y="43"/>
                      <a:pt x="138" y="82"/>
                      <a:pt x="0" y="151"/>
                    </a:cubicBezTo>
                    <a:lnTo>
                      <a:pt x="43" y="246"/>
                    </a:lnTo>
                    <a:cubicBezTo>
                      <a:pt x="180" y="193"/>
                      <a:pt x="314" y="151"/>
                      <a:pt x="451" y="112"/>
                    </a:cubicBezTo>
                    <a:lnTo>
                      <a:pt x="438"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 name="Google Shape;138;p5"/>
              <p:cNvSpPr/>
              <p:nvPr/>
            </p:nvSpPr>
            <p:spPr>
              <a:xfrm>
                <a:off x="3563222" y="2663843"/>
                <a:ext cx="13830" cy="55833"/>
              </a:xfrm>
              <a:custGeom>
                <a:avLst/>
                <a:gdLst/>
                <a:ahLst/>
                <a:cxnLst/>
                <a:rect l="l" t="t" r="r" b="b"/>
                <a:pathLst>
                  <a:path w="108" h="436" extrusionOk="0">
                    <a:moveTo>
                      <a:pt x="0" y="1"/>
                    </a:moveTo>
                    <a:lnTo>
                      <a:pt x="0" y="435"/>
                    </a:lnTo>
                    <a:lnTo>
                      <a:pt x="108" y="435"/>
                    </a:lnTo>
                    <a:lnTo>
                      <a:pt x="108"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 name="Google Shape;139;p5"/>
              <p:cNvSpPr/>
              <p:nvPr/>
            </p:nvSpPr>
            <p:spPr>
              <a:xfrm>
                <a:off x="3563222" y="2777301"/>
                <a:ext cx="13830" cy="55833"/>
              </a:xfrm>
              <a:custGeom>
                <a:avLst/>
                <a:gdLst/>
                <a:ahLst/>
                <a:cxnLst/>
                <a:rect l="l" t="t" r="r" b="b"/>
                <a:pathLst>
                  <a:path w="108" h="436" extrusionOk="0">
                    <a:moveTo>
                      <a:pt x="0" y="0"/>
                    </a:moveTo>
                    <a:lnTo>
                      <a:pt x="0" y="435"/>
                    </a:lnTo>
                    <a:lnTo>
                      <a:pt x="108" y="435"/>
                    </a:lnTo>
                    <a:lnTo>
                      <a:pt x="108"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 name="Google Shape;140;p5"/>
              <p:cNvSpPr/>
              <p:nvPr/>
            </p:nvSpPr>
            <p:spPr>
              <a:xfrm>
                <a:off x="3563222" y="2438721"/>
                <a:ext cx="13830" cy="56089"/>
              </a:xfrm>
              <a:custGeom>
                <a:avLst/>
                <a:gdLst/>
                <a:ahLst/>
                <a:cxnLst/>
                <a:rect l="l" t="t" r="r" b="b"/>
                <a:pathLst>
                  <a:path w="108" h="438" extrusionOk="0">
                    <a:moveTo>
                      <a:pt x="0" y="0"/>
                    </a:moveTo>
                    <a:lnTo>
                      <a:pt x="0" y="438"/>
                    </a:lnTo>
                    <a:lnTo>
                      <a:pt x="108" y="438"/>
                    </a:lnTo>
                    <a:lnTo>
                      <a:pt x="108"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 name="Google Shape;141;p5"/>
              <p:cNvSpPr/>
              <p:nvPr/>
            </p:nvSpPr>
            <p:spPr>
              <a:xfrm>
                <a:off x="3587424" y="2107567"/>
                <a:ext cx="40338" cy="55833"/>
              </a:xfrm>
              <a:custGeom>
                <a:avLst/>
                <a:gdLst/>
                <a:ahLst/>
                <a:cxnLst/>
                <a:rect l="l" t="t" r="r" b="b"/>
                <a:pathLst>
                  <a:path w="315" h="436" extrusionOk="0">
                    <a:moveTo>
                      <a:pt x="220" y="1"/>
                    </a:moveTo>
                    <a:cubicBezTo>
                      <a:pt x="138" y="121"/>
                      <a:pt x="69" y="259"/>
                      <a:pt x="1" y="393"/>
                    </a:cubicBezTo>
                    <a:lnTo>
                      <a:pt x="112" y="435"/>
                    </a:lnTo>
                    <a:cubicBezTo>
                      <a:pt x="164" y="298"/>
                      <a:pt x="233" y="177"/>
                      <a:pt x="314" y="53"/>
                    </a:cubicBezTo>
                    <a:lnTo>
                      <a:pt x="220"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 name="Google Shape;142;p5"/>
              <p:cNvSpPr/>
              <p:nvPr/>
            </p:nvSpPr>
            <p:spPr>
              <a:xfrm>
                <a:off x="3563222" y="2325263"/>
                <a:ext cx="13830" cy="57882"/>
              </a:xfrm>
              <a:custGeom>
                <a:avLst/>
                <a:gdLst/>
                <a:ahLst/>
                <a:cxnLst/>
                <a:rect l="l" t="t" r="r" b="b"/>
                <a:pathLst>
                  <a:path w="108" h="452" extrusionOk="0">
                    <a:moveTo>
                      <a:pt x="0" y="0"/>
                    </a:moveTo>
                    <a:lnTo>
                      <a:pt x="0" y="451"/>
                    </a:lnTo>
                    <a:lnTo>
                      <a:pt x="108" y="451"/>
                    </a:lnTo>
                    <a:lnTo>
                      <a:pt x="108"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 name="Google Shape;143;p5"/>
              <p:cNvSpPr/>
              <p:nvPr/>
            </p:nvSpPr>
            <p:spPr>
              <a:xfrm>
                <a:off x="3651837" y="2025483"/>
                <a:ext cx="52504" cy="46997"/>
              </a:xfrm>
              <a:custGeom>
                <a:avLst/>
                <a:gdLst/>
                <a:ahLst/>
                <a:cxnLst/>
                <a:rect l="l" t="t" r="r" b="b"/>
                <a:pathLst>
                  <a:path w="410" h="367" extrusionOk="0">
                    <a:moveTo>
                      <a:pt x="344" y="1"/>
                    </a:moveTo>
                    <a:cubicBezTo>
                      <a:pt x="220" y="83"/>
                      <a:pt x="112" y="177"/>
                      <a:pt x="1" y="285"/>
                    </a:cubicBezTo>
                    <a:lnTo>
                      <a:pt x="83" y="367"/>
                    </a:lnTo>
                    <a:cubicBezTo>
                      <a:pt x="181" y="259"/>
                      <a:pt x="289" y="177"/>
                      <a:pt x="410" y="96"/>
                    </a:cubicBezTo>
                    <a:lnTo>
                      <a:pt x="344"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 name="Google Shape;144;p5"/>
              <p:cNvSpPr/>
              <p:nvPr/>
            </p:nvSpPr>
            <p:spPr>
              <a:xfrm>
                <a:off x="3563222" y="2212189"/>
                <a:ext cx="21001" cy="57498"/>
              </a:xfrm>
              <a:custGeom>
                <a:avLst/>
                <a:gdLst/>
                <a:ahLst/>
                <a:cxnLst/>
                <a:rect l="l" t="t" r="r" b="b"/>
                <a:pathLst>
                  <a:path w="164" h="449" extrusionOk="0">
                    <a:moveTo>
                      <a:pt x="56" y="1"/>
                    </a:moveTo>
                    <a:cubicBezTo>
                      <a:pt x="26" y="148"/>
                      <a:pt x="13" y="298"/>
                      <a:pt x="0" y="448"/>
                    </a:cubicBezTo>
                    <a:lnTo>
                      <a:pt x="121" y="448"/>
                    </a:lnTo>
                    <a:cubicBezTo>
                      <a:pt x="121" y="311"/>
                      <a:pt x="137" y="164"/>
                      <a:pt x="163" y="27"/>
                    </a:cubicBezTo>
                    <a:lnTo>
                      <a:pt x="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 name="Google Shape;145;p5"/>
              <p:cNvSpPr/>
              <p:nvPr/>
            </p:nvSpPr>
            <p:spPr>
              <a:xfrm>
                <a:off x="3563222" y="2550386"/>
                <a:ext cx="13830" cy="57498"/>
              </a:xfrm>
              <a:custGeom>
                <a:avLst/>
                <a:gdLst/>
                <a:ahLst/>
                <a:cxnLst/>
                <a:rect l="l" t="t" r="r" b="b"/>
                <a:pathLst>
                  <a:path w="108" h="449" extrusionOk="0">
                    <a:moveTo>
                      <a:pt x="0" y="1"/>
                    </a:moveTo>
                    <a:lnTo>
                      <a:pt x="0" y="449"/>
                    </a:lnTo>
                    <a:lnTo>
                      <a:pt x="108" y="449"/>
                    </a:lnTo>
                    <a:lnTo>
                      <a:pt x="108"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 name="Google Shape;146;p5"/>
              <p:cNvSpPr/>
              <p:nvPr/>
            </p:nvSpPr>
            <p:spPr>
              <a:xfrm>
                <a:off x="3563222" y="3452030"/>
                <a:ext cx="13830" cy="55833"/>
              </a:xfrm>
              <a:custGeom>
                <a:avLst/>
                <a:gdLst/>
                <a:ahLst/>
                <a:cxnLst/>
                <a:rect l="l" t="t" r="r" b="b"/>
                <a:pathLst>
                  <a:path w="108" h="436" extrusionOk="0">
                    <a:moveTo>
                      <a:pt x="0" y="0"/>
                    </a:moveTo>
                    <a:lnTo>
                      <a:pt x="0" y="435"/>
                    </a:lnTo>
                    <a:lnTo>
                      <a:pt x="108" y="435"/>
                    </a:lnTo>
                    <a:lnTo>
                      <a:pt x="108"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 name="Google Shape;147;p5"/>
              <p:cNvSpPr/>
              <p:nvPr/>
            </p:nvSpPr>
            <p:spPr>
              <a:xfrm>
                <a:off x="3563222" y="3565488"/>
                <a:ext cx="13830" cy="55705"/>
              </a:xfrm>
              <a:custGeom>
                <a:avLst/>
                <a:gdLst/>
                <a:ahLst/>
                <a:cxnLst/>
                <a:rect l="l" t="t" r="r" b="b"/>
                <a:pathLst>
                  <a:path w="108" h="435" extrusionOk="0">
                    <a:moveTo>
                      <a:pt x="0" y="0"/>
                    </a:moveTo>
                    <a:lnTo>
                      <a:pt x="0" y="435"/>
                    </a:lnTo>
                    <a:lnTo>
                      <a:pt x="108" y="435"/>
                    </a:lnTo>
                    <a:lnTo>
                      <a:pt x="108"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 name="Google Shape;148;p5"/>
              <p:cNvSpPr/>
              <p:nvPr/>
            </p:nvSpPr>
            <p:spPr>
              <a:xfrm>
                <a:off x="3563222" y="2888582"/>
                <a:ext cx="13830" cy="56217"/>
              </a:xfrm>
              <a:custGeom>
                <a:avLst/>
                <a:gdLst/>
                <a:ahLst/>
                <a:cxnLst/>
                <a:rect l="l" t="t" r="r" b="b"/>
                <a:pathLst>
                  <a:path w="108" h="439" extrusionOk="0">
                    <a:moveTo>
                      <a:pt x="0" y="1"/>
                    </a:moveTo>
                    <a:lnTo>
                      <a:pt x="0" y="439"/>
                    </a:lnTo>
                    <a:lnTo>
                      <a:pt x="108" y="439"/>
                    </a:lnTo>
                    <a:lnTo>
                      <a:pt x="108"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 name="Google Shape;149;p5"/>
              <p:cNvSpPr/>
              <p:nvPr/>
            </p:nvSpPr>
            <p:spPr>
              <a:xfrm>
                <a:off x="3563222" y="3790226"/>
                <a:ext cx="13830" cy="19337"/>
              </a:xfrm>
              <a:custGeom>
                <a:avLst/>
                <a:gdLst/>
                <a:ahLst/>
                <a:cxnLst/>
                <a:rect l="l" t="t" r="r" b="b"/>
                <a:pathLst>
                  <a:path w="108" h="151" extrusionOk="0">
                    <a:moveTo>
                      <a:pt x="0" y="0"/>
                    </a:moveTo>
                    <a:lnTo>
                      <a:pt x="0" y="151"/>
                    </a:lnTo>
                    <a:lnTo>
                      <a:pt x="108" y="151"/>
                    </a:lnTo>
                    <a:lnTo>
                      <a:pt x="108"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 name="Google Shape;150;p5"/>
              <p:cNvSpPr/>
              <p:nvPr/>
            </p:nvSpPr>
            <p:spPr>
              <a:xfrm>
                <a:off x="3563222" y="3677153"/>
                <a:ext cx="13830" cy="55833"/>
              </a:xfrm>
              <a:custGeom>
                <a:avLst/>
                <a:gdLst/>
                <a:ahLst/>
                <a:cxnLst/>
                <a:rect l="l" t="t" r="r" b="b"/>
                <a:pathLst>
                  <a:path w="108" h="436" extrusionOk="0">
                    <a:moveTo>
                      <a:pt x="0" y="1"/>
                    </a:moveTo>
                    <a:lnTo>
                      <a:pt x="0" y="436"/>
                    </a:lnTo>
                    <a:lnTo>
                      <a:pt x="108" y="436"/>
                    </a:lnTo>
                    <a:lnTo>
                      <a:pt x="108"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 name="Google Shape;151;p5"/>
              <p:cNvSpPr/>
              <p:nvPr/>
            </p:nvSpPr>
            <p:spPr>
              <a:xfrm>
                <a:off x="3563222" y="3002040"/>
                <a:ext cx="13830" cy="55833"/>
              </a:xfrm>
              <a:custGeom>
                <a:avLst/>
                <a:gdLst/>
                <a:ahLst/>
                <a:cxnLst/>
                <a:rect l="l" t="t" r="r" b="b"/>
                <a:pathLst>
                  <a:path w="108" h="436" extrusionOk="0">
                    <a:moveTo>
                      <a:pt x="0" y="1"/>
                    </a:moveTo>
                    <a:lnTo>
                      <a:pt x="0" y="435"/>
                    </a:lnTo>
                    <a:lnTo>
                      <a:pt x="108" y="435"/>
                    </a:lnTo>
                    <a:lnTo>
                      <a:pt x="108"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 name="Google Shape;152;p5"/>
              <p:cNvSpPr/>
              <p:nvPr/>
            </p:nvSpPr>
            <p:spPr>
              <a:xfrm>
                <a:off x="3563222" y="3113833"/>
                <a:ext cx="13830" cy="57498"/>
              </a:xfrm>
              <a:custGeom>
                <a:avLst/>
                <a:gdLst/>
                <a:ahLst/>
                <a:cxnLst/>
                <a:rect l="l" t="t" r="r" b="b"/>
                <a:pathLst>
                  <a:path w="108" h="449" extrusionOk="0">
                    <a:moveTo>
                      <a:pt x="0" y="0"/>
                    </a:moveTo>
                    <a:lnTo>
                      <a:pt x="0" y="448"/>
                    </a:lnTo>
                    <a:lnTo>
                      <a:pt x="108" y="448"/>
                    </a:lnTo>
                    <a:lnTo>
                      <a:pt x="108"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 name="Google Shape;153;p5"/>
              <p:cNvSpPr/>
              <p:nvPr/>
            </p:nvSpPr>
            <p:spPr>
              <a:xfrm>
                <a:off x="3563222" y="3338572"/>
                <a:ext cx="13830" cy="57882"/>
              </a:xfrm>
              <a:custGeom>
                <a:avLst/>
                <a:gdLst/>
                <a:ahLst/>
                <a:cxnLst/>
                <a:rect l="l" t="t" r="r" b="b"/>
                <a:pathLst>
                  <a:path w="108" h="452" extrusionOk="0">
                    <a:moveTo>
                      <a:pt x="0" y="1"/>
                    </a:moveTo>
                    <a:lnTo>
                      <a:pt x="0" y="452"/>
                    </a:lnTo>
                    <a:lnTo>
                      <a:pt x="108" y="452"/>
                    </a:lnTo>
                    <a:lnTo>
                      <a:pt x="108"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 name="Google Shape;154;p5"/>
              <p:cNvSpPr/>
              <p:nvPr/>
            </p:nvSpPr>
            <p:spPr>
              <a:xfrm>
                <a:off x="3563222" y="3227291"/>
                <a:ext cx="13830" cy="55705"/>
              </a:xfrm>
              <a:custGeom>
                <a:avLst/>
                <a:gdLst/>
                <a:ahLst/>
                <a:cxnLst/>
                <a:rect l="l" t="t" r="r" b="b"/>
                <a:pathLst>
                  <a:path w="108" h="435" extrusionOk="0">
                    <a:moveTo>
                      <a:pt x="0" y="0"/>
                    </a:moveTo>
                    <a:lnTo>
                      <a:pt x="0" y="435"/>
                    </a:lnTo>
                    <a:lnTo>
                      <a:pt x="108" y="435"/>
                    </a:lnTo>
                    <a:lnTo>
                      <a:pt x="108"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 name="Google Shape;155;p5"/>
              <p:cNvSpPr/>
              <p:nvPr/>
            </p:nvSpPr>
            <p:spPr>
              <a:xfrm>
                <a:off x="4161244" y="2921749"/>
                <a:ext cx="16135" cy="56217"/>
              </a:xfrm>
              <a:custGeom>
                <a:avLst/>
                <a:gdLst/>
                <a:ahLst/>
                <a:cxnLst/>
                <a:rect l="l" t="t" r="r" b="b"/>
                <a:pathLst>
                  <a:path w="126" h="439" extrusionOk="0">
                    <a:moveTo>
                      <a:pt x="1" y="0"/>
                    </a:moveTo>
                    <a:lnTo>
                      <a:pt x="1" y="438"/>
                    </a:lnTo>
                    <a:lnTo>
                      <a:pt x="125" y="438"/>
                    </a:lnTo>
                    <a:lnTo>
                      <a:pt x="12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 name="Google Shape;156;p5"/>
              <p:cNvSpPr/>
              <p:nvPr/>
            </p:nvSpPr>
            <p:spPr>
              <a:xfrm>
                <a:off x="4161244" y="2358685"/>
                <a:ext cx="16135" cy="57498"/>
              </a:xfrm>
              <a:custGeom>
                <a:avLst/>
                <a:gdLst/>
                <a:ahLst/>
                <a:cxnLst/>
                <a:rect l="l" t="t" r="r" b="b"/>
                <a:pathLst>
                  <a:path w="126" h="449" extrusionOk="0">
                    <a:moveTo>
                      <a:pt x="1" y="1"/>
                    </a:moveTo>
                    <a:lnTo>
                      <a:pt x="1" y="449"/>
                    </a:lnTo>
                    <a:lnTo>
                      <a:pt x="125" y="449"/>
                    </a:lnTo>
                    <a:lnTo>
                      <a:pt x="12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 name="Google Shape;157;p5"/>
              <p:cNvSpPr/>
              <p:nvPr/>
            </p:nvSpPr>
            <p:spPr>
              <a:xfrm>
                <a:off x="4161244" y="2471759"/>
                <a:ext cx="16135" cy="56217"/>
              </a:xfrm>
              <a:custGeom>
                <a:avLst/>
                <a:gdLst/>
                <a:ahLst/>
                <a:cxnLst/>
                <a:rect l="l" t="t" r="r" b="b"/>
                <a:pathLst>
                  <a:path w="126" h="439" extrusionOk="0">
                    <a:moveTo>
                      <a:pt x="1" y="0"/>
                    </a:moveTo>
                    <a:lnTo>
                      <a:pt x="1" y="438"/>
                    </a:lnTo>
                    <a:lnTo>
                      <a:pt x="125" y="438"/>
                    </a:lnTo>
                    <a:lnTo>
                      <a:pt x="12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 name="Google Shape;158;p5"/>
              <p:cNvSpPr/>
              <p:nvPr/>
            </p:nvSpPr>
            <p:spPr>
              <a:xfrm>
                <a:off x="4161244" y="2583424"/>
                <a:ext cx="16135" cy="58010"/>
              </a:xfrm>
              <a:custGeom>
                <a:avLst/>
                <a:gdLst/>
                <a:ahLst/>
                <a:cxnLst/>
                <a:rect l="l" t="t" r="r" b="b"/>
                <a:pathLst>
                  <a:path w="126" h="453" extrusionOk="0">
                    <a:moveTo>
                      <a:pt x="1" y="1"/>
                    </a:moveTo>
                    <a:lnTo>
                      <a:pt x="1" y="452"/>
                    </a:lnTo>
                    <a:lnTo>
                      <a:pt x="125" y="452"/>
                    </a:lnTo>
                    <a:lnTo>
                      <a:pt x="12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 name="Google Shape;159;p5"/>
              <p:cNvSpPr/>
              <p:nvPr/>
            </p:nvSpPr>
            <p:spPr>
              <a:xfrm>
                <a:off x="4161244" y="3373787"/>
                <a:ext cx="16135" cy="55705"/>
              </a:xfrm>
              <a:custGeom>
                <a:avLst/>
                <a:gdLst/>
                <a:ahLst/>
                <a:cxnLst/>
                <a:rect l="l" t="t" r="r" b="b"/>
                <a:pathLst>
                  <a:path w="126" h="435" extrusionOk="0">
                    <a:moveTo>
                      <a:pt x="1" y="0"/>
                    </a:moveTo>
                    <a:lnTo>
                      <a:pt x="1" y="422"/>
                    </a:lnTo>
                    <a:lnTo>
                      <a:pt x="1" y="435"/>
                    </a:lnTo>
                    <a:lnTo>
                      <a:pt x="125" y="435"/>
                    </a:lnTo>
                    <a:lnTo>
                      <a:pt x="125" y="422"/>
                    </a:lnTo>
                    <a:lnTo>
                      <a:pt x="12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 name="Google Shape;160;p5"/>
              <p:cNvSpPr/>
              <p:nvPr/>
            </p:nvSpPr>
            <p:spPr>
              <a:xfrm>
                <a:off x="4393154" y="3710319"/>
                <a:ext cx="57882" cy="22666"/>
              </a:xfrm>
              <a:custGeom>
                <a:avLst/>
                <a:gdLst/>
                <a:ahLst/>
                <a:cxnLst/>
                <a:rect l="l" t="t" r="r" b="b"/>
                <a:pathLst>
                  <a:path w="452" h="177" extrusionOk="0">
                    <a:moveTo>
                      <a:pt x="30" y="0"/>
                    </a:moveTo>
                    <a:lnTo>
                      <a:pt x="1" y="108"/>
                    </a:lnTo>
                    <a:cubicBezTo>
                      <a:pt x="138" y="151"/>
                      <a:pt x="288" y="177"/>
                      <a:pt x="439" y="177"/>
                    </a:cubicBezTo>
                    <a:lnTo>
                      <a:pt x="452" y="69"/>
                    </a:lnTo>
                    <a:cubicBezTo>
                      <a:pt x="301" y="52"/>
                      <a:pt x="164" y="39"/>
                      <a:pt x="3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 name="Google Shape;161;p5"/>
              <p:cNvSpPr/>
              <p:nvPr/>
            </p:nvSpPr>
            <p:spPr>
              <a:xfrm>
                <a:off x="4161244" y="2696882"/>
                <a:ext cx="16135" cy="55833"/>
              </a:xfrm>
              <a:custGeom>
                <a:avLst/>
                <a:gdLst/>
                <a:ahLst/>
                <a:cxnLst/>
                <a:rect l="l" t="t" r="r" b="b"/>
                <a:pathLst>
                  <a:path w="126" h="436" extrusionOk="0">
                    <a:moveTo>
                      <a:pt x="1" y="1"/>
                    </a:moveTo>
                    <a:lnTo>
                      <a:pt x="1" y="435"/>
                    </a:lnTo>
                    <a:lnTo>
                      <a:pt x="125" y="435"/>
                    </a:lnTo>
                    <a:lnTo>
                      <a:pt x="12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 name="Google Shape;162;p5"/>
              <p:cNvSpPr/>
              <p:nvPr/>
            </p:nvSpPr>
            <p:spPr>
              <a:xfrm>
                <a:off x="4168415" y="3483403"/>
                <a:ext cx="29837" cy="57882"/>
              </a:xfrm>
              <a:custGeom>
                <a:avLst/>
                <a:gdLst/>
                <a:ahLst/>
                <a:cxnLst/>
                <a:rect l="l" t="t" r="r" b="b"/>
                <a:pathLst>
                  <a:path w="233" h="452" extrusionOk="0">
                    <a:moveTo>
                      <a:pt x="108" y="1"/>
                    </a:moveTo>
                    <a:lnTo>
                      <a:pt x="0" y="27"/>
                    </a:lnTo>
                    <a:cubicBezTo>
                      <a:pt x="27" y="164"/>
                      <a:pt x="69" y="314"/>
                      <a:pt x="121" y="452"/>
                    </a:cubicBezTo>
                    <a:lnTo>
                      <a:pt x="233" y="409"/>
                    </a:lnTo>
                    <a:cubicBezTo>
                      <a:pt x="177" y="288"/>
                      <a:pt x="134" y="138"/>
                      <a:pt x="10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 name="Google Shape;163;p5"/>
              <p:cNvSpPr/>
              <p:nvPr/>
            </p:nvSpPr>
            <p:spPr>
              <a:xfrm>
                <a:off x="4288532" y="3664603"/>
                <a:ext cx="56217" cy="40338"/>
              </a:xfrm>
              <a:custGeom>
                <a:avLst/>
                <a:gdLst/>
                <a:ahLst/>
                <a:cxnLst/>
                <a:rect l="l" t="t" r="r" b="b"/>
                <a:pathLst>
                  <a:path w="439" h="315" extrusionOk="0">
                    <a:moveTo>
                      <a:pt x="69" y="1"/>
                    </a:moveTo>
                    <a:lnTo>
                      <a:pt x="1" y="83"/>
                    </a:lnTo>
                    <a:cubicBezTo>
                      <a:pt x="125" y="181"/>
                      <a:pt x="259" y="246"/>
                      <a:pt x="396" y="315"/>
                    </a:cubicBezTo>
                    <a:lnTo>
                      <a:pt x="439" y="220"/>
                    </a:lnTo>
                    <a:cubicBezTo>
                      <a:pt x="314" y="151"/>
                      <a:pt x="193" y="83"/>
                      <a:pt x="6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 name="Google Shape;164;p5"/>
              <p:cNvSpPr/>
              <p:nvPr/>
            </p:nvSpPr>
            <p:spPr>
              <a:xfrm>
                <a:off x="4210290" y="3584696"/>
                <a:ext cx="45332" cy="54168"/>
              </a:xfrm>
              <a:custGeom>
                <a:avLst/>
                <a:gdLst/>
                <a:ahLst/>
                <a:cxnLst/>
                <a:rect l="l" t="t" r="r" b="b"/>
                <a:pathLst>
                  <a:path w="354" h="423" extrusionOk="0">
                    <a:moveTo>
                      <a:pt x="95" y="1"/>
                    </a:moveTo>
                    <a:lnTo>
                      <a:pt x="0" y="69"/>
                    </a:lnTo>
                    <a:cubicBezTo>
                      <a:pt x="82" y="190"/>
                      <a:pt x="177" y="314"/>
                      <a:pt x="285" y="422"/>
                    </a:cubicBezTo>
                    <a:lnTo>
                      <a:pt x="353" y="341"/>
                    </a:lnTo>
                    <a:cubicBezTo>
                      <a:pt x="259" y="233"/>
                      <a:pt x="177" y="122"/>
                      <a:pt x="9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 name="Google Shape;165;p5"/>
              <p:cNvSpPr/>
              <p:nvPr/>
            </p:nvSpPr>
            <p:spPr>
              <a:xfrm>
                <a:off x="3857879" y="1971571"/>
                <a:ext cx="57882" cy="17288"/>
              </a:xfrm>
              <a:custGeom>
                <a:avLst/>
                <a:gdLst/>
                <a:ahLst/>
                <a:cxnLst/>
                <a:rect l="l" t="t" r="r" b="b"/>
                <a:pathLst>
                  <a:path w="452" h="135" extrusionOk="0">
                    <a:moveTo>
                      <a:pt x="0" y="0"/>
                    </a:moveTo>
                    <a:lnTo>
                      <a:pt x="13" y="108"/>
                    </a:lnTo>
                    <a:lnTo>
                      <a:pt x="95" y="108"/>
                    </a:lnTo>
                    <a:cubicBezTo>
                      <a:pt x="206" y="108"/>
                      <a:pt x="327" y="121"/>
                      <a:pt x="435" y="134"/>
                    </a:cubicBezTo>
                    <a:lnTo>
                      <a:pt x="451" y="26"/>
                    </a:lnTo>
                    <a:cubicBezTo>
                      <a:pt x="340" y="13"/>
                      <a:pt x="219" y="0"/>
                      <a:pt x="9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 name="Google Shape;166;p5"/>
              <p:cNvSpPr/>
              <p:nvPr/>
            </p:nvSpPr>
            <p:spPr>
              <a:xfrm>
                <a:off x="4161244" y="2245228"/>
                <a:ext cx="16135" cy="57498"/>
              </a:xfrm>
              <a:custGeom>
                <a:avLst/>
                <a:gdLst/>
                <a:ahLst/>
                <a:cxnLst/>
                <a:rect l="l" t="t" r="r" b="b"/>
                <a:pathLst>
                  <a:path w="126" h="449" extrusionOk="0">
                    <a:moveTo>
                      <a:pt x="109" y="1"/>
                    </a:moveTo>
                    <a:lnTo>
                      <a:pt x="1" y="14"/>
                    </a:lnTo>
                    <a:lnTo>
                      <a:pt x="1" y="259"/>
                    </a:lnTo>
                    <a:lnTo>
                      <a:pt x="1" y="449"/>
                    </a:lnTo>
                    <a:lnTo>
                      <a:pt x="125" y="449"/>
                    </a:lnTo>
                    <a:lnTo>
                      <a:pt x="125" y="259"/>
                    </a:lnTo>
                    <a:cubicBezTo>
                      <a:pt x="125" y="164"/>
                      <a:pt x="109" y="83"/>
                      <a:pt x="10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 name="Google Shape;167;p5"/>
              <p:cNvSpPr/>
              <p:nvPr/>
            </p:nvSpPr>
            <p:spPr>
              <a:xfrm>
                <a:off x="4129870" y="2135227"/>
                <a:ext cx="33167" cy="57882"/>
              </a:xfrm>
              <a:custGeom>
                <a:avLst/>
                <a:gdLst/>
                <a:ahLst/>
                <a:cxnLst/>
                <a:rect l="l" t="t" r="r" b="b"/>
                <a:pathLst>
                  <a:path w="259" h="452" extrusionOk="0">
                    <a:moveTo>
                      <a:pt x="96" y="0"/>
                    </a:moveTo>
                    <a:lnTo>
                      <a:pt x="1" y="56"/>
                    </a:lnTo>
                    <a:cubicBezTo>
                      <a:pt x="56" y="177"/>
                      <a:pt x="109" y="314"/>
                      <a:pt x="151" y="451"/>
                    </a:cubicBezTo>
                    <a:lnTo>
                      <a:pt x="259" y="422"/>
                    </a:lnTo>
                    <a:cubicBezTo>
                      <a:pt x="220" y="275"/>
                      <a:pt x="164" y="138"/>
                      <a:pt x="9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 name="Google Shape;168;p5"/>
              <p:cNvSpPr/>
              <p:nvPr/>
            </p:nvSpPr>
            <p:spPr>
              <a:xfrm>
                <a:off x="4062129" y="2046484"/>
                <a:ext cx="48662" cy="50711"/>
              </a:xfrm>
              <a:custGeom>
                <a:avLst/>
                <a:gdLst/>
                <a:ahLst/>
                <a:cxnLst/>
                <a:rect l="l" t="t" r="r" b="b"/>
                <a:pathLst>
                  <a:path w="380" h="396" extrusionOk="0">
                    <a:moveTo>
                      <a:pt x="66" y="0"/>
                    </a:moveTo>
                    <a:lnTo>
                      <a:pt x="0" y="82"/>
                    </a:lnTo>
                    <a:cubicBezTo>
                      <a:pt x="108" y="177"/>
                      <a:pt x="203" y="285"/>
                      <a:pt x="285" y="396"/>
                    </a:cubicBezTo>
                    <a:lnTo>
                      <a:pt x="379" y="327"/>
                    </a:lnTo>
                    <a:cubicBezTo>
                      <a:pt x="285" y="203"/>
                      <a:pt x="177" y="95"/>
                      <a:pt x="6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 name="Google Shape;169;p5"/>
              <p:cNvSpPr/>
              <p:nvPr/>
            </p:nvSpPr>
            <p:spPr>
              <a:xfrm>
                <a:off x="3965830" y="1988731"/>
                <a:ext cx="57882" cy="36881"/>
              </a:xfrm>
              <a:custGeom>
                <a:avLst/>
                <a:gdLst/>
                <a:ahLst/>
                <a:cxnLst/>
                <a:rect l="l" t="t" r="r" b="b"/>
                <a:pathLst>
                  <a:path w="452" h="288" extrusionOk="0">
                    <a:moveTo>
                      <a:pt x="43" y="0"/>
                    </a:moveTo>
                    <a:lnTo>
                      <a:pt x="0" y="95"/>
                    </a:lnTo>
                    <a:cubicBezTo>
                      <a:pt x="138" y="151"/>
                      <a:pt x="275" y="206"/>
                      <a:pt x="396" y="288"/>
                    </a:cubicBezTo>
                    <a:lnTo>
                      <a:pt x="452" y="193"/>
                    </a:lnTo>
                    <a:cubicBezTo>
                      <a:pt x="327" y="111"/>
                      <a:pt x="193" y="56"/>
                      <a:pt x="43"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 name="Google Shape;170;p5"/>
              <p:cNvSpPr/>
              <p:nvPr/>
            </p:nvSpPr>
            <p:spPr>
              <a:xfrm>
                <a:off x="4161244" y="3260329"/>
                <a:ext cx="16135" cy="55833"/>
              </a:xfrm>
              <a:custGeom>
                <a:avLst/>
                <a:gdLst/>
                <a:ahLst/>
                <a:cxnLst/>
                <a:rect l="l" t="t" r="r" b="b"/>
                <a:pathLst>
                  <a:path w="126" h="436" extrusionOk="0">
                    <a:moveTo>
                      <a:pt x="1" y="0"/>
                    </a:moveTo>
                    <a:lnTo>
                      <a:pt x="1" y="435"/>
                    </a:lnTo>
                    <a:lnTo>
                      <a:pt x="125" y="435"/>
                    </a:lnTo>
                    <a:lnTo>
                      <a:pt x="12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 name="Google Shape;171;p5"/>
              <p:cNvSpPr/>
              <p:nvPr/>
            </p:nvSpPr>
            <p:spPr>
              <a:xfrm>
                <a:off x="4161244" y="3035079"/>
                <a:ext cx="16135" cy="56217"/>
              </a:xfrm>
              <a:custGeom>
                <a:avLst/>
                <a:gdLst/>
                <a:ahLst/>
                <a:cxnLst/>
                <a:rect l="l" t="t" r="r" b="b"/>
                <a:pathLst>
                  <a:path w="126" h="439" extrusionOk="0">
                    <a:moveTo>
                      <a:pt x="1" y="1"/>
                    </a:moveTo>
                    <a:lnTo>
                      <a:pt x="1" y="439"/>
                    </a:lnTo>
                    <a:lnTo>
                      <a:pt x="125" y="439"/>
                    </a:lnTo>
                    <a:lnTo>
                      <a:pt x="12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 name="Google Shape;172;p5"/>
              <p:cNvSpPr/>
              <p:nvPr/>
            </p:nvSpPr>
            <p:spPr>
              <a:xfrm>
                <a:off x="4161244" y="2810340"/>
                <a:ext cx="16135" cy="55833"/>
              </a:xfrm>
              <a:custGeom>
                <a:avLst/>
                <a:gdLst/>
                <a:ahLst/>
                <a:cxnLst/>
                <a:rect l="l" t="t" r="r" b="b"/>
                <a:pathLst>
                  <a:path w="126" h="436" extrusionOk="0">
                    <a:moveTo>
                      <a:pt x="1" y="1"/>
                    </a:moveTo>
                    <a:lnTo>
                      <a:pt x="1" y="435"/>
                    </a:lnTo>
                    <a:lnTo>
                      <a:pt x="125" y="435"/>
                    </a:lnTo>
                    <a:lnTo>
                      <a:pt x="12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 name="Google Shape;173;p5"/>
              <p:cNvSpPr/>
              <p:nvPr/>
            </p:nvSpPr>
            <p:spPr>
              <a:xfrm>
                <a:off x="4161244" y="3146872"/>
                <a:ext cx="16135" cy="57498"/>
              </a:xfrm>
              <a:custGeom>
                <a:avLst/>
                <a:gdLst/>
                <a:ahLst/>
                <a:cxnLst/>
                <a:rect l="l" t="t" r="r" b="b"/>
                <a:pathLst>
                  <a:path w="126" h="449" extrusionOk="0">
                    <a:moveTo>
                      <a:pt x="1" y="1"/>
                    </a:moveTo>
                    <a:lnTo>
                      <a:pt x="1" y="448"/>
                    </a:lnTo>
                    <a:lnTo>
                      <a:pt x="125" y="448"/>
                    </a:lnTo>
                    <a:lnTo>
                      <a:pt x="12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 name="Google Shape;174;p5"/>
              <p:cNvSpPr/>
              <p:nvPr/>
            </p:nvSpPr>
            <p:spPr>
              <a:xfrm>
                <a:off x="4761060" y="1231918"/>
                <a:ext cx="14342" cy="55833"/>
              </a:xfrm>
              <a:custGeom>
                <a:avLst/>
                <a:gdLst/>
                <a:ahLst/>
                <a:cxnLst/>
                <a:rect l="l" t="t" r="r" b="b"/>
                <a:pathLst>
                  <a:path w="112" h="436" extrusionOk="0">
                    <a:moveTo>
                      <a:pt x="1" y="0"/>
                    </a:moveTo>
                    <a:lnTo>
                      <a:pt x="1" y="435"/>
                    </a:lnTo>
                    <a:lnTo>
                      <a:pt x="112" y="435"/>
                    </a:lnTo>
                    <a:lnTo>
                      <a:pt x="112"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 name="Google Shape;175;p5"/>
              <p:cNvSpPr/>
              <p:nvPr/>
            </p:nvSpPr>
            <p:spPr>
              <a:xfrm>
                <a:off x="4761060" y="1343711"/>
                <a:ext cx="14342" cy="57498"/>
              </a:xfrm>
              <a:custGeom>
                <a:avLst/>
                <a:gdLst/>
                <a:ahLst/>
                <a:cxnLst/>
                <a:rect l="l" t="t" r="r" b="b"/>
                <a:pathLst>
                  <a:path w="112" h="449" extrusionOk="0">
                    <a:moveTo>
                      <a:pt x="1" y="0"/>
                    </a:moveTo>
                    <a:lnTo>
                      <a:pt x="1" y="448"/>
                    </a:lnTo>
                    <a:lnTo>
                      <a:pt x="112" y="448"/>
                    </a:lnTo>
                    <a:lnTo>
                      <a:pt x="112"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 name="Google Shape;176;p5"/>
              <p:cNvSpPr/>
              <p:nvPr/>
            </p:nvSpPr>
            <p:spPr>
              <a:xfrm>
                <a:off x="4761060" y="1003338"/>
                <a:ext cx="14342" cy="59547"/>
              </a:xfrm>
              <a:custGeom>
                <a:avLst/>
                <a:gdLst/>
                <a:ahLst/>
                <a:cxnLst/>
                <a:rect l="l" t="t" r="r" b="b"/>
                <a:pathLst>
                  <a:path w="112" h="465" extrusionOk="0">
                    <a:moveTo>
                      <a:pt x="1" y="1"/>
                    </a:moveTo>
                    <a:lnTo>
                      <a:pt x="1" y="27"/>
                    </a:lnTo>
                    <a:lnTo>
                      <a:pt x="1" y="436"/>
                    </a:lnTo>
                    <a:lnTo>
                      <a:pt x="1" y="465"/>
                    </a:lnTo>
                    <a:lnTo>
                      <a:pt x="112" y="465"/>
                    </a:lnTo>
                    <a:lnTo>
                      <a:pt x="112" y="436"/>
                    </a:lnTo>
                    <a:lnTo>
                      <a:pt x="112" y="27"/>
                    </a:lnTo>
                    <a:lnTo>
                      <a:pt x="112"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 name="Google Shape;177;p5"/>
              <p:cNvSpPr/>
              <p:nvPr/>
            </p:nvSpPr>
            <p:spPr>
              <a:xfrm>
                <a:off x="4761060" y="1118460"/>
                <a:ext cx="14342" cy="57882"/>
              </a:xfrm>
              <a:custGeom>
                <a:avLst/>
                <a:gdLst/>
                <a:ahLst/>
                <a:cxnLst/>
                <a:rect l="l" t="t" r="r" b="b"/>
                <a:pathLst>
                  <a:path w="112" h="452" extrusionOk="0">
                    <a:moveTo>
                      <a:pt x="1" y="1"/>
                    </a:moveTo>
                    <a:lnTo>
                      <a:pt x="1" y="452"/>
                    </a:lnTo>
                    <a:lnTo>
                      <a:pt x="112" y="452"/>
                    </a:lnTo>
                    <a:lnTo>
                      <a:pt x="112"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 name="Google Shape;178;p5"/>
              <p:cNvSpPr/>
              <p:nvPr/>
            </p:nvSpPr>
            <p:spPr>
              <a:xfrm>
                <a:off x="4761060" y="2020105"/>
                <a:ext cx="14342" cy="56217"/>
              </a:xfrm>
              <a:custGeom>
                <a:avLst/>
                <a:gdLst/>
                <a:ahLst/>
                <a:cxnLst/>
                <a:rect l="l" t="t" r="r" b="b"/>
                <a:pathLst>
                  <a:path w="112" h="439" extrusionOk="0">
                    <a:moveTo>
                      <a:pt x="1" y="0"/>
                    </a:moveTo>
                    <a:lnTo>
                      <a:pt x="1" y="438"/>
                    </a:lnTo>
                    <a:lnTo>
                      <a:pt x="112" y="438"/>
                    </a:lnTo>
                    <a:lnTo>
                      <a:pt x="112"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 name="Google Shape;179;p5"/>
              <p:cNvSpPr/>
              <p:nvPr/>
            </p:nvSpPr>
            <p:spPr>
              <a:xfrm>
                <a:off x="4761060" y="2131898"/>
                <a:ext cx="14342" cy="57370"/>
              </a:xfrm>
              <a:custGeom>
                <a:avLst/>
                <a:gdLst/>
                <a:ahLst/>
                <a:cxnLst/>
                <a:rect l="l" t="t" r="r" b="b"/>
                <a:pathLst>
                  <a:path w="112" h="448" extrusionOk="0">
                    <a:moveTo>
                      <a:pt x="1" y="0"/>
                    </a:moveTo>
                    <a:lnTo>
                      <a:pt x="1" y="448"/>
                    </a:lnTo>
                    <a:lnTo>
                      <a:pt x="112" y="448"/>
                    </a:lnTo>
                    <a:lnTo>
                      <a:pt x="112"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 name="Google Shape;180;p5"/>
              <p:cNvSpPr/>
              <p:nvPr/>
            </p:nvSpPr>
            <p:spPr>
              <a:xfrm>
                <a:off x="4761060" y="1456657"/>
                <a:ext cx="14342" cy="56217"/>
              </a:xfrm>
              <a:custGeom>
                <a:avLst/>
                <a:gdLst/>
                <a:ahLst/>
                <a:cxnLst/>
                <a:rect l="l" t="t" r="r" b="b"/>
                <a:pathLst>
                  <a:path w="112" h="439" extrusionOk="0">
                    <a:moveTo>
                      <a:pt x="1" y="1"/>
                    </a:moveTo>
                    <a:lnTo>
                      <a:pt x="1" y="439"/>
                    </a:lnTo>
                    <a:lnTo>
                      <a:pt x="112" y="439"/>
                    </a:lnTo>
                    <a:lnTo>
                      <a:pt x="112"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 name="Google Shape;181;p5"/>
              <p:cNvSpPr/>
              <p:nvPr/>
            </p:nvSpPr>
            <p:spPr>
              <a:xfrm>
                <a:off x="4761060" y="2245228"/>
                <a:ext cx="14342" cy="55833"/>
              </a:xfrm>
              <a:custGeom>
                <a:avLst/>
                <a:gdLst/>
                <a:ahLst/>
                <a:cxnLst/>
                <a:rect l="l" t="t" r="r" b="b"/>
                <a:pathLst>
                  <a:path w="112" h="436" extrusionOk="0">
                    <a:moveTo>
                      <a:pt x="1" y="1"/>
                    </a:moveTo>
                    <a:lnTo>
                      <a:pt x="1" y="436"/>
                    </a:lnTo>
                    <a:lnTo>
                      <a:pt x="112" y="436"/>
                    </a:lnTo>
                    <a:lnTo>
                      <a:pt x="112"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 name="Google Shape;182;p5"/>
              <p:cNvSpPr/>
              <p:nvPr/>
            </p:nvSpPr>
            <p:spPr>
              <a:xfrm>
                <a:off x="4761060" y="1570115"/>
                <a:ext cx="14342" cy="56217"/>
              </a:xfrm>
              <a:custGeom>
                <a:avLst/>
                <a:gdLst/>
                <a:ahLst/>
                <a:cxnLst/>
                <a:rect l="l" t="t" r="r" b="b"/>
                <a:pathLst>
                  <a:path w="112" h="439" extrusionOk="0">
                    <a:moveTo>
                      <a:pt x="1" y="1"/>
                    </a:moveTo>
                    <a:lnTo>
                      <a:pt x="1" y="439"/>
                    </a:lnTo>
                    <a:lnTo>
                      <a:pt x="112" y="439"/>
                    </a:lnTo>
                    <a:lnTo>
                      <a:pt x="112"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 name="Google Shape;183;p5"/>
              <p:cNvSpPr/>
              <p:nvPr/>
            </p:nvSpPr>
            <p:spPr>
              <a:xfrm>
                <a:off x="4761060" y="1681908"/>
                <a:ext cx="14342" cy="55833"/>
              </a:xfrm>
              <a:custGeom>
                <a:avLst/>
                <a:gdLst/>
                <a:ahLst/>
                <a:cxnLst/>
                <a:rect l="l" t="t" r="r" b="b"/>
                <a:pathLst>
                  <a:path w="112" h="436" extrusionOk="0">
                    <a:moveTo>
                      <a:pt x="1" y="0"/>
                    </a:moveTo>
                    <a:lnTo>
                      <a:pt x="1" y="435"/>
                    </a:lnTo>
                    <a:lnTo>
                      <a:pt x="112" y="435"/>
                    </a:lnTo>
                    <a:lnTo>
                      <a:pt x="112"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 name="Google Shape;184;p5"/>
              <p:cNvSpPr/>
              <p:nvPr/>
            </p:nvSpPr>
            <p:spPr>
              <a:xfrm>
                <a:off x="4761060" y="1906647"/>
                <a:ext cx="14342" cy="57882"/>
              </a:xfrm>
              <a:custGeom>
                <a:avLst/>
                <a:gdLst/>
                <a:ahLst/>
                <a:cxnLst/>
                <a:rect l="l" t="t" r="r" b="b"/>
                <a:pathLst>
                  <a:path w="112" h="452" extrusionOk="0">
                    <a:moveTo>
                      <a:pt x="1" y="1"/>
                    </a:moveTo>
                    <a:lnTo>
                      <a:pt x="1" y="452"/>
                    </a:lnTo>
                    <a:lnTo>
                      <a:pt x="112" y="452"/>
                    </a:lnTo>
                    <a:lnTo>
                      <a:pt x="112"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 name="Google Shape;185;p5"/>
              <p:cNvSpPr/>
              <p:nvPr/>
            </p:nvSpPr>
            <p:spPr>
              <a:xfrm>
                <a:off x="4761060" y="1795366"/>
                <a:ext cx="14342" cy="55705"/>
              </a:xfrm>
              <a:custGeom>
                <a:avLst/>
                <a:gdLst/>
                <a:ahLst/>
                <a:cxnLst/>
                <a:rect l="l" t="t" r="r" b="b"/>
                <a:pathLst>
                  <a:path w="112" h="435" extrusionOk="0">
                    <a:moveTo>
                      <a:pt x="1" y="0"/>
                    </a:moveTo>
                    <a:lnTo>
                      <a:pt x="1" y="435"/>
                    </a:lnTo>
                    <a:lnTo>
                      <a:pt x="112" y="435"/>
                    </a:lnTo>
                    <a:lnTo>
                      <a:pt x="112"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 name="Google Shape;186;p5"/>
              <p:cNvSpPr/>
              <p:nvPr/>
            </p:nvSpPr>
            <p:spPr>
              <a:xfrm>
                <a:off x="4761060" y="328609"/>
                <a:ext cx="14342" cy="55833"/>
              </a:xfrm>
              <a:custGeom>
                <a:avLst/>
                <a:gdLst/>
                <a:ahLst/>
                <a:cxnLst/>
                <a:rect l="l" t="t" r="r" b="b"/>
                <a:pathLst>
                  <a:path w="112" h="436" extrusionOk="0">
                    <a:moveTo>
                      <a:pt x="1" y="1"/>
                    </a:moveTo>
                    <a:lnTo>
                      <a:pt x="1" y="435"/>
                    </a:lnTo>
                    <a:lnTo>
                      <a:pt x="112" y="435"/>
                    </a:lnTo>
                    <a:lnTo>
                      <a:pt x="112"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 name="Google Shape;187;p5"/>
              <p:cNvSpPr/>
              <p:nvPr/>
            </p:nvSpPr>
            <p:spPr>
              <a:xfrm>
                <a:off x="4761060" y="440018"/>
                <a:ext cx="14342" cy="56217"/>
              </a:xfrm>
              <a:custGeom>
                <a:avLst/>
                <a:gdLst/>
                <a:ahLst/>
                <a:cxnLst/>
                <a:rect l="l" t="t" r="r" b="b"/>
                <a:pathLst>
                  <a:path w="112" h="439" extrusionOk="0">
                    <a:moveTo>
                      <a:pt x="1" y="0"/>
                    </a:moveTo>
                    <a:lnTo>
                      <a:pt x="1" y="438"/>
                    </a:lnTo>
                    <a:lnTo>
                      <a:pt x="112" y="438"/>
                    </a:lnTo>
                    <a:lnTo>
                      <a:pt x="112"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 name="Google Shape;188;p5"/>
              <p:cNvSpPr/>
              <p:nvPr/>
            </p:nvSpPr>
            <p:spPr>
              <a:xfrm>
                <a:off x="4761060" y="101822"/>
                <a:ext cx="14342" cy="57370"/>
              </a:xfrm>
              <a:custGeom>
                <a:avLst/>
                <a:gdLst/>
                <a:ahLst/>
                <a:cxnLst/>
                <a:rect l="l" t="t" r="r" b="b"/>
                <a:pathLst>
                  <a:path w="112" h="448" extrusionOk="0">
                    <a:moveTo>
                      <a:pt x="1" y="0"/>
                    </a:moveTo>
                    <a:lnTo>
                      <a:pt x="1" y="448"/>
                    </a:lnTo>
                    <a:lnTo>
                      <a:pt x="112" y="448"/>
                    </a:lnTo>
                    <a:lnTo>
                      <a:pt x="112"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 name="Google Shape;189;p5"/>
              <p:cNvSpPr/>
              <p:nvPr/>
            </p:nvSpPr>
            <p:spPr>
              <a:xfrm>
                <a:off x="4761060" y="215152"/>
                <a:ext cx="14342" cy="55833"/>
              </a:xfrm>
              <a:custGeom>
                <a:avLst/>
                <a:gdLst/>
                <a:ahLst/>
                <a:cxnLst/>
                <a:rect l="l" t="t" r="r" b="b"/>
                <a:pathLst>
                  <a:path w="112" h="436" extrusionOk="0">
                    <a:moveTo>
                      <a:pt x="1" y="1"/>
                    </a:moveTo>
                    <a:lnTo>
                      <a:pt x="1" y="436"/>
                    </a:lnTo>
                    <a:lnTo>
                      <a:pt x="112" y="436"/>
                    </a:lnTo>
                    <a:lnTo>
                      <a:pt x="112"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 name="Google Shape;190;p5"/>
              <p:cNvSpPr/>
              <p:nvPr/>
            </p:nvSpPr>
            <p:spPr>
              <a:xfrm>
                <a:off x="4761060" y="553476"/>
                <a:ext cx="14342" cy="55705"/>
              </a:xfrm>
              <a:custGeom>
                <a:avLst/>
                <a:gdLst/>
                <a:ahLst/>
                <a:cxnLst/>
                <a:rect l="l" t="t" r="r" b="b"/>
                <a:pathLst>
                  <a:path w="112" h="435" extrusionOk="0">
                    <a:moveTo>
                      <a:pt x="1" y="0"/>
                    </a:moveTo>
                    <a:lnTo>
                      <a:pt x="1" y="435"/>
                    </a:lnTo>
                    <a:lnTo>
                      <a:pt x="112" y="435"/>
                    </a:lnTo>
                    <a:lnTo>
                      <a:pt x="112"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 name="Google Shape;191;p5"/>
              <p:cNvSpPr/>
              <p:nvPr/>
            </p:nvSpPr>
            <p:spPr>
              <a:xfrm>
                <a:off x="4761060" y="665141"/>
                <a:ext cx="14342" cy="57498"/>
              </a:xfrm>
              <a:custGeom>
                <a:avLst/>
                <a:gdLst/>
                <a:ahLst/>
                <a:cxnLst/>
                <a:rect l="l" t="t" r="r" b="b"/>
                <a:pathLst>
                  <a:path w="112" h="449" extrusionOk="0">
                    <a:moveTo>
                      <a:pt x="1" y="1"/>
                    </a:moveTo>
                    <a:lnTo>
                      <a:pt x="1" y="449"/>
                    </a:lnTo>
                    <a:lnTo>
                      <a:pt x="112" y="449"/>
                    </a:lnTo>
                    <a:lnTo>
                      <a:pt x="112"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 name="Google Shape;192;p5"/>
              <p:cNvSpPr/>
              <p:nvPr/>
            </p:nvSpPr>
            <p:spPr>
              <a:xfrm>
                <a:off x="4761060" y="778599"/>
                <a:ext cx="14342" cy="55833"/>
              </a:xfrm>
              <a:custGeom>
                <a:avLst/>
                <a:gdLst/>
                <a:ahLst/>
                <a:cxnLst/>
                <a:rect l="l" t="t" r="r" b="b"/>
                <a:pathLst>
                  <a:path w="112" h="436" extrusionOk="0">
                    <a:moveTo>
                      <a:pt x="1" y="1"/>
                    </a:moveTo>
                    <a:lnTo>
                      <a:pt x="1" y="435"/>
                    </a:lnTo>
                    <a:lnTo>
                      <a:pt x="112" y="435"/>
                    </a:lnTo>
                    <a:lnTo>
                      <a:pt x="112"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 name="Google Shape;193;p5"/>
              <p:cNvSpPr/>
              <p:nvPr/>
            </p:nvSpPr>
            <p:spPr>
              <a:xfrm>
                <a:off x="4761060" y="889880"/>
                <a:ext cx="14342" cy="58010"/>
              </a:xfrm>
              <a:custGeom>
                <a:avLst/>
                <a:gdLst/>
                <a:ahLst/>
                <a:cxnLst/>
                <a:rect l="l" t="t" r="r" b="b"/>
                <a:pathLst>
                  <a:path w="112" h="453" extrusionOk="0">
                    <a:moveTo>
                      <a:pt x="1" y="1"/>
                    </a:moveTo>
                    <a:lnTo>
                      <a:pt x="1" y="452"/>
                    </a:lnTo>
                    <a:lnTo>
                      <a:pt x="112" y="452"/>
                    </a:lnTo>
                    <a:lnTo>
                      <a:pt x="112"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 name="Google Shape;194;p5"/>
              <p:cNvSpPr/>
              <p:nvPr/>
            </p:nvSpPr>
            <p:spPr>
              <a:xfrm>
                <a:off x="4761060" y="2921749"/>
                <a:ext cx="14342" cy="56217"/>
              </a:xfrm>
              <a:custGeom>
                <a:avLst/>
                <a:gdLst/>
                <a:ahLst/>
                <a:cxnLst/>
                <a:rect l="l" t="t" r="r" b="b"/>
                <a:pathLst>
                  <a:path w="112" h="439" extrusionOk="0">
                    <a:moveTo>
                      <a:pt x="1" y="0"/>
                    </a:moveTo>
                    <a:lnTo>
                      <a:pt x="1" y="438"/>
                    </a:lnTo>
                    <a:lnTo>
                      <a:pt x="112" y="438"/>
                    </a:lnTo>
                    <a:lnTo>
                      <a:pt x="112"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 name="Google Shape;195;p5"/>
              <p:cNvSpPr/>
              <p:nvPr/>
            </p:nvSpPr>
            <p:spPr>
              <a:xfrm>
                <a:off x="4761060" y="2358685"/>
                <a:ext cx="14342" cy="55833"/>
              </a:xfrm>
              <a:custGeom>
                <a:avLst/>
                <a:gdLst/>
                <a:ahLst/>
                <a:cxnLst/>
                <a:rect l="l" t="t" r="r" b="b"/>
                <a:pathLst>
                  <a:path w="112" h="436" extrusionOk="0">
                    <a:moveTo>
                      <a:pt x="1" y="1"/>
                    </a:moveTo>
                    <a:lnTo>
                      <a:pt x="1" y="435"/>
                    </a:lnTo>
                    <a:lnTo>
                      <a:pt x="112" y="435"/>
                    </a:lnTo>
                    <a:lnTo>
                      <a:pt x="112" y="148"/>
                    </a:lnTo>
                    <a:lnTo>
                      <a:pt x="112"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 name="Google Shape;196;p5"/>
              <p:cNvSpPr/>
              <p:nvPr/>
            </p:nvSpPr>
            <p:spPr>
              <a:xfrm>
                <a:off x="4761060" y="2470094"/>
                <a:ext cx="14342" cy="57882"/>
              </a:xfrm>
              <a:custGeom>
                <a:avLst/>
                <a:gdLst/>
                <a:ahLst/>
                <a:cxnLst/>
                <a:rect l="l" t="t" r="r" b="b"/>
                <a:pathLst>
                  <a:path w="112" h="452" extrusionOk="0">
                    <a:moveTo>
                      <a:pt x="1" y="0"/>
                    </a:moveTo>
                    <a:lnTo>
                      <a:pt x="1" y="451"/>
                    </a:lnTo>
                    <a:lnTo>
                      <a:pt x="112" y="451"/>
                    </a:lnTo>
                    <a:lnTo>
                      <a:pt x="112"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 name="Google Shape;197;p5"/>
              <p:cNvSpPr/>
              <p:nvPr/>
            </p:nvSpPr>
            <p:spPr>
              <a:xfrm>
                <a:off x="4761060" y="2583424"/>
                <a:ext cx="14342" cy="55833"/>
              </a:xfrm>
              <a:custGeom>
                <a:avLst/>
                <a:gdLst/>
                <a:ahLst/>
                <a:cxnLst/>
                <a:rect l="l" t="t" r="r" b="b"/>
                <a:pathLst>
                  <a:path w="112" h="436" extrusionOk="0">
                    <a:moveTo>
                      <a:pt x="1" y="1"/>
                    </a:moveTo>
                    <a:lnTo>
                      <a:pt x="1" y="436"/>
                    </a:lnTo>
                    <a:lnTo>
                      <a:pt x="112" y="436"/>
                    </a:lnTo>
                    <a:lnTo>
                      <a:pt x="112"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 name="Google Shape;198;p5"/>
              <p:cNvSpPr/>
              <p:nvPr/>
            </p:nvSpPr>
            <p:spPr>
              <a:xfrm>
                <a:off x="4761060" y="3368281"/>
                <a:ext cx="14342" cy="55833"/>
              </a:xfrm>
              <a:custGeom>
                <a:avLst/>
                <a:gdLst/>
                <a:ahLst/>
                <a:cxnLst/>
                <a:rect l="l" t="t" r="r" b="b"/>
                <a:pathLst>
                  <a:path w="112" h="436" extrusionOk="0">
                    <a:moveTo>
                      <a:pt x="1" y="1"/>
                    </a:moveTo>
                    <a:lnTo>
                      <a:pt x="1" y="422"/>
                    </a:lnTo>
                    <a:lnTo>
                      <a:pt x="1" y="435"/>
                    </a:lnTo>
                    <a:lnTo>
                      <a:pt x="112" y="435"/>
                    </a:lnTo>
                    <a:lnTo>
                      <a:pt x="112" y="422"/>
                    </a:lnTo>
                    <a:lnTo>
                      <a:pt x="112"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 name="Google Shape;199;p5"/>
              <p:cNvSpPr/>
              <p:nvPr/>
            </p:nvSpPr>
            <p:spPr>
              <a:xfrm>
                <a:off x="4485739" y="3710319"/>
                <a:ext cx="59547" cy="22666"/>
              </a:xfrm>
              <a:custGeom>
                <a:avLst/>
                <a:gdLst/>
                <a:ahLst/>
                <a:cxnLst/>
                <a:rect l="l" t="t" r="r" b="b"/>
                <a:pathLst>
                  <a:path w="465" h="177" extrusionOk="0">
                    <a:moveTo>
                      <a:pt x="435" y="0"/>
                    </a:moveTo>
                    <a:cubicBezTo>
                      <a:pt x="288" y="26"/>
                      <a:pt x="150" y="52"/>
                      <a:pt x="0" y="69"/>
                    </a:cubicBezTo>
                    <a:lnTo>
                      <a:pt x="13" y="177"/>
                    </a:lnTo>
                    <a:cubicBezTo>
                      <a:pt x="163" y="164"/>
                      <a:pt x="314" y="134"/>
                      <a:pt x="464" y="108"/>
                    </a:cubicBezTo>
                    <a:lnTo>
                      <a:pt x="43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 name="Google Shape;200;p5"/>
              <p:cNvSpPr/>
              <p:nvPr/>
            </p:nvSpPr>
            <p:spPr>
              <a:xfrm>
                <a:off x="4761060" y="2696882"/>
                <a:ext cx="14342" cy="55833"/>
              </a:xfrm>
              <a:custGeom>
                <a:avLst/>
                <a:gdLst/>
                <a:ahLst/>
                <a:cxnLst/>
                <a:rect l="l" t="t" r="r" b="b"/>
                <a:pathLst>
                  <a:path w="112" h="436" extrusionOk="0">
                    <a:moveTo>
                      <a:pt x="1" y="1"/>
                    </a:moveTo>
                    <a:lnTo>
                      <a:pt x="1" y="435"/>
                    </a:lnTo>
                    <a:lnTo>
                      <a:pt x="112" y="435"/>
                    </a:lnTo>
                    <a:lnTo>
                      <a:pt x="112"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 name="Google Shape;201;p5"/>
              <p:cNvSpPr/>
              <p:nvPr/>
            </p:nvSpPr>
            <p:spPr>
              <a:xfrm>
                <a:off x="4740187" y="3480074"/>
                <a:ext cx="29837" cy="57498"/>
              </a:xfrm>
              <a:custGeom>
                <a:avLst/>
                <a:gdLst/>
                <a:ahLst/>
                <a:cxnLst/>
                <a:rect l="l" t="t" r="r" b="b"/>
                <a:pathLst>
                  <a:path w="233" h="449" extrusionOk="0">
                    <a:moveTo>
                      <a:pt x="125" y="0"/>
                    </a:moveTo>
                    <a:cubicBezTo>
                      <a:pt x="98" y="134"/>
                      <a:pt x="56" y="272"/>
                      <a:pt x="0" y="409"/>
                    </a:cubicBezTo>
                    <a:lnTo>
                      <a:pt x="98" y="448"/>
                    </a:lnTo>
                    <a:cubicBezTo>
                      <a:pt x="151" y="314"/>
                      <a:pt x="206" y="164"/>
                      <a:pt x="232" y="13"/>
                    </a:cubicBezTo>
                    <a:lnTo>
                      <a:pt x="12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 name="Google Shape;202;p5"/>
              <p:cNvSpPr/>
              <p:nvPr/>
            </p:nvSpPr>
            <p:spPr>
              <a:xfrm>
                <a:off x="4592025" y="3662938"/>
                <a:ext cx="56217" cy="42003"/>
              </a:xfrm>
              <a:custGeom>
                <a:avLst/>
                <a:gdLst/>
                <a:ahLst/>
                <a:cxnLst/>
                <a:rect l="l" t="t" r="r" b="b"/>
                <a:pathLst>
                  <a:path w="439" h="328" extrusionOk="0">
                    <a:moveTo>
                      <a:pt x="370" y="1"/>
                    </a:moveTo>
                    <a:cubicBezTo>
                      <a:pt x="259" y="83"/>
                      <a:pt x="138" y="164"/>
                      <a:pt x="0" y="220"/>
                    </a:cubicBezTo>
                    <a:lnTo>
                      <a:pt x="56" y="328"/>
                    </a:lnTo>
                    <a:cubicBezTo>
                      <a:pt x="193" y="259"/>
                      <a:pt x="314" y="177"/>
                      <a:pt x="438" y="96"/>
                    </a:cubicBezTo>
                    <a:lnTo>
                      <a:pt x="370"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 name="Google Shape;203;p5"/>
              <p:cNvSpPr/>
              <p:nvPr/>
            </p:nvSpPr>
            <p:spPr>
              <a:xfrm>
                <a:off x="4681153" y="3580982"/>
                <a:ext cx="45332" cy="52376"/>
              </a:xfrm>
              <a:custGeom>
                <a:avLst/>
                <a:gdLst/>
                <a:ahLst/>
                <a:cxnLst/>
                <a:rect l="l" t="t" r="r" b="b"/>
                <a:pathLst>
                  <a:path w="354" h="409" extrusionOk="0">
                    <a:moveTo>
                      <a:pt x="259" y="0"/>
                    </a:moveTo>
                    <a:cubicBezTo>
                      <a:pt x="190" y="124"/>
                      <a:pt x="95" y="232"/>
                      <a:pt x="1" y="343"/>
                    </a:cubicBezTo>
                    <a:lnTo>
                      <a:pt x="82" y="409"/>
                    </a:lnTo>
                    <a:cubicBezTo>
                      <a:pt x="177" y="301"/>
                      <a:pt x="272" y="180"/>
                      <a:pt x="354" y="56"/>
                    </a:cubicBezTo>
                    <a:lnTo>
                      <a:pt x="259"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 name="Google Shape;204;p5"/>
              <p:cNvSpPr/>
              <p:nvPr/>
            </p:nvSpPr>
            <p:spPr>
              <a:xfrm>
                <a:off x="4761060" y="3260329"/>
                <a:ext cx="14342" cy="55833"/>
              </a:xfrm>
              <a:custGeom>
                <a:avLst/>
                <a:gdLst/>
                <a:ahLst/>
                <a:cxnLst/>
                <a:rect l="l" t="t" r="r" b="b"/>
                <a:pathLst>
                  <a:path w="112" h="436" extrusionOk="0">
                    <a:moveTo>
                      <a:pt x="1" y="0"/>
                    </a:moveTo>
                    <a:lnTo>
                      <a:pt x="1" y="435"/>
                    </a:lnTo>
                    <a:lnTo>
                      <a:pt x="112" y="435"/>
                    </a:lnTo>
                    <a:lnTo>
                      <a:pt x="112"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 name="Google Shape;205;p5"/>
              <p:cNvSpPr/>
              <p:nvPr/>
            </p:nvSpPr>
            <p:spPr>
              <a:xfrm>
                <a:off x="4761060" y="3035079"/>
                <a:ext cx="14342" cy="56217"/>
              </a:xfrm>
              <a:custGeom>
                <a:avLst/>
                <a:gdLst/>
                <a:ahLst/>
                <a:cxnLst/>
                <a:rect l="l" t="t" r="r" b="b"/>
                <a:pathLst>
                  <a:path w="112" h="439" extrusionOk="0">
                    <a:moveTo>
                      <a:pt x="1" y="1"/>
                    </a:moveTo>
                    <a:lnTo>
                      <a:pt x="1" y="439"/>
                    </a:lnTo>
                    <a:lnTo>
                      <a:pt x="112" y="439"/>
                    </a:lnTo>
                    <a:lnTo>
                      <a:pt x="112"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 name="Google Shape;206;p5"/>
              <p:cNvSpPr/>
              <p:nvPr/>
            </p:nvSpPr>
            <p:spPr>
              <a:xfrm>
                <a:off x="4761060" y="2808675"/>
                <a:ext cx="14342" cy="55833"/>
              </a:xfrm>
              <a:custGeom>
                <a:avLst/>
                <a:gdLst/>
                <a:ahLst/>
                <a:cxnLst/>
                <a:rect l="l" t="t" r="r" b="b"/>
                <a:pathLst>
                  <a:path w="112" h="436" extrusionOk="0">
                    <a:moveTo>
                      <a:pt x="1" y="0"/>
                    </a:moveTo>
                    <a:lnTo>
                      <a:pt x="1" y="435"/>
                    </a:lnTo>
                    <a:lnTo>
                      <a:pt x="112" y="435"/>
                    </a:lnTo>
                    <a:lnTo>
                      <a:pt x="112"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 name="Google Shape;207;p5"/>
              <p:cNvSpPr/>
              <p:nvPr/>
            </p:nvSpPr>
            <p:spPr>
              <a:xfrm>
                <a:off x="4761060" y="3146872"/>
                <a:ext cx="14342" cy="57498"/>
              </a:xfrm>
              <a:custGeom>
                <a:avLst/>
                <a:gdLst/>
                <a:ahLst/>
                <a:cxnLst/>
                <a:rect l="l" t="t" r="r" b="b"/>
                <a:pathLst>
                  <a:path w="112" h="449" extrusionOk="0">
                    <a:moveTo>
                      <a:pt x="1" y="1"/>
                    </a:moveTo>
                    <a:lnTo>
                      <a:pt x="1" y="448"/>
                    </a:lnTo>
                    <a:lnTo>
                      <a:pt x="112" y="448"/>
                    </a:lnTo>
                    <a:lnTo>
                      <a:pt x="112"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208" name="Google Shape;208;p5"/>
          <p:cNvGrpSpPr/>
          <p:nvPr/>
        </p:nvGrpSpPr>
        <p:grpSpPr>
          <a:xfrm>
            <a:off x="-2955673" y="3282121"/>
            <a:ext cx="13848078" cy="1717216"/>
            <a:chOff x="3225200" y="1878300"/>
            <a:chExt cx="5251850" cy="651250"/>
          </a:xfrm>
        </p:grpSpPr>
        <p:sp>
          <p:nvSpPr>
            <p:cNvPr id="209" name="Google Shape;209;p5"/>
            <p:cNvSpPr/>
            <p:nvPr/>
          </p:nvSpPr>
          <p:spPr>
            <a:xfrm>
              <a:off x="3225200" y="1878300"/>
              <a:ext cx="5240150" cy="651250"/>
            </a:xfrm>
            <a:custGeom>
              <a:avLst/>
              <a:gdLst/>
              <a:ahLst/>
              <a:cxnLst/>
              <a:rect l="l" t="t" r="r" b="b"/>
              <a:pathLst>
                <a:path w="209606" h="26050" extrusionOk="0">
                  <a:moveTo>
                    <a:pt x="1" y="0"/>
                  </a:moveTo>
                  <a:lnTo>
                    <a:pt x="1" y="6104"/>
                  </a:lnTo>
                  <a:lnTo>
                    <a:pt x="55231" y="6104"/>
                  </a:lnTo>
                  <a:cubicBezTo>
                    <a:pt x="56305" y="6104"/>
                    <a:pt x="57177" y="6976"/>
                    <a:pt x="57177" y="8023"/>
                  </a:cubicBezTo>
                  <a:cubicBezTo>
                    <a:pt x="57177" y="9097"/>
                    <a:pt x="56305" y="9969"/>
                    <a:pt x="55231" y="9969"/>
                  </a:cubicBezTo>
                  <a:lnTo>
                    <a:pt x="36074" y="9969"/>
                  </a:lnTo>
                  <a:cubicBezTo>
                    <a:pt x="31714" y="9969"/>
                    <a:pt x="28170" y="13429"/>
                    <a:pt x="28052" y="17761"/>
                  </a:cubicBezTo>
                  <a:lnTo>
                    <a:pt x="28024" y="17761"/>
                  </a:lnTo>
                  <a:lnTo>
                    <a:pt x="28024" y="18026"/>
                  </a:lnTo>
                  <a:cubicBezTo>
                    <a:pt x="28024" y="22442"/>
                    <a:pt x="31630" y="26049"/>
                    <a:pt x="36074" y="26049"/>
                  </a:cubicBezTo>
                  <a:lnTo>
                    <a:pt x="209606" y="26049"/>
                  </a:lnTo>
                  <a:lnTo>
                    <a:pt x="209606" y="19945"/>
                  </a:lnTo>
                  <a:lnTo>
                    <a:pt x="36074" y="19945"/>
                  </a:lnTo>
                  <a:cubicBezTo>
                    <a:pt x="35091" y="19945"/>
                    <a:pt x="34274" y="19212"/>
                    <a:pt x="34156" y="18257"/>
                  </a:cubicBezTo>
                  <a:cubicBezTo>
                    <a:pt x="34156" y="18166"/>
                    <a:pt x="34128" y="18082"/>
                    <a:pt x="34128" y="17992"/>
                  </a:cubicBezTo>
                  <a:cubicBezTo>
                    <a:pt x="34128" y="16945"/>
                    <a:pt x="35000" y="16073"/>
                    <a:pt x="36074" y="16073"/>
                  </a:cubicBezTo>
                  <a:lnTo>
                    <a:pt x="55231" y="16073"/>
                  </a:lnTo>
                  <a:cubicBezTo>
                    <a:pt x="59682" y="16073"/>
                    <a:pt x="63281" y="12473"/>
                    <a:pt x="63281" y="8023"/>
                  </a:cubicBezTo>
                  <a:cubicBezTo>
                    <a:pt x="63281" y="3607"/>
                    <a:pt x="59682" y="0"/>
                    <a:pt x="55231" y="0"/>
                  </a:cubicBezTo>
                  <a:close/>
                </a:path>
              </a:pathLst>
            </a:custGeom>
            <a:solidFill>
              <a:schemeClr val="accent5"/>
            </a:solidFill>
            <a:ln>
              <a:noFill/>
            </a:ln>
            <a:effectLst>
              <a:outerShdw dist="57150" dir="6300000" algn="bl" rotWithShape="0">
                <a:schemeClr val="dk1">
                  <a:alpha val="35000"/>
                </a:scheme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endParaRPr/>
            </a:p>
          </p:txBody>
        </p:sp>
        <p:sp>
          <p:nvSpPr>
            <p:cNvPr id="210" name="Google Shape;210;p5"/>
            <p:cNvSpPr/>
            <p:nvPr/>
          </p:nvSpPr>
          <p:spPr>
            <a:xfrm>
              <a:off x="3468675" y="1951725"/>
              <a:ext cx="24100" cy="5775"/>
            </a:xfrm>
            <a:custGeom>
              <a:avLst/>
              <a:gdLst/>
              <a:ahLst/>
              <a:cxnLst/>
              <a:rect l="l" t="t" r="r" b="b"/>
              <a:pathLst>
                <a:path w="964" h="231" extrusionOk="0">
                  <a:moveTo>
                    <a:pt x="0" y="0"/>
                  </a:moveTo>
                  <a:lnTo>
                    <a:pt x="0" y="230"/>
                  </a:lnTo>
                  <a:lnTo>
                    <a:pt x="963" y="230"/>
                  </a:lnTo>
                  <a:lnTo>
                    <a:pt x="963"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 name="Google Shape;211;p5"/>
            <p:cNvSpPr/>
            <p:nvPr/>
          </p:nvSpPr>
          <p:spPr>
            <a:xfrm>
              <a:off x="3422275" y="1951725"/>
              <a:ext cx="23225" cy="5775"/>
            </a:xfrm>
            <a:custGeom>
              <a:avLst/>
              <a:gdLst/>
              <a:ahLst/>
              <a:cxnLst/>
              <a:rect l="l" t="t" r="r" b="b"/>
              <a:pathLst>
                <a:path w="929" h="231" extrusionOk="0">
                  <a:moveTo>
                    <a:pt x="1" y="0"/>
                  </a:moveTo>
                  <a:lnTo>
                    <a:pt x="1" y="230"/>
                  </a:lnTo>
                  <a:lnTo>
                    <a:pt x="928" y="230"/>
                  </a:lnTo>
                  <a:lnTo>
                    <a:pt x="928"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 name="Google Shape;212;p5"/>
            <p:cNvSpPr/>
            <p:nvPr/>
          </p:nvSpPr>
          <p:spPr>
            <a:xfrm>
              <a:off x="3515925" y="1951725"/>
              <a:ext cx="23225" cy="5775"/>
            </a:xfrm>
            <a:custGeom>
              <a:avLst/>
              <a:gdLst/>
              <a:ahLst/>
              <a:cxnLst/>
              <a:rect l="l" t="t" r="r" b="b"/>
              <a:pathLst>
                <a:path w="929" h="231" extrusionOk="0">
                  <a:moveTo>
                    <a:pt x="1" y="0"/>
                  </a:moveTo>
                  <a:lnTo>
                    <a:pt x="1" y="230"/>
                  </a:lnTo>
                  <a:lnTo>
                    <a:pt x="929" y="230"/>
                  </a:lnTo>
                  <a:lnTo>
                    <a:pt x="929"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 name="Google Shape;213;p5"/>
            <p:cNvSpPr/>
            <p:nvPr/>
          </p:nvSpPr>
          <p:spPr>
            <a:xfrm>
              <a:off x="3375025" y="1951725"/>
              <a:ext cx="23900" cy="5775"/>
            </a:xfrm>
            <a:custGeom>
              <a:avLst/>
              <a:gdLst/>
              <a:ahLst/>
              <a:cxnLst/>
              <a:rect l="l" t="t" r="r" b="b"/>
              <a:pathLst>
                <a:path w="956" h="231" extrusionOk="0">
                  <a:moveTo>
                    <a:pt x="0" y="0"/>
                  </a:moveTo>
                  <a:lnTo>
                    <a:pt x="0" y="230"/>
                  </a:lnTo>
                  <a:lnTo>
                    <a:pt x="956" y="230"/>
                  </a:lnTo>
                  <a:lnTo>
                    <a:pt x="9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 name="Google Shape;214;p5"/>
            <p:cNvSpPr/>
            <p:nvPr/>
          </p:nvSpPr>
          <p:spPr>
            <a:xfrm>
              <a:off x="3845900" y="1951725"/>
              <a:ext cx="23225" cy="5775"/>
            </a:xfrm>
            <a:custGeom>
              <a:avLst/>
              <a:gdLst/>
              <a:ahLst/>
              <a:cxnLst/>
              <a:rect l="l" t="t" r="r" b="b"/>
              <a:pathLst>
                <a:path w="929" h="231" extrusionOk="0">
                  <a:moveTo>
                    <a:pt x="1" y="0"/>
                  </a:moveTo>
                  <a:lnTo>
                    <a:pt x="1" y="230"/>
                  </a:lnTo>
                  <a:lnTo>
                    <a:pt x="929" y="230"/>
                  </a:lnTo>
                  <a:lnTo>
                    <a:pt x="929"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 name="Google Shape;215;p5"/>
            <p:cNvSpPr/>
            <p:nvPr/>
          </p:nvSpPr>
          <p:spPr>
            <a:xfrm>
              <a:off x="3798650" y="1951725"/>
              <a:ext cx="23225" cy="5775"/>
            </a:xfrm>
            <a:custGeom>
              <a:avLst/>
              <a:gdLst/>
              <a:ahLst/>
              <a:cxnLst/>
              <a:rect l="l" t="t" r="r" b="b"/>
              <a:pathLst>
                <a:path w="929" h="231" extrusionOk="0">
                  <a:moveTo>
                    <a:pt x="0" y="0"/>
                  </a:moveTo>
                  <a:lnTo>
                    <a:pt x="0" y="230"/>
                  </a:lnTo>
                  <a:lnTo>
                    <a:pt x="928" y="230"/>
                  </a:lnTo>
                  <a:lnTo>
                    <a:pt x="928"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 name="Google Shape;216;p5"/>
            <p:cNvSpPr/>
            <p:nvPr/>
          </p:nvSpPr>
          <p:spPr>
            <a:xfrm>
              <a:off x="3939550" y="1951725"/>
              <a:ext cx="23400" cy="5775"/>
            </a:xfrm>
            <a:custGeom>
              <a:avLst/>
              <a:gdLst/>
              <a:ahLst/>
              <a:cxnLst/>
              <a:rect l="l" t="t" r="r" b="b"/>
              <a:pathLst>
                <a:path w="936" h="231" extrusionOk="0">
                  <a:moveTo>
                    <a:pt x="1" y="0"/>
                  </a:moveTo>
                  <a:lnTo>
                    <a:pt x="1" y="230"/>
                  </a:lnTo>
                  <a:lnTo>
                    <a:pt x="936" y="230"/>
                  </a:lnTo>
                  <a:lnTo>
                    <a:pt x="93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 name="Google Shape;217;p5"/>
            <p:cNvSpPr/>
            <p:nvPr/>
          </p:nvSpPr>
          <p:spPr>
            <a:xfrm>
              <a:off x="3892300" y="1951725"/>
              <a:ext cx="24100" cy="5775"/>
            </a:xfrm>
            <a:custGeom>
              <a:avLst/>
              <a:gdLst/>
              <a:ahLst/>
              <a:cxnLst/>
              <a:rect l="l" t="t" r="r" b="b"/>
              <a:pathLst>
                <a:path w="964" h="231" extrusionOk="0">
                  <a:moveTo>
                    <a:pt x="0" y="0"/>
                  </a:moveTo>
                  <a:lnTo>
                    <a:pt x="0" y="230"/>
                  </a:lnTo>
                  <a:lnTo>
                    <a:pt x="963" y="230"/>
                  </a:lnTo>
                  <a:lnTo>
                    <a:pt x="963"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 name="Google Shape;218;p5"/>
            <p:cNvSpPr/>
            <p:nvPr/>
          </p:nvSpPr>
          <p:spPr>
            <a:xfrm>
              <a:off x="3752075" y="1951725"/>
              <a:ext cx="23400" cy="5775"/>
            </a:xfrm>
            <a:custGeom>
              <a:avLst/>
              <a:gdLst/>
              <a:ahLst/>
              <a:cxnLst/>
              <a:rect l="l" t="t" r="r" b="b"/>
              <a:pathLst>
                <a:path w="936" h="231" extrusionOk="0">
                  <a:moveTo>
                    <a:pt x="1" y="0"/>
                  </a:moveTo>
                  <a:lnTo>
                    <a:pt x="1" y="230"/>
                  </a:lnTo>
                  <a:lnTo>
                    <a:pt x="935" y="230"/>
                  </a:lnTo>
                  <a:lnTo>
                    <a:pt x="93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 name="Google Shape;219;p5"/>
            <p:cNvSpPr/>
            <p:nvPr/>
          </p:nvSpPr>
          <p:spPr>
            <a:xfrm>
              <a:off x="3704825" y="1951725"/>
              <a:ext cx="23375" cy="5775"/>
            </a:xfrm>
            <a:custGeom>
              <a:avLst/>
              <a:gdLst/>
              <a:ahLst/>
              <a:cxnLst/>
              <a:rect l="l" t="t" r="r" b="b"/>
              <a:pathLst>
                <a:path w="935" h="231" extrusionOk="0">
                  <a:moveTo>
                    <a:pt x="0" y="0"/>
                  </a:moveTo>
                  <a:lnTo>
                    <a:pt x="0" y="230"/>
                  </a:lnTo>
                  <a:lnTo>
                    <a:pt x="935" y="230"/>
                  </a:lnTo>
                  <a:lnTo>
                    <a:pt x="93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 name="Google Shape;220;p5"/>
            <p:cNvSpPr/>
            <p:nvPr/>
          </p:nvSpPr>
          <p:spPr>
            <a:xfrm>
              <a:off x="3657725" y="1951725"/>
              <a:ext cx="23925" cy="5775"/>
            </a:xfrm>
            <a:custGeom>
              <a:avLst/>
              <a:gdLst/>
              <a:ahLst/>
              <a:cxnLst/>
              <a:rect l="l" t="t" r="r" b="b"/>
              <a:pathLst>
                <a:path w="957" h="231" extrusionOk="0">
                  <a:moveTo>
                    <a:pt x="0" y="0"/>
                  </a:moveTo>
                  <a:lnTo>
                    <a:pt x="0" y="230"/>
                  </a:lnTo>
                  <a:lnTo>
                    <a:pt x="956" y="230"/>
                  </a:lnTo>
                  <a:lnTo>
                    <a:pt x="9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 name="Google Shape;221;p5"/>
            <p:cNvSpPr/>
            <p:nvPr/>
          </p:nvSpPr>
          <p:spPr>
            <a:xfrm>
              <a:off x="3563200" y="1951725"/>
              <a:ext cx="24775" cy="5775"/>
            </a:xfrm>
            <a:custGeom>
              <a:avLst/>
              <a:gdLst/>
              <a:ahLst/>
              <a:cxnLst/>
              <a:rect l="l" t="t" r="r" b="b"/>
              <a:pathLst>
                <a:path w="991" h="231" extrusionOk="0">
                  <a:moveTo>
                    <a:pt x="0" y="0"/>
                  </a:moveTo>
                  <a:lnTo>
                    <a:pt x="0" y="230"/>
                  </a:lnTo>
                  <a:lnTo>
                    <a:pt x="991" y="230"/>
                  </a:lnTo>
                  <a:lnTo>
                    <a:pt x="991"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 name="Google Shape;222;p5"/>
            <p:cNvSpPr/>
            <p:nvPr/>
          </p:nvSpPr>
          <p:spPr>
            <a:xfrm>
              <a:off x="3611150" y="1951725"/>
              <a:ext cx="23225" cy="5775"/>
            </a:xfrm>
            <a:custGeom>
              <a:avLst/>
              <a:gdLst/>
              <a:ahLst/>
              <a:cxnLst/>
              <a:rect l="l" t="t" r="r" b="b"/>
              <a:pathLst>
                <a:path w="929" h="231" extrusionOk="0">
                  <a:moveTo>
                    <a:pt x="1" y="0"/>
                  </a:moveTo>
                  <a:lnTo>
                    <a:pt x="1" y="230"/>
                  </a:lnTo>
                  <a:lnTo>
                    <a:pt x="929" y="230"/>
                  </a:lnTo>
                  <a:lnTo>
                    <a:pt x="929"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 name="Google Shape;223;p5"/>
            <p:cNvSpPr/>
            <p:nvPr/>
          </p:nvSpPr>
          <p:spPr>
            <a:xfrm>
              <a:off x="4715650" y="2028100"/>
              <a:ext cx="13100" cy="23925"/>
            </a:xfrm>
            <a:custGeom>
              <a:avLst/>
              <a:gdLst/>
              <a:ahLst/>
              <a:cxnLst/>
              <a:rect l="l" t="t" r="r" b="b"/>
              <a:pathLst>
                <a:path w="524" h="957" extrusionOk="0">
                  <a:moveTo>
                    <a:pt x="238" y="1"/>
                  </a:moveTo>
                  <a:lnTo>
                    <a:pt x="1" y="84"/>
                  </a:lnTo>
                  <a:cubicBezTo>
                    <a:pt x="147" y="349"/>
                    <a:pt x="238" y="635"/>
                    <a:pt x="294" y="956"/>
                  </a:cubicBezTo>
                  <a:lnTo>
                    <a:pt x="524" y="901"/>
                  </a:lnTo>
                  <a:cubicBezTo>
                    <a:pt x="468" y="580"/>
                    <a:pt x="350" y="287"/>
                    <a:pt x="238"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 name="Google Shape;224;p5"/>
            <p:cNvSpPr/>
            <p:nvPr/>
          </p:nvSpPr>
          <p:spPr>
            <a:xfrm>
              <a:off x="4419875" y="1951725"/>
              <a:ext cx="24075" cy="5775"/>
            </a:xfrm>
            <a:custGeom>
              <a:avLst/>
              <a:gdLst/>
              <a:ahLst/>
              <a:cxnLst/>
              <a:rect l="l" t="t" r="r" b="b"/>
              <a:pathLst>
                <a:path w="963" h="231" extrusionOk="0">
                  <a:moveTo>
                    <a:pt x="0" y="0"/>
                  </a:moveTo>
                  <a:lnTo>
                    <a:pt x="0" y="230"/>
                  </a:lnTo>
                  <a:lnTo>
                    <a:pt x="963" y="230"/>
                  </a:lnTo>
                  <a:lnTo>
                    <a:pt x="963"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 name="Google Shape;225;p5"/>
            <p:cNvSpPr/>
            <p:nvPr/>
          </p:nvSpPr>
          <p:spPr>
            <a:xfrm>
              <a:off x="4373475" y="1951725"/>
              <a:ext cx="23225" cy="5775"/>
            </a:xfrm>
            <a:custGeom>
              <a:avLst/>
              <a:gdLst/>
              <a:ahLst/>
              <a:cxnLst/>
              <a:rect l="l" t="t" r="r" b="b"/>
              <a:pathLst>
                <a:path w="929" h="231" extrusionOk="0">
                  <a:moveTo>
                    <a:pt x="1" y="0"/>
                  </a:moveTo>
                  <a:lnTo>
                    <a:pt x="1" y="230"/>
                  </a:lnTo>
                  <a:lnTo>
                    <a:pt x="928" y="230"/>
                  </a:lnTo>
                  <a:lnTo>
                    <a:pt x="928"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 name="Google Shape;226;p5"/>
            <p:cNvSpPr/>
            <p:nvPr/>
          </p:nvSpPr>
          <p:spPr>
            <a:xfrm>
              <a:off x="4514400" y="1951725"/>
              <a:ext cx="23225" cy="5775"/>
            </a:xfrm>
            <a:custGeom>
              <a:avLst/>
              <a:gdLst/>
              <a:ahLst/>
              <a:cxnLst/>
              <a:rect l="l" t="t" r="r" b="b"/>
              <a:pathLst>
                <a:path w="929" h="231" extrusionOk="0">
                  <a:moveTo>
                    <a:pt x="0" y="0"/>
                  </a:moveTo>
                  <a:lnTo>
                    <a:pt x="0" y="230"/>
                  </a:lnTo>
                  <a:lnTo>
                    <a:pt x="928" y="230"/>
                  </a:lnTo>
                  <a:lnTo>
                    <a:pt x="928"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 name="Google Shape;227;p5"/>
            <p:cNvSpPr/>
            <p:nvPr/>
          </p:nvSpPr>
          <p:spPr>
            <a:xfrm>
              <a:off x="4652525" y="1961825"/>
              <a:ext cx="23225" cy="16075"/>
            </a:xfrm>
            <a:custGeom>
              <a:avLst/>
              <a:gdLst/>
              <a:ahLst/>
              <a:cxnLst/>
              <a:rect l="l" t="t" r="r" b="b"/>
              <a:pathLst>
                <a:path w="929" h="643" extrusionOk="0">
                  <a:moveTo>
                    <a:pt x="84" y="1"/>
                  </a:moveTo>
                  <a:lnTo>
                    <a:pt x="0" y="210"/>
                  </a:lnTo>
                  <a:cubicBezTo>
                    <a:pt x="259" y="322"/>
                    <a:pt x="552" y="468"/>
                    <a:pt x="810" y="642"/>
                  </a:cubicBezTo>
                  <a:lnTo>
                    <a:pt x="928" y="468"/>
                  </a:lnTo>
                  <a:cubicBezTo>
                    <a:pt x="670" y="266"/>
                    <a:pt x="377" y="119"/>
                    <a:pt x="84"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 name="Google Shape;228;p5"/>
            <p:cNvSpPr/>
            <p:nvPr/>
          </p:nvSpPr>
          <p:spPr>
            <a:xfrm>
              <a:off x="4560950" y="1951725"/>
              <a:ext cx="23225" cy="5775"/>
            </a:xfrm>
            <a:custGeom>
              <a:avLst/>
              <a:gdLst/>
              <a:ahLst/>
              <a:cxnLst/>
              <a:rect l="l" t="t" r="r" b="b"/>
              <a:pathLst>
                <a:path w="929" h="231" extrusionOk="0">
                  <a:moveTo>
                    <a:pt x="1" y="0"/>
                  </a:moveTo>
                  <a:lnTo>
                    <a:pt x="1" y="230"/>
                  </a:lnTo>
                  <a:lnTo>
                    <a:pt x="929" y="230"/>
                  </a:lnTo>
                  <a:lnTo>
                    <a:pt x="929"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 name="Google Shape;229;p5"/>
            <p:cNvSpPr/>
            <p:nvPr/>
          </p:nvSpPr>
          <p:spPr>
            <a:xfrm>
              <a:off x="4690200" y="1988000"/>
              <a:ext cx="19725" cy="21825"/>
            </a:xfrm>
            <a:custGeom>
              <a:avLst/>
              <a:gdLst/>
              <a:ahLst/>
              <a:cxnLst/>
              <a:rect l="l" t="t" r="r" b="b"/>
              <a:pathLst>
                <a:path w="789" h="873" extrusionOk="0">
                  <a:moveTo>
                    <a:pt x="175" y="0"/>
                  </a:moveTo>
                  <a:lnTo>
                    <a:pt x="0" y="175"/>
                  </a:lnTo>
                  <a:cubicBezTo>
                    <a:pt x="210" y="412"/>
                    <a:pt x="412" y="642"/>
                    <a:pt x="586" y="872"/>
                  </a:cubicBezTo>
                  <a:lnTo>
                    <a:pt x="789" y="761"/>
                  </a:lnTo>
                  <a:cubicBezTo>
                    <a:pt x="586" y="495"/>
                    <a:pt x="384" y="237"/>
                    <a:pt x="175"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 name="Google Shape;230;p5"/>
            <p:cNvSpPr/>
            <p:nvPr/>
          </p:nvSpPr>
          <p:spPr>
            <a:xfrm>
              <a:off x="4608225" y="1951725"/>
              <a:ext cx="23925" cy="8725"/>
            </a:xfrm>
            <a:custGeom>
              <a:avLst/>
              <a:gdLst/>
              <a:ahLst/>
              <a:cxnLst/>
              <a:rect l="l" t="t" r="r" b="b"/>
              <a:pathLst>
                <a:path w="957" h="349" extrusionOk="0">
                  <a:moveTo>
                    <a:pt x="0" y="0"/>
                  </a:moveTo>
                  <a:lnTo>
                    <a:pt x="0" y="230"/>
                  </a:lnTo>
                  <a:cubicBezTo>
                    <a:pt x="286" y="230"/>
                    <a:pt x="607" y="265"/>
                    <a:pt x="900" y="349"/>
                  </a:cubicBezTo>
                  <a:lnTo>
                    <a:pt x="956" y="119"/>
                  </a:lnTo>
                  <a:cubicBezTo>
                    <a:pt x="635" y="28"/>
                    <a:pt x="314" y="0"/>
                    <a:pt x="0"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 name="Google Shape;231;p5"/>
            <p:cNvSpPr/>
            <p:nvPr/>
          </p:nvSpPr>
          <p:spPr>
            <a:xfrm>
              <a:off x="4467125" y="1951725"/>
              <a:ext cx="23400" cy="5775"/>
            </a:xfrm>
            <a:custGeom>
              <a:avLst/>
              <a:gdLst/>
              <a:ahLst/>
              <a:cxnLst/>
              <a:rect l="l" t="t" r="r" b="b"/>
              <a:pathLst>
                <a:path w="936" h="231" extrusionOk="0">
                  <a:moveTo>
                    <a:pt x="1" y="0"/>
                  </a:moveTo>
                  <a:lnTo>
                    <a:pt x="1" y="230"/>
                  </a:lnTo>
                  <a:lnTo>
                    <a:pt x="936" y="230"/>
                  </a:lnTo>
                  <a:lnTo>
                    <a:pt x="93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 name="Google Shape;232;p5"/>
            <p:cNvSpPr/>
            <p:nvPr/>
          </p:nvSpPr>
          <p:spPr>
            <a:xfrm>
              <a:off x="4091475" y="1951725"/>
              <a:ext cx="24075" cy="5775"/>
            </a:xfrm>
            <a:custGeom>
              <a:avLst/>
              <a:gdLst/>
              <a:ahLst/>
              <a:cxnLst/>
              <a:rect l="l" t="t" r="r" b="b"/>
              <a:pathLst>
                <a:path w="963" h="231" extrusionOk="0">
                  <a:moveTo>
                    <a:pt x="0" y="0"/>
                  </a:moveTo>
                  <a:lnTo>
                    <a:pt x="0" y="230"/>
                  </a:lnTo>
                  <a:lnTo>
                    <a:pt x="963" y="230"/>
                  </a:lnTo>
                  <a:lnTo>
                    <a:pt x="963"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 name="Google Shape;233;p5"/>
            <p:cNvSpPr/>
            <p:nvPr/>
          </p:nvSpPr>
          <p:spPr>
            <a:xfrm>
              <a:off x="4044900" y="1951725"/>
              <a:ext cx="23400" cy="5775"/>
            </a:xfrm>
            <a:custGeom>
              <a:avLst/>
              <a:gdLst/>
              <a:ahLst/>
              <a:cxnLst/>
              <a:rect l="l" t="t" r="r" b="b"/>
              <a:pathLst>
                <a:path w="936" h="231" extrusionOk="0">
                  <a:moveTo>
                    <a:pt x="1" y="0"/>
                  </a:moveTo>
                  <a:lnTo>
                    <a:pt x="1" y="230"/>
                  </a:lnTo>
                  <a:lnTo>
                    <a:pt x="935" y="230"/>
                  </a:lnTo>
                  <a:lnTo>
                    <a:pt x="93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 name="Google Shape;234;p5"/>
            <p:cNvSpPr/>
            <p:nvPr/>
          </p:nvSpPr>
          <p:spPr>
            <a:xfrm>
              <a:off x="4326225" y="1951725"/>
              <a:ext cx="23900" cy="5775"/>
            </a:xfrm>
            <a:custGeom>
              <a:avLst/>
              <a:gdLst/>
              <a:ahLst/>
              <a:cxnLst/>
              <a:rect l="l" t="t" r="r" b="b"/>
              <a:pathLst>
                <a:path w="956" h="231" extrusionOk="0">
                  <a:moveTo>
                    <a:pt x="0" y="0"/>
                  </a:moveTo>
                  <a:lnTo>
                    <a:pt x="0" y="230"/>
                  </a:lnTo>
                  <a:lnTo>
                    <a:pt x="956" y="230"/>
                  </a:lnTo>
                  <a:lnTo>
                    <a:pt x="9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 name="Google Shape;235;p5"/>
            <p:cNvSpPr/>
            <p:nvPr/>
          </p:nvSpPr>
          <p:spPr>
            <a:xfrm>
              <a:off x="3965725" y="1951725"/>
              <a:ext cx="8750" cy="5775"/>
            </a:xfrm>
            <a:custGeom>
              <a:avLst/>
              <a:gdLst/>
              <a:ahLst/>
              <a:cxnLst/>
              <a:rect l="l" t="t" r="r" b="b"/>
              <a:pathLst>
                <a:path w="350" h="231" extrusionOk="0">
                  <a:moveTo>
                    <a:pt x="0" y="0"/>
                  </a:moveTo>
                  <a:lnTo>
                    <a:pt x="0" y="230"/>
                  </a:lnTo>
                  <a:lnTo>
                    <a:pt x="349" y="230"/>
                  </a:lnTo>
                  <a:lnTo>
                    <a:pt x="349"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 name="Google Shape;236;p5"/>
            <p:cNvSpPr/>
            <p:nvPr/>
          </p:nvSpPr>
          <p:spPr>
            <a:xfrm>
              <a:off x="3997800" y="1951725"/>
              <a:ext cx="23225" cy="5775"/>
            </a:xfrm>
            <a:custGeom>
              <a:avLst/>
              <a:gdLst/>
              <a:ahLst/>
              <a:cxnLst/>
              <a:rect l="l" t="t" r="r" b="b"/>
              <a:pathLst>
                <a:path w="929" h="231" extrusionOk="0">
                  <a:moveTo>
                    <a:pt x="1" y="0"/>
                  </a:moveTo>
                  <a:lnTo>
                    <a:pt x="1" y="230"/>
                  </a:lnTo>
                  <a:lnTo>
                    <a:pt x="929" y="230"/>
                  </a:lnTo>
                  <a:lnTo>
                    <a:pt x="929"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 name="Google Shape;237;p5"/>
            <p:cNvSpPr/>
            <p:nvPr/>
          </p:nvSpPr>
          <p:spPr>
            <a:xfrm>
              <a:off x="4279650" y="1951725"/>
              <a:ext cx="23400" cy="5775"/>
            </a:xfrm>
            <a:custGeom>
              <a:avLst/>
              <a:gdLst/>
              <a:ahLst/>
              <a:cxnLst/>
              <a:rect l="l" t="t" r="r" b="b"/>
              <a:pathLst>
                <a:path w="936" h="231" extrusionOk="0">
                  <a:moveTo>
                    <a:pt x="0" y="0"/>
                  </a:moveTo>
                  <a:lnTo>
                    <a:pt x="0" y="230"/>
                  </a:lnTo>
                  <a:lnTo>
                    <a:pt x="935" y="230"/>
                  </a:lnTo>
                  <a:lnTo>
                    <a:pt x="93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 name="Google Shape;238;p5"/>
            <p:cNvSpPr/>
            <p:nvPr/>
          </p:nvSpPr>
          <p:spPr>
            <a:xfrm>
              <a:off x="4232375" y="1951725"/>
              <a:ext cx="23400" cy="5775"/>
            </a:xfrm>
            <a:custGeom>
              <a:avLst/>
              <a:gdLst/>
              <a:ahLst/>
              <a:cxnLst/>
              <a:rect l="l" t="t" r="r" b="b"/>
              <a:pathLst>
                <a:path w="936" h="231" extrusionOk="0">
                  <a:moveTo>
                    <a:pt x="1" y="0"/>
                  </a:moveTo>
                  <a:lnTo>
                    <a:pt x="1" y="230"/>
                  </a:lnTo>
                  <a:lnTo>
                    <a:pt x="936" y="230"/>
                  </a:lnTo>
                  <a:lnTo>
                    <a:pt x="93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 name="Google Shape;239;p5"/>
            <p:cNvSpPr/>
            <p:nvPr/>
          </p:nvSpPr>
          <p:spPr>
            <a:xfrm>
              <a:off x="4138725" y="1951725"/>
              <a:ext cx="23225" cy="5775"/>
            </a:xfrm>
            <a:custGeom>
              <a:avLst/>
              <a:gdLst/>
              <a:ahLst/>
              <a:cxnLst/>
              <a:rect l="l" t="t" r="r" b="b"/>
              <a:pathLst>
                <a:path w="929" h="231" extrusionOk="0">
                  <a:moveTo>
                    <a:pt x="1" y="0"/>
                  </a:moveTo>
                  <a:lnTo>
                    <a:pt x="1" y="230"/>
                  </a:lnTo>
                  <a:lnTo>
                    <a:pt x="929" y="230"/>
                  </a:lnTo>
                  <a:lnTo>
                    <a:pt x="929"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 name="Google Shape;240;p5"/>
            <p:cNvSpPr/>
            <p:nvPr/>
          </p:nvSpPr>
          <p:spPr>
            <a:xfrm>
              <a:off x="4186000" y="1951725"/>
              <a:ext cx="23225" cy="5775"/>
            </a:xfrm>
            <a:custGeom>
              <a:avLst/>
              <a:gdLst/>
              <a:ahLst/>
              <a:cxnLst/>
              <a:rect l="l" t="t" r="r" b="b"/>
              <a:pathLst>
                <a:path w="929" h="231" extrusionOk="0">
                  <a:moveTo>
                    <a:pt x="0" y="0"/>
                  </a:moveTo>
                  <a:lnTo>
                    <a:pt x="0" y="230"/>
                  </a:lnTo>
                  <a:lnTo>
                    <a:pt x="928" y="230"/>
                  </a:lnTo>
                  <a:lnTo>
                    <a:pt x="928"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 name="Google Shape;241;p5"/>
            <p:cNvSpPr/>
            <p:nvPr/>
          </p:nvSpPr>
          <p:spPr>
            <a:xfrm>
              <a:off x="4312425" y="2200925"/>
              <a:ext cx="23225" cy="5975"/>
            </a:xfrm>
            <a:custGeom>
              <a:avLst/>
              <a:gdLst/>
              <a:ahLst/>
              <a:cxnLst/>
              <a:rect l="l" t="t" r="r" b="b"/>
              <a:pathLst>
                <a:path w="929" h="239" extrusionOk="0">
                  <a:moveTo>
                    <a:pt x="1" y="1"/>
                  </a:moveTo>
                  <a:lnTo>
                    <a:pt x="1" y="238"/>
                  </a:lnTo>
                  <a:lnTo>
                    <a:pt x="929" y="238"/>
                  </a:lnTo>
                  <a:lnTo>
                    <a:pt x="929"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 name="Google Shape;242;p5"/>
            <p:cNvSpPr/>
            <p:nvPr/>
          </p:nvSpPr>
          <p:spPr>
            <a:xfrm>
              <a:off x="4547175" y="2200925"/>
              <a:ext cx="23225" cy="5975"/>
            </a:xfrm>
            <a:custGeom>
              <a:avLst/>
              <a:gdLst/>
              <a:ahLst/>
              <a:cxnLst/>
              <a:rect l="l" t="t" r="r" b="b"/>
              <a:pathLst>
                <a:path w="929" h="239" extrusionOk="0">
                  <a:moveTo>
                    <a:pt x="1" y="1"/>
                  </a:moveTo>
                  <a:lnTo>
                    <a:pt x="1" y="238"/>
                  </a:lnTo>
                  <a:lnTo>
                    <a:pt x="929" y="238"/>
                  </a:lnTo>
                  <a:lnTo>
                    <a:pt x="929"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 name="Google Shape;243;p5"/>
            <p:cNvSpPr/>
            <p:nvPr/>
          </p:nvSpPr>
          <p:spPr>
            <a:xfrm>
              <a:off x="4500625" y="2200925"/>
              <a:ext cx="23225" cy="5975"/>
            </a:xfrm>
            <a:custGeom>
              <a:avLst/>
              <a:gdLst/>
              <a:ahLst/>
              <a:cxnLst/>
              <a:rect l="l" t="t" r="r" b="b"/>
              <a:pathLst>
                <a:path w="929" h="239" extrusionOk="0">
                  <a:moveTo>
                    <a:pt x="0" y="1"/>
                  </a:moveTo>
                  <a:lnTo>
                    <a:pt x="0" y="238"/>
                  </a:lnTo>
                  <a:lnTo>
                    <a:pt x="928" y="238"/>
                  </a:lnTo>
                  <a:lnTo>
                    <a:pt x="92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 name="Google Shape;244;p5"/>
            <p:cNvSpPr/>
            <p:nvPr/>
          </p:nvSpPr>
          <p:spPr>
            <a:xfrm>
              <a:off x="4453350" y="2200925"/>
              <a:ext cx="23225" cy="5975"/>
            </a:xfrm>
            <a:custGeom>
              <a:avLst/>
              <a:gdLst/>
              <a:ahLst/>
              <a:cxnLst/>
              <a:rect l="l" t="t" r="r" b="b"/>
              <a:pathLst>
                <a:path w="929" h="239" extrusionOk="0">
                  <a:moveTo>
                    <a:pt x="1" y="1"/>
                  </a:moveTo>
                  <a:lnTo>
                    <a:pt x="1" y="238"/>
                  </a:lnTo>
                  <a:lnTo>
                    <a:pt x="928" y="238"/>
                  </a:lnTo>
                  <a:lnTo>
                    <a:pt x="92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 name="Google Shape;245;p5"/>
            <p:cNvSpPr/>
            <p:nvPr/>
          </p:nvSpPr>
          <p:spPr>
            <a:xfrm>
              <a:off x="4124950" y="2200925"/>
              <a:ext cx="23225" cy="5975"/>
            </a:xfrm>
            <a:custGeom>
              <a:avLst/>
              <a:gdLst/>
              <a:ahLst/>
              <a:cxnLst/>
              <a:rect l="l" t="t" r="r" b="b"/>
              <a:pathLst>
                <a:path w="929" h="239" extrusionOk="0">
                  <a:moveTo>
                    <a:pt x="1" y="1"/>
                  </a:moveTo>
                  <a:lnTo>
                    <a:pt x="1" y="238"/>
                  </a:lnTo>
                  <a:lnTo>
                    <a:pt x="928" y="238"/>
                  </a:lnTo>
                  <a:lnTo>
                    <a:pt x="92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 name="Google Shape;246;p5"/>
            <p:cNvSpPr/>
            <p:nvPr/>
          </p:nvSpPr>
          <p:spPr>
            <a:xfrm>
              <a:off x="3998500" y="2296850"/>
              <a:ext cx="8750" cy="24100"/>
            </a:xfrm>
            <a:custGeom>
              <a:avLst/>
              <a:gdLst/>
              <a:ahLst/>
              <a:cxnLst/>
              <a:rect l="l" t="t" r="r" b="b"/>
              <a:pathLst>
                <a:path w="350" h="964" extrusionOk="0">
                  <a:moveTo>
                    <a:pt x="147" y="1"/>
                  </a:moveTo>
                  <a:cubicBezTo>
                    <a:pt x="57" y="322"/>
                    <a:pt x="1" y="643"/>
                    <a:pt x="1" y="964"/>
                  </a:cubicBezTo>
                  <a:lnTo>
                    <a:pt x="231" y="964"/>
                  </a:lnTo>
                  <a:cubicBezTo>
                    <a:pt x="231" y="671"/>
                    <a:pt x="287" y="350"/>
                    <a:pt x="350" y="64"/>
                  </a:cubicBezTo>
                  <a:lnTo>
                    <a:pt x="147"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 name="Google Shape;247;p5"/>
            <p:cNvSpPr/>
            <p:nvPr/>
          </p:nvSpPr>
          <p:spPr>
            <a:xfrm>
              <a:off x="4406100" y="2200925"/>
              <a:ext cx="24075" cy="5975"/>
            </a:xfrm>
            <a:custGeom>
              <a:avLst/>
              <a:gdLst/>
              <a:ahLst/>
              <a:cxnLst/>
              <a:rect l="l" t="t" r="r" b="b"/>
              <a:pathLst>
                <a:path w="963" h="239" extrusionOk="0">
                  <a:moveTo>
                    <a:pt x="0" y="1"/>
                  </a:moveTo>
                  <a:lnTo>
                    <a:pt x="0" y="238"/>
                  </a:lnTo>
                  <a:lnTo>
                    <a:pt x="963" y="238"/>
                  </a:lnTo>
                  <a:lnTo>
                    <a:pt x="963"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 name="Google Shape;248;p5"/>
            <p:cNvSpPr/>
            <p:nvPr/>
          </p:nvSpPr>
          <p:spPr>
            <a:xfrm>
              <a:off x="4077700" y="2203200"/>
              <a:ext cx="24775" cy="12400"/>
            </a:xfrm>
            <a:custGeom>
              <a:avLst/>
              <a:gdLst/>
              <a:ahLst/>
              <a:cxnLst/>
              <a:rect l="l" t="t" r="r" b="b"/>
              <a:pathLst>
                <a:path w="991" h="496" extrusionOk="0">
                  <a:moveTo>
                    <a:pt x="928" y="1"/>
                  </a:moveTo>
                  <a:cubicBezTo>
                    <a:pt x="607" y="56"/>
                    <a:pt x="321" y="147"/>
                    <a:pt x="0" y="259"/>
                  </a:cubicBezTo>
                  <a:lnTo>
                    <a:pt x="84" y="496"/>
                  </a:lnTo>
                  <a:cubicBezTo>
                    <a:pt x="377" y="377"/>
                    <a:pt x="670" y="287"/>
                    <a:pt x="991" y="231"/>
                  </a:cubicBezTo>
                  <a:lnTo>
                    <a:pt x="92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 name="Google Shape;249;p5"/>
            <p:cNvSpPr/>
            <p:nvPr/>
          </p:nvSpPr>
          <p:spPr>
            <a:xfrm>
              <a:off x="4010025" y="2253950"/>
              <a:ext cx="16750" cy="23400"/>
            </a:xfrm>
            <a:custGeom>
              <a:avLst/>
              <a:gdLst/>
              <a:ahLst/>
              <a:cxnLst/>
              <a:rect l="l" t="t" r="r" b="b"/>
              <a:pathLst>
                <a:path w="670" h="936" extrusionOk="0">
                  <a:moveTo>
                    <a:pt x="468" y="1"/>
                  </a:moveTo>
                  <a:cubicBezTo>
                    <a:pt x="293" y="266"/>
                    <a:pt x="119" y="524"/>
                    <a:pt x="0" y="817"/>
                  </a:cubicBezTo>
                  <a:lnTo>
                    <a:pt x="210" y="936"/>
                  </a:lnTo>
                  <a:cubicBezTo>
                    <a:pt x="321" y="643"/>
                    <a:pt x="496" y="384"/>
                    <a:pt x="670" y="119"/>
                  </a:cubicBezTo>
                  <a:lnTo>
                    <a:pt x="46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 name="Google Shape;250;p5"/>
            <p:cNvSpPr/>
            <p:nvPr/>
          </p:nvSpPr>
          <p:spPr>
            <a:xfrm>
              <a:off x="4037750" y="2221350"/>
              <a:ext cx="21825" cy="18850"/>
            </a:xfrm>
            <a:custGeom>
              <a:avLst/>
              <a:gdLst/>
              <a:ahLst/>
              <a:cxnLst/>
              <a:rect l="l" t="t" r="r" b="b"/>
              <a:pathLst>
                <a:path w="873" h="754" extrusionOk="0">
                  <a:moveTo>
                    <a:pt x="754" y="0"/>
                  </a:moveTo>
                  <a:cubicBezTo>
                    <a:pt x="496" y="147"/>
                    <a:pt x="231" y="349"/>
                    <a:pt x="0" y="579"/>
                  </a:cubicBezTo>
                  <a:lnTo>
                    <a:pt x="175" y="754"/>
                  </a:lnTo>
                  <a:cubicBezTo>
                    <a:pt x="377" y="551"/>
                    <a:pt x="635" y="349"/>
                    <a:pt x="873" y="175"/>
                  </a:cubicBezTo>
                  <a:lnTo>
                    <a:pt x="754"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 name="Google Shape;251;p5"/>
            <p:cNvSpPr/>
            <p:nvPr/>
          </p:nvSpPr>
          <p:spPr>
            <a:xfrm>
              <a:off x="4725075" y="2074500"/>
              <a:ext cx="7350" cy="24075"/>
            </a:xfrm>
            <a:custGeom>
              <a:avLst/>
              <a:gdLst/>
              <a:ahLst/>
              <a:cxnLst/>
              <a:rect l="l" t="t" r="r" b="b"/>
              <a:pathLst>
                <a:path w="294" h="963" extrusionOk="0">
                  <a:moveTo>
                    <a:pt x="35" y="0"/>
                  </a:moveTo>
                  <a:cubicBezTo>
                    <a:pt x="63" y="63"/>
                    <a:pt x="63" y="119"/>
                    <a:pt x="63" y="175"/>
                  </a:cubicBezTo>
                  <a:cubicBezTo>
                    <a:pt x="63" y="440"/>
                    <a:pt x="35" y="670"/>
                    <a:pt x="0" y="900"/>
                  </a:cubicBezTo>
                  <a:lnTo>
                    <a:pt x="238" y="963"/>
                  </a:lnTo>
                  <a:cubicBezTo>
                    <a:pt x="266" y="698"/>
                    <a:pt x="293" y="440"/>
                    <a:pt x="293" y="175"/>
                  </a:cubicBezTo>
                  <a:lnTo>
                    <a:pt x="293"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 name="Google Shape;252;p5"/>
            <p:cNvSpPr/>
            <p:nvPr/>
          </p:nvSpPr>
          <p:spPr>
            <a:xfrm>
              <a:off x="4594275" y="2200250"/>
              <a:ext cx="23400" cy="6650"/>
            </a:xfrm>
            <a:custGeom>
              <a:avLst/>
              <a:gdLst/>
              <a:ahLst/>
              <a:cxnLst/>
              <a:rect l="l" t="t" r="r" b="b"/>
              <a:pathLst>
                <a:path w="936" h="266" extrusionOk="0">
                  <a:moveTo>
                    <a:pt x="935" y="0"/>
                  </a:moveTo>
                  <a:cubicBezTo>
                    <a:pt x="761" y="28"/>
                    <a:pt x="586" y="28"/>
                    <a:pt x="412" y="28"/>
                  </a:cubicBezTo>
                  <a:lnTo>
                    <a:pt x="0" y="28"/>
                  </a:lnTo>
                  <a:lnTo>
                    <a:pt x="0" y="265"/>
                  </a:lnTo>
                  <a:lnTo>
                    <a:pt x="412" y="265"/>
                  </a:lnTo>
                  <a:cubicBezTo>
                    <a:pt x="586" y="265"/>
                    <a:pt x="761" y="265"/>
                    <a:pt x="935" y="230"/>
                  </a:cubicBezTo>
                  <a:lnTo>
                    <a:pt x="93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 name="Google Shape;253;p5"/>
            <p:cNvSpPr/>
            <p:nvPr/>
          </p:nvSpPr>
          <p:spPr>
            <a:xfrm>
              <a:off x="4639450" y="2187150"/>
              <a:ext cx="23900" cy="14500"/>
            </a:xfrm>
            <a:custGeom>
              <a:avLst/>
              <a:gdLst/>
              <a:ahLst/>
              <a:cxnLst/>
              <a:rect l="l" t="t" r="r" b="b"/>
              <a:pathLst>
                <a:path w="956" h="580" extrusionOk="0">
                  <a:moveTo>
                    <a:pt x="872" y="1"/>
                  </a:moveTo>
                  <a:cubicBezTo>
                    <a:pt x="579" y="147"/>
                    <a:pt x="286" y="266"/>
                    <a:pt x="0" y="350"/>
                  </a:cubicBezTo>
                  <a:lnTo>
                    <a:pt x="84" y="580"/>
                  </a:lnTo>
                  <a:cubicBezTo>
                    <a:pt x="377" y="468"/>
                    <a:pt x="698" y="350"/>
                    <a:pt x="956" y="203"/>
                  </a:cubicBezTo>
                  <a:lnTo>
                    <a:pt x="872"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 name="Google Shape;254;p5"/>
            <p:cNvSpPr/>
            <p:nvPr/>
          </p:nvSpPr>
          <p:spPr>
            <a:xfrm>
              <a:off x="4680075" y="2158900"/>
              <a:ext cx="21125" cy="20250"/>
            </a:xfrm>
            <a:custGeom>
              <a:avLst/>
              <a:gdLst/>
              <a:ahLst/>
              <a:cxnLst/>
              <a:rect l="l" t="t" r="r" b="b"/>
              <a:pathLst>
                <a:path w="845" h="810" extrusionOk="0">
                  <a:moveTo>
                    <a:pt x="670" y="1"/>
                  </a:moveTo>
                  <a:cubicBezTo>
                    <a:pt x="468" y="231"/>
                    <a:pt x="231" y="433"/>
                    <a:pt x="1" y="636"/>
                  </a:cubicBezTo>
                  <a:lnTo>
                    <a:pt x="147" y="810"/>
                  </a:lnTo>
                  <a:cubicBezTo>
                    <a:pt x="405" y="608"/>
                    <a:pt x="642" y="405"/>
                    <a:pt x="845" y="140"/>
                  </a:cubicBezTo>
                  <a:lnTo>
                    <a:pt x="670"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 name="Google Shape;255;p5"/>
            <p:cNvSpPr/>
            <p:nvPr/>
          </p:nvSpPr>
          <p:spPr>
            <a:xfrm>
              <a:off x="4709900" y="2119675"/>
              <a:ext cx="15200" cy="23200"/>
            </a:xfrm>
            <a:custGeom>
              <a:avLst/>
              <a:gdLst/>
              <a:ahLst/>
              <a:cxnLst/>
              <a:rect l="l" t="t" r="r" b="b"/>
              <a:pathLst>
                <a:path w="608" h="928" extrusionOk="0">
                  <a:moveTo>
                    <a:pt x="377" y="0"/>
                  </a:moveTo>
                  <a:cubicBezTo>
                    <a:pt x="294" y="286"/>
                    <a:pt x="147" y="551"/>
                    <a:pt x="1" y="809"/>
                  </a:cubicBezTo>
                  <a:lnTo>
                    <a:pt x="203" y="928"/>
                  </a:lnTo>
                  <a:cubicBezTo>
                    <a:pt x="377" y="663"/>
                    <a:pt x="496" y="377"/>
                    <a:pt x="607" y="84"/>
                  </a:cubicBezTo>
                  <a:lnTo>
                    <a:pt x="377"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 name="Google Shape;256;p5"/>
            <p:cNvSpPr/>
            <p:nvPr/>
          </p:nvSpPr>
          <p:spPr>
            <a:xfrm>
              <a:off x="4171350" y="2200925"/>
              <a:ext cx="24075" cy="5975"/>
            </a:xfrm>
            <a:custGeom>
              <a:avLst/>
              <a:gdLst/>
              <a:ahLst/>
              <a:cxnLst/>
              <a:rect l="l" t="t" r="r" b="b"/>
              <a:pathLst>
                <a:path w="963" h="239" extrusionOk="0">
                  <a:moveTo>
                    <a:pt x="0" y="1"/>
                  </a:moveTo>
                  <a:lnTo>
                    <a:pt x="0" y="238"/>
                  </a:lnTo>
                  <a:lnTo>
                    <a:pt x="963" y="238"/>
                  </a:lnTo>
                  <a:lnTo>
                    <a:pt x="963"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 name="Google Shape;257;p5"/>
            <p:cNvSpPr/>
            <p:nvPr/>
          </p:nvSpPr>
          <p:spPr>
            <a:xfrm>
              <a:off x="4265875" y="2200925"/>
              <a:ext cx="23225" cy="5975"/>
            </a:xfrm>
            <a:custGeom>
              <a:avLst/>
              <a:gdLst/>
              <a:ahLst/>
              <a:cxnLst/>
              <a:rect l="l" t="t" r="r" b="b"/>
              <a:pathLst>
                <a:path w="929" h="239" extrusionOk="0">
                  <a:moveTo>
                    <a:pt x="0" y="1"/>
                  </a:moveTo>
                  <a:lnTo>
                    <a:pt x="0" y="238"/>
                  </a:lnTo>
                  <a:lnTo>
                    <a:pt x="928" y="238"/>
                  </a:lnTo>
                  <a:lnTo>
                    <a:pt x="92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 name="Google Shape;258;p5"/>
            <p:cNvSpPr/>
            <p:nvPr/>
          </p:nvSpPr>
          <p:spPr>
            <a:xfrm>
              <a:off x="4359700" y="2200925"/>
              <a:ext cx="23225" cy="5975"/>
            </a:xfrm>
            <a:custGeom>
              <a:avLst/>
              <a:gdLst/>
              <a:ahLst/>
              <a:cxnLst/>
              <a:rect l="l" t="t" r="r" b="b"/>
              <a:pathLst>
                <a:path w="929" h="239" extrusionOk="0">
                  <a:moveTo>
                    <a:pt x="0" y="1"/>
                  </a:moveTo>
                  <a:lnTo>
                    <a:pt x="0" y="238"/>
                  </a:lnTo>
                  <a:lnTo>
                    <a:pt x="928" y="238"/>
                  </a:lnTo>
                  <a:lnTo>
                    <a:pt x="92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 name="Google Shape;259;p5"/>
            <p:cNvSpPr/>
            <p:nvPr/>
          </p:nvSpPr>
          <p:spPr>
            <a:xfrm>
              <a:off x="4218600" y="2200925"/>
              <a:ext cx="23400" cy="5975"/>
            </a:xfrm>
            <a:custGeom>
              <a:avLst/>
              <a:gdLst/>
              <a:ahLst/>
              <a:cxnLst/>
              <a:rect l="l" t="t" r="r" b="b"/>
              <a:pathLst>
                <a:path w="936" h="239" extrusionOk="0">
                  <a:moveTo>
                    <a:pt x="1" y="1"/>
                  </a:moveTo>
                  <a:lnTo>
                    <a:pt x="1" y="238"/>
                  </a:lnTo>
                  <a:lnTo>
                    <a:pt x="936" y="238"/>
                  </a:lnTo>
                  <a:lnTo>
                    <a:pt x="93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 name="Google Shape;260;p5"/>
            <p:cNvSpPr/>
            <p:nvPr/>
          </p:nvSpPr>
          <p:spPr>
            <a:xfrm>
              <a:off x="5017200" y="2450150"/>
              <a:ext cx="23400" cy="5975"/>
            </a:xfrm>
            <a:custGeom>
              <a:avLst/>
              <a:gdLst/>
              <a:ahLst/>
              <a:cxnLst/>
              <a:rect l="l" t="t" r="r" b="b"/>
              <a:pathLst>
                <a:path w="936" h="239" extrusionOk="0">
                  <a:moveTo>
                    <a:pt x="1" y="1"/>
                  </a:moveTo>
                  <a:lnTo>
                    <a:pt x="1" y="238"/>
                  </a:lnTo>
                  <a:lnTo>
                    <a:pt x="935" y="238"/>
                  </a:lnTo>
                  <a:lnTo>
                    <a:pt x="93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 name="Google Shape;261;p5"/>
            <p:cNvSpPr/>
            <p:nvPr/>
          </p:nvSpPr>
          <p:spPr>
            <a:xfrm>
              <a:off x="4970100" y="2450150"/>
              <a:ext cx="23225" cy="5975"/>
            </a:xfrm>
            <a:custGeom>
              <a:avLst/>
              <a:gdLst/>
              <a:ahLst/>
              <a:cxnLst/>
              <a:rect l="l" t="t" r="r" b="b"/>
              <a:pathLst>
                <a:path w="929" h="239" extrusionOk="0">
                  <a:moveTo>
                    <a:pt x="1" y="1"/>
                  </a:moveTo>
                  <a:lnTo>
                    <a:pt x="1" y="238"/>
                  </a:lnTo>
                  <a:lnTo>
                    <a:pt x="929" y="238"/>
                  </a:lnTo>
                  <a:lnTo>
                    <a:pt x="929"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 name="Google Shape;262;p5"/>
            <p:cNvSpPr/>
            <p:nvPr/>
          </p:nvSpPr>
          <p:spPr>
            <a:xfrm>
              <a:off x="5111025" y="2450150"/>
              <a:ext cx="24800" cy="5975"/>
            </a:xfrm>
            <a:custGeom>
              <a:avLst/>
              <a:gdLst/>
              <a:ahLst/>
              <a:cxnLst/>
              <a:rect l="l" t="t" r="r" b="b"/>
              <a:pathLst>
                <a:path w="992" h="239" extrusionOk="0">
                  <a:moveTo>
                    <a:pt x="1" y="1"/>
                  </a:moveTo>
                  <a:lnTo>
                    <a:pt x="1" y="238"/>
                  </a:lnTo>
                  <a:lnTo>
                    <a:pt x="991" y="238"/>
                  </a:lnTo>
                  <a:lnTo>
                    <a:pt x="991"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 name="Google Shape;263;p5"/>
            <p:cNvSpPr/>
            <p:nvPr/>
          </p:nvSpPr>
          <p:spPr>
            <a:xfrm>
              <a:off x="5063775" y="2450150"/>
              <a:ext cx="23200" cy="5975"/>
            </a:xfrm>
            <a:custGeom>
              <a:avLst/>
              <a:gdLst/>
              <a:ahLst/>
              <a:cxnLst/>
              <a:rect l="l" t="t" r="r" b="b"/>
              <a:pathLst>
                <a:path w="928" h="239" extrusionOk="0">
                  <a:moveTo>
                    <a:pt x="0" y="1"/>
                  </a:moveTo>
                  <a:lnTo>
                    <a:pt x="0" y="238"/>
                  </a:lnTo>
                  <a:lnTo>
                    <a:pt x="928" y="238"/>
                  </a:lnTo>
                  <a:lnTo>
                    <a:pt x="92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 name="Google Shape;264;p5"/>
            <p:cNvSpPr/>
            <p:nvPr/>
          </p:nvSpPr>
          <p:spPr>
            <a:xfrm>
              <a:off x="4688100" y="2450150"/>
              <a:ext cx="23925" cy="5975"/>
            </a:xfrm>
            <a:custGeom>
              <a:avLst/>
              <a:gdLst/>
              <a:ahLst/>
              <a:cxnLst/>
              <a:rect l="l" t="t" r="r" b="b"/>
              <a:pathLst>
                <a:path w="957" h="239" extrusionOk="0">
                  <a:moveTo>
                    <a:pt x="1" y="1"/>
                  </a:moveTo>
                  <a:lnTo>
                    <a:pt x="1" y="238"/>
                  </a:lnTo>
                  <a:lnTo>
                    <a:pt x="956" y="238"/>
                  </a:lnTo>
                  <a:lnTo>
                    <a:pt x="9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 name="Google Shape;265;p5"/>
            <p:cNvSpPr/>
            <p:nvPr/>
          </p:nvSpPr>
          <p:spPr>
            <a:xfrm>
              <a:off x="4641525" y="2450150"/>
              <a:ext cx="23400" cy="5975"/>
            </a:xfrm>
            <a:custGeom>
              <a:avLst/>
              <a:gdLst/>
              <a:ahLst/>
              <a:cxnLst/>
              <a:rect l="l" t="t" r="r" b="b"/>
              <a:pathLst>
                <a:path w="936" h="239" extrusionOk="0">
                  <a:moveTo>
                    <a:pt x="1" y="1"/>
                  </a:moveTo>
                  <a:lnTo>
                    <a:pt x="1" y="238"/>
                  </a:lnTo>
                  <a:lnTo>
                    <a:pt x="936" y="238"/>
                  </a:lnTo>
                  <a:lnTo>
                    <a:pt x="93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 name="Google Shape;266;p5"/>
            <p:cNvSpPr/>
            <p:nvPr/>
          </p:nvSpPr>
          <p:spPr>
            <a:xfrm>
              <a:off x="4922850" y="2450150"/>
              <a:ext cx="23925" cy="5975"/>
            </a:xfrm>
            <a:custGeom>
              <a:avLst/>
              <a:gdLst/>
              <a:ahLst/>
              <a:cxnLst/>
              <a:rect l="l" t="t" r="r" b="b"/>
              <a:pathLst>
                <a:path w="957" h="239" extrusionOk="0">
                  <a:moveTo>
                    <a:pt x="0" y="1"/>
                  </a:moveTo>
                  <a:lnTo>
                    <a:pt x="0" y="238"/>
                  </a:lnTo>
                  <a:lnTo>
                    <a:pt x="956" y="238"/>
                  </a:lnTo>
                  <a:lnTo>
                    <a:pt x="9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 name="Google Shape;267;p5"/>
            <p:cNvSpPr/>
            <p:nvPr/>
          </p:nvSpPr>
          <p:spPr>
            <a:xfrm>
              <a:off x="4594275" y="2450150"/>
              <a:ext cx="24100" cy="5975"/>
            </a:xfrm>
            <a:custGeom>
              <a:avLst/>
              <a:gdLst/>
              <a:ahLst/>
              <a:cxnLst/>
              <a:rect l="l" t="t" r="r" b="b"/>
              <a:pathLst>
                <a:path w="964" h="239" extrusionOk="0">
                  <a:moveTo>
                    <a:pt x="0" y="1"/>
                  </a:moveTo>
                  <a:lnTo>
                    <a:pt x="0" y="238"/>
                  </a:lnTo>
                  <a:lnTo>
                    <a:pt x="963" y="238"/>
                  </a:lnTo>
                  <a:lnTo>
                    <a:pt x="963"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 name="Google Shape;268;p5"/>
            <p:cNvSpPr/>
            <p:nvPr/>
          </p:nvSpPr>
          <p:spPr>
            <a:xfrm>
              <a:off x="4876275" y="2450150"/>
              <a:ext cx="23225" cy="5975"/>
            </a:xfrm>
            <a:custGeom>
              <a:avLst/>
              <a:gdLst/>
              <a:ahLst/>
              <a:cxnLst/>
              <a:rect l="l" t="t" r="r" b="b"/>
              <a:pathLst>
                <a:path w="929" h="239" extrusionOk="0">
                  <a:moveTo>
                    <a:pt x="1" y="1"/>
                  </a:moveTo>
                  <a:lnTo>
                    <a:pt x="1" y="238"/>
                  </a:lnTo>
                  <a:lnTo>
                    <a:pt x="929" y="238"/>
                  </a:lnTo>
                  <a:lnTo>
                    <a:pt x="929"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 name="Google Shape;269;p5"/>
            <p:cNvSpPr/>
            <p:nvPr/>
          </p:nvSpPr>
          <p:spPr>
            <a:xfrm>
              <a:off x="4829025" y="2450150"/>
              <a:ext cx="24075" cy="5975"/>
            </a:xfrm>
            <a:custGeom>
              <a:avLst/>
              <a:gdLst/>
              <a:ahLst/>
              <a:cxnLst/>
              <a:rect l="l" t="t" r="r" b="b"/>
              <a:pathLst>
                <a:path w="963" h="239" extrusionOk="0">
                  <a:moveTo>
                    <a:pt x="0" y="1"/>
                  </a:moveTo>
                  <a:lnTo>
                    <a:pt x="0" y="238"/>
                  </a:lnTo>
                  <a:lnTo>
                    <a:pt x="963" y="238"/>
                  </a:lnTo>
                  <a:lnTo>
                    <a:pt x="963"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 name="Google Shape;270;p5"/>
            <p:cNvSpPr/>
            <p:nvPr/>
          </p:nvSpPr>
          <p:spPr>
            <a:xfrm>
              <a:off x="4735375" y="2450150"/>
              <a:ext cx="23200" cy="5975"/>
            </a:xfrm>
            <a:custGeom>
              <a:avLst/>
              <a:gdLst/>
              <a:ahLst/>
              <a:cxnLst/>
              <a:rect l="l" t="t" r="r" b="b"/>
              <a:pathLst>
                <a:path w="928" h="239" extrusionOk="0">
                  <a:moveTo>
                    <a:pt x="0" y="1"/>
                  </a:moveTo>
                  <a:lnTo>
                    <a:pt x="0" y="238"/>
                  </a:lnTo>
                  <a:lnTo>
                    <a:pt x="928" y="238"/>
                  </a:lnTo>
                  <a:lnTo>
                    <a:pt x="92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 name="Google Shape;271;p5"/>
            <p:cNvSpPr/>
            <p:nvPr/>
          </p:nvSpPr>
          <p:spPr>
            <a:xfrm>
              <a:off x="4782625" y="2450150"/>
              <a:ext cx="23225" cy="5975"/>
            </a:xfrm>
            <a:custGeom>
              <a:avLst/>
              <a:gdLst/>
              <a:ahLst/>
              <a:cxnLst/>
              <a:rect l="l" t="t" r="r" b="b"/>
              <a:pathLst>
                <a:path w="929" h="239" extrusionOk="0">
                  <a:moveTo>
                    <a:pt x="1" y="1"/>
                  </a:moveTo>
                  <a:lnTo>
                    <a:pt x="1" y="238"/>
                  </a:lnTo>
                  <a:lnTo>
                    <a:pt x="928" y="238"/>
                  </a:lnTo>
                  <a:lnTo>
                    <a:pt x="92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 name="Google Shape;272;p5"/>
            <p:cNvSpPr/>
            <p:nvPr/>
          </p:nvSpPr>
          <p:spPr>
            <a:xfrm>
              <a:off x="5393750" y="2450150"/>
              <a:ext cx="23200" cy="5975"/>
            </a:xfrm>
            <a:custGeom>
              <a:avLst/>
              <a:gdLst/>
              <a:ahLst/>
              <a:cxnLst/>
              <a:rect l="l" t="t" r="r" b="b"/>
              <a:pathLst>
                <a:path w="928" h="239" extrusionOk="0">
                  <a:moveTo>
                    <a:pt x="0" y="1"/>
                  </a:moveTo>
                  <a:lnTo>
                    <a:pt x="0" y="238"/>
                  </a:lnTo>
                  <a:lnTo>
                    <a:pt x="928" y="238"/>
                  </a:lnTo>
                  <a:lnTo>
                    <a:pt x="92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 name="Google Shape;273;p5"/>
            <p:cNvSpPr/>
            <p:nvPr/>
          </p:nvSpPr>
          <p:spPr>
            <a:xfrm>
              <a:off x="5346475" y="2450150"/>
              <a:ext cx="23925" cy="5975"/>
            </a:xfrm>
            <a:custGeom>
              <a:avLst/>
              <a:gdLst/>
              <a:ahLst/>
              <a:cxnLst/>
              <a:rect l="l" t="t" r="r" b="b"/>
              <a:pathLst>
                <a:path w="957" h="239" extrusionOk="0">
                  <a:moveTo>
                    <a:pt x="1" y="1"/>
                  </a:moveTo>
                  <a:lnTo>
                    <a:pt x="1" y="238"/>
                  </a:lnTo>
                  <a:lnTo>
                    <a:pt x="956" y="238"/>
                  </a:lnTo>
                  <a:lnTo>
                    <a:pt x="9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 name="Google Shape;274;p5"/>
            <p:cNvSpPr/>
            <p:nvPr/>
          </p:nvSpPr>
          <p:spPr>
            <a:xfrm>
              <a:off x="5487400" y="2450150"/>
              <a:ext cx="23400" cy="5975"/>
            </a:xfrm>
            <a:custGeom>
              <a:avLst/>
              <a:gdLst/>
              <a:ahLst/>
              <a:cxnLst/>
              <a:rect l="l" t="t" r="r" b="b"/>
              <a:pathLst>
                <a:path w="936" h="239" extrusionOk="0">
                  <a:moveTo>
                    <a:pt x="0" y="1"/>
                  </a:moveTo>
                  <a:lnTo>
                    <a:pt x="0" y="238"/>
                  </a:lnTo>
                  <a:lnTo>
                    <a:pt x="935" y="238"/>
                  </a:lnTo>
                  <a:lnTo>
                    <a:pt x="93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 name="Google Shape;275;p5"/>
            <p:cNvSpPr/>
            <p:nvPr/>
          </p:nvSpPr>
          <p:spPr>
            <a:xfrm>
              <a:off x="5440125" y="2450150"/>
              <a:ext cx="24100" cy="5975"/>
            </a:xfrm>
            <a:custGeom>
              <a:avLst/>
              <a:gdLst/>
              <a:ahLst/>
              <a:cxnLst/>
              <a:rect l="l" t="t" r="r" b="b"/>
              <a:pathLst>
                <a:path w="964" h="239" extrusionOk="0">
                  <a:moveTo>
                    <a:pt x="1" y="1"/>
                  </a:moveTo>
                  <a:lnTo>
                    <a:pt x="1" y="238"/>
                  </a:lnTo>
                  <a:lnTo>
                    <a:pt x="963" y="238"/>
                  </a:lnTo>
                  <a:lnTo>
                    <a:pt x="963"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 name="Google Shape;276;p5"/>
            <p:cNvSpPr/>
            <p:nvPr/>
          </p:nvSpPr>
          <p:spPr>
            <a:xfrm>
              <a:off x="5299900" y="2450150"/>
              <a:ext cx="23400" cy="5975"/>
            </a:xfrm>
            <a:custGeom>
              <a:avLst/>
              <a:gdLst/>
              <a:ahLst/>
              <a:cxnLst/>
              <a:rect l="l" t="t" r="r" b="b"/>
              <a:pathLst>
                <a:path w="936" h="239" extrusionOk="0">
                  <a:moveTo>
                    <a:pt x="1" y="1"/>
                  </a:moveTo>
                  <a:lnTo>
                    <a:pt x="1" y="238"/>
                  </a:lnTo>
                  <a:lnTo>
                    <a:pt x="936" y="238"/>
                  </a:lnTo>
                  <a:lnTo>
                    <a:pt x="93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 name="Google Shape;277;p5"/>
            <p:cNvSpPr/>
            <p:nvPr/>
          </p:nvSpPr>
          <p:spPr>
            <a:xfrm>
              <a:off x="5252650" y="2450150"/>
              <a:ext cx="23400" cy="5975"/>
            </a:xfrm>
            <a:custGeom>
              <a:avLst/>
              <a:gdLst/>
              <a:ahLst/>
              <a:cxnLst/>
              <a:rect l="l" t="t" r="r" b="b"/>
              <a:pathLst>
                <a:path w="936" h="239" extrusionOk="0">
                  <a:moveTo>
                    <a:pt x="0" y="1"/>
                  </a:moveTo>
                  <a:lnTo>
                    <a:pt x="0" y="238"/>
                  </a:lnTo>
                  <a:lnTo>
                    <a:pt x="935" y="238"/>
                  </a:lnTo>
                  <a:lnTo>
                    <a:pt x="93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 name="Google Shape;278;p5"/>
            <p:cNvSpPr/>
            <p:nvPr/>
          </p:nvSpPr>
          <p:spPr>
            <a:xfrm>
              <a:off x="5206250" y="2450150"/>
              <a:ext cx="23225" cy="5975"/>
            </a:xfrm>
            <a:custGeom>
              <a:avLst/>
              <a:gdLst/>
              <a:ahLst/>
              <a:cxnLst/>
              <a:rect l="l" t="t" r="r" b="b"/>
              <a:pathLst>
                <a:path w="929" h="239" extrusionOk="0">
                  <a:moveTo>
                    <a:pt x="1" y="1"/>
                  </a:moveTo>
                  <a:lnTo>
                    <a:pt x="1" y="238"/>
                  </a:lnTo>
                  <a:lnTo>
                    <a:pt x="929" y="238"/>
                  </a:lnTo>
                  <a:lnTo>
                    <a:pt x="929"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 name="Google Shape;279;p5"/>
            <p:cNvSpPr/>
            <p:nvPr/>
          </p:nvSpPr>
          <p:spPr>
            <a:xfrm>
              <a:off x="5159000" y="2450150"/>
              <a:ext cx="23200" cy="5975"/>
            </a:xfrm>
            <a:custGeom>
              <a:avLst/>
              <a:gdLst/>
              <a:ahLst/>
              <a:cxnLst/>
              <a:rect l="l" t="t" r="r" b="b"/>
              <a:pathLst>
                <a:path w="928" h="239" extrusionOk="0">
                  <a:moveTo>
                    <a:pt x="0" y="1"/>
                  </a:moveTo>
                  <a:lnTo>
                    <a:pt x="0" y="238"/>
                  </a:lnTo>
                  <a:lnTo>
                    <a:pt x="928" y="238"/>
                  </a:lnTo>
                  <a:lnTo>
                    <a:pt x="92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 name="Google Shape;280;p5"/>
            <p:cNvSpPr/>
            <p:nvPr/>
          </p:nvSpPr>
          <p:spPr>
            <a:xfrm>
              <a:off x="4313125" y="2450150"/>
              <a:ext cx="23225" cy="5975"/>
            </a:xfrm>
            <a:custGeom>
              <a:avLst/>
              <a:gdLst/>
              <a:ahLst/>
              <a:cxnLst/>
              <a:rect l="l" t="t" r="r" b="b"/>
              <a:pathLst>
                <a:path w="929" h="239" extrusionOk="0">
                  <a:moveTo>
                    <a:pt x="1" y="1"/>
                  </a:moveTo>
                  <a:lnTo>
                    <a:pt x="1" y="238"/>
                  </a:lnTo>
                  <a:lnTo>
                    <a:pt x="929" y="238"/>
                  </a:lnTo>
                  <a:lnTo>
                    <a:pt x="929"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 name="Google Shape;281;p5"/>
            <p:cNvSpPr/>
            <p:nvPr/>
          </p:nvSpPr>
          <p:spPr>
            <a:xfrm>
              <a:off x="4547875" y="2450150"/>
              <a:ext cx="23225" cy="5975"/>
            </a:xfrm>
            <a:custGeom>
              <a:avLst/>
              <a:gdLst/>
              <a:ahLst/>
              <a:cxnLst/>
              <a:rect l="l" t="t" r="r" b="b"/>
              <a:pathLst>
                <a:path w="929" h="239" extrusionOk="0">
                  <a:moveTo>
                    <a:pt x="1" y="1"/>
                  </a:moveTo>
                  <a:lnTo>
                    <a:pt x="1" y="238"/>
                  </a:lnTo>
                  <a:lnTo>
                    <a:pt x="929" y="238"/>
                  </a:lnTo>
                  <a:lnTo>
                    <a:pt x="929"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 name="Google Shape;282;p5"/>
            <p:cNvSpPr/>
            <p:nvPr/>
          </p:nvSpPr>
          <p:spPr>
            <a:xfrm>
              <a:off x="4500625" y="2450150"/>
              <a:ext cx="23225" cy="5975"/>
            </a:xfrm>
            <a:custGeom>
              <a:avLst/>
              <a:gdLst/>
              <a:ahLst/>
              <a:cxnLst/>
              <a:rect l="l" t="t" r="r" b="b"/>
              <a:pathLst>
                <a:path w="929" h="239" extrusionOk="0">
                  <a:moveTo>
                    <a:pt x="0" y="1"/>
                  </a:moveTo>
                  <a:lnTo>
                    <a:pt x="0" y="238"/>
                  </a:lnTo>
                  <a:lnTo>
                    <a:pt x="928" y="238"/>
                  </a:lnTo>
                  <a:lnTo>
                    <a:pt x="92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 name="Google Shape;283;p5"/>
            <p:cNvSpPr/>
            <p:nvPr/>
          </p:nvSpPr>
          <p:spPr>
            <a:xfrm>
              <a:off x="4453350" y="2450150"/>
              <a:ext cx="24100" cy="5975"/>
            </a:xfrm>
            <a:custGeom>
              <a:avLst/>
              <a:gdLst/>
              <a:ahLst/>
              <a:cxnLst/>
              <a:rect l="l" t="t" r="r" b="b"/>
              <a:pathLst>
                <a:path w="964" h="239" extrusionOk="0">
                  <a:moveTo>
                    <a:pt x="1" y="1"/>
                  </a:moveTo>
                  <a:lnTo>
                    <a:pt x="1" y="238"/>
                  </a:lnTo>
                  <a:lnTo>
                    <a:pt x="963" y="238"/>
                  </a:lnTo>
                  <a:lnTo>
                    <a:pt x="963"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 name="Google Shape;284;p5"/>
            <p:cNvSpPr/>
            <p:nvPr/>
          </p:nvSpPr>
          <p:spPr>
            <a:xfrm>
              <a:off x="4126350" y="2450150"/>
              <a:ext cx="24100" cy="5975"/>
            </a:xfrm>
            <a:custGeom>
              <a:avLst/>
              <a:gdLst/>
              <a:ahLst/>
              <a:cxnLst/>
              <a:rect l="l" t="t" r="r" b="b"/>
              <a:pathLst>
                <a:path w="964" h="239" extrusionOk="0">
                  <a:moveTo>
                    <a:pt x="0" y="1"/>
                  </a:moveTo>
                  <a:lnTo>
                    <a:pt x="0" y="238"/>
                  </a:lnTo>
                  <a:lnTo>
                    <a:pt x="963" y="238"/>
                  </a:lnTo>
                  <a:lnTo>
                    <a:pt x="963"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 name="Google Shape;285;p5"/>
            <p:cNvSpPr/>
            <p:nvPr/>
          </p:nvSpPr>
          <p:spPr>
            <a:xfrm>
              <a:off x="3998500" y="2336100"/>
              <a:ext cx="9450" cy="24100"/>
            </a:xfrm>
            <a:custGeom>
              <a:avLst/>
              <a:gdLst/>
              <a:ahLst/>
              <a:cxnLst/>
              <a:rect l="l" t="t" r="r" b="b"/>
              <a:pathLst>
                <a:path w="378" h="964" extrusionOk="0">
                  <a:moveTo>
                    <a:pt x="1" y="0"/>
                  </a:moveTo>
                  <a:cubicBezTo>
                    <a:pt x="29" y="321"/>
                    <a:pt x="57" y="642"/>
                    <a:pt x="147" y="963"/>
                  </a:cubicBezTo>
                  <a:lnTo>
                    <a:pt x="378" y="900"/>
                  </a:lnTo>
                  <a:cubicBezTo>
                    <a:pt x="287" y="614"/>
                    <a:pt x="259" y="293"/>
                    <a:pt x="231"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6" name="Google Shape;286;p5"/>
            <p:cNvSpPr/>
            <p:nvPr/>
          </p:nvSpPr>
          <p:spPr>
            <a:xfrm>
              <a:off x="4406800" y="2450150"/>
              <a:ext cx="23375" cy="5975"/>
            </a:xfrm>
            <a:custGeom>
              <a:avLst/>
              <a:gdLst/>
              <a:ahLst/>
              <a:cxnLst/>
              <a:rect l="l" t="t" r="r" b="b"/>
              <a:pathLst>
                <a:path w="935" h="239" extrusionOk="0">
                  <a:moveTo>
                    <a:pt x="0" y="1"/>
                  </a:moveTo>
                  <a:lnTo>
                    <a:pt x="0" y="238"/>
                  </a:lnTo>
                  <a:lnTo>
                    <a:pt x="935" y="238"/>
                  </a:lnTo>
                  <a:lnTo>
                    <a:pt x="93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7" name="Google Shape;287;p5"/>
            <p:cNvSpPr/>
            <p:nvPr/>
          </p:nvSpPr>
          <p:spPr>
            <a:xfrm>
              <a:off x="4079775" y="2441450"/>
              <a:ext cx="24100" cy="12400"/>
            </a:xfrm>
            <a:custGeom>
              <a:avLst/>
              <a:gdLst/>
              <a:ahLst/>
              <a:cxnLst/>
              <a:rect l="l" t="t" r="r" b="b"/>
              <a:pathLst>
                <a:path w="964" h="496" extrusionOk="0">
                  <a:moveTo>
                    <a:pt x="91" y="0"/>
                  </a:moveTo>
                  <a:lnTo>
                    <a:pt x="1" y="237"/>
                  </a:lnTo>
                  <a:cubicBezTo>
                    <a:pt x="294" y="349"/>
                    <a:pt x="615" y="440"/>
                    <a:pt x="908" y="495"/>
                  </a:cubicBezTo>
                  <a:lnTo>
                    <a:pt x="963" y="265"/>
                  </a:lnTo>
                  <a:cubicBezTo>
                    <a:pt x="670" y="209"/>
                    <a:pt x="384" y="119"/>
                    <a:pt x="91"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8" name="Google Shape;288;p5"/>
            <p:cNvSpPr/>
            <p:nvPr/>
          </p:nvSpPr>
          <p:spPr>
            <a:xfrm>
              <a:off x="4010025" y="2380400"/>
              <a:ext cx="16750" cy="22700"/>
            </a:xfrm>
            <a:custGeom>
              <a:avLst/>
              <a:gdLst/>
              <a:ahLst/>
              <a:cxnLst/>
              <a:rect l="l" t="t" r="r" b="b"/>
              <a:pathLst>
                <a:path w="670" h="908" extrusionOk="0">
                  <a:moveTo>
                    <a:pt x="210" y="0"/>
                  </a:moveTo>
                  <a:lnTo>
                    <a:pt x="0" y="91"/>
                  </a:lnTo>
                  <a:cubicBezTo>
                    <a:pt x="147" y="384"/>
                    <a:pt x="293" y="642"/>
                    <a:pt x="496" y="907"/>
                  </a:cubicBezTo>
                  <a:lnTo>
                    <a:pt x="670" y="789"/>
                  </a:lnTo>
                  <a:cubicBezTo>
                    <a:pt x="496" y="524"/>
                    <a:pt x="349" y="266"/>
                    <a:pt x="210"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 name="Google Shape;289;p5"/>
            <p:cNvSpPr/>
            <p:nvPr/>
          </p:nvSpPr>
          <p:spPr>
            <a:xfrm>
              <a:off x="4039850" y="2416850"/>
              <a:ext cx="21825" cy="19550"/>
            </a:xfrm>
            <a:custGeom>
              <a:avLst/>
              <a:gdLst/>
              <a:ahLst/>
              <a:cxnLst/>
              <a:rect l="l" t="t" r="r" b="b"/>
              <a:pathLst>
                <a:path w="873" h="782" extrusionOk="0">
                  <a:moveTo>
                    <a:pt x="147" y="0"/>
                  </a:moveTo>
                  <a:lnTo>
                    <a:pt x="0" y="175"/>
                  </a:lnTo>
                  <a:cubicBezTo>
                    <a:pt x="237" y="405"/>
                    <a:pt x="468" y="607"/>
                    <a:pt x="761" y="782"/>
                  </a:cubicBezTo>
                  <a:lnTo>
                    <a:pt x="872" y="579"/>
                  </a:lnTo>
                  <a:cubicBezTo>
                    <a:pt x="614" y="405"/>
                    <a:pt x="377" y="231"/>
                    <a:pt x="147"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 name="Google Shape;290;p5"/>
            <p:cNvSpPr/>
            <p:nvPr/>
          </p:nvSpPr>
          <p:spPr>
            <a:xfrm>
              <a:off x="4171350" y="2450150"/>
              <a:ext cx="24075" cy="5975"/>
            </a:xfrm>
            <a:custGeom>
              <a:avLst/>
              <a:gdLst/>
              <a:ahLst/>
              <a:cxnLst/>
              <a:rect l="l" t="t" r="r" b="b"/>
              <a:pathLst>
                <a:path w="963" h="239" extrusionOk="0">
                  <a:moveTo>
                    <a:pt x="0" y="1"/>
                  </a:moveTo>
                  <a:lnTo>
                    <a:pt x="0" y="238"/>
                  </a:lnTo>
                  <a:lnTo>
                    <a:pt x="963" y="238"/>
                  </a:lnTo>
                  <a:lnTo>
                    <a:pt x="963"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 name="Google Shape;291;p5"/>
            <p:cNvSpPr/>
            <p:nvPr/>
          </p:nvSpPr>
          <p:spPr>
            <a:xfrm>
              <a:off x="4265875" y="2450150"/>
              <a:ext cx="23225" cy="5975"/>
            </a:xfrm>
            <a:custGeom>
              <a:avLst/>
              <a:gdLst/>
              <a:ahLst/>
              <a:cxnLst/>
              <a:rect l="l" t="t" r="r" b="b"/>
              <a:pathLst>
                <a:path w="929" h="239" extrusionOk="0">
                  <a:moveTo>
                    <a:pt x="0" y="1"/>
                  </a:moveTo>
                  <a:lnTo>
                    <a:pt x="0" y="238"/>
                  </a:lnTo>
                  <a:lnTo>
                    <a:pt x="928" y="238"/>
                  </a:lnTo>
                  <a:lnTo>
                    <a:pt x="92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 name="Google Shape;292;p5"/>
            <p:cNvSpPr/>
            <p:nvPr/>
          </p:nvSpPr>
          <p:spPr>
            <a:xfrm>
              <a:off x="4359700" y="2450150"/>
              <a:ext cx="23925" cy="5975"/>
            </a:xfrm>
            <a:custGeom>
              <a:avLst/>
              <a:gdLst/>
              <a:ahLst/>
              <a:cxnLst/>
              <a:rect l="l" t="t" r="r" b="b"/>
              <a:pathLst>
                <a:path w="957" h="239" extrusionOk="0">
                  <a:moveTo>
                    <a:pt x="0" y="1"/>
                  </a:moveTo>
                  <a:lnTo>
                    <a:pt x="0" y="238"/>
                  </a:lnTo>
                  <a:lnTo>
                    <a:pt x="956" y="238"/>
                  </a:lnTo>
                  <a:lnTo>
                    <a:pt x="9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 name="Google Shape;293;p5"/>
            <p:cNvSpPr/>
            <p:nvPr/>
          </p:nvSpPr>
          <p:spPr>
            <a:xfrm>
              <a:off x="4218600" y="2450150"/>
              <a:ext cx="23400" cy="5975"/>
            </a:xfrm>
            <a:custGeom>
              <a:avLst/>
              <a:gdLst/>
              <a:ahLst/>
              <a:cxnLst/>
              <a:rect l="l" t="t" r="r" b="b"/>
              <a:pathLst>
                <a:path w="936" h="239" extrusionOk="0">
                  <a:moveTo>
                    <a:pt x="1" y="1"/>
                  </a:moveTo>
                  <a:lnTo>
                    <a:pt x="1" y="238"/>
                  </a:lnTo>
                  <a:lnTo>
                    <a:pt x="936" y="238"/>
                  </a:lnTo>
                  <a:lnTo>
                    <a:pt x="93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4" name="Google Shape;294;p5"/>
            <p:cNvSpPr/>
            <p:nvPr/>
          </p:nvSpPr>
          <p:spPr>
            <a:xfrm>
              <a:off x="6381200" y="2450150"/>
              <a:ext cx="24100" cy="5975"/>
            </a:xfrm>
            <a:custGeom>
              <a:avLst/>
              <a:gdLst/>
              <a:ahLst/>
              <a:cxnLst/>
              <a:rect l="l" t="t" r="r" b="b"/>
              <a:pathLst>
                <a:path w="964" h="239" extrusionOk="0">
                  <a:moveTo>
                    <a:pt x="1" y="1"/>
                  </a:moveTo>
                  <a:lnTo>
                    <a:pt x="1" y="238"/>
                  </a:lnTo>
                  <a:lnTo>
                    <a:pt x="964" y="238"/>
                  </a:lnTo>
                  <a:lnTo>
                    <a:pt x="964"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 name="Google Shape;295;p5"/>
            <p:cNvSpPr/>
            <p:nvPr/>
          </p:nvSpPr>
          <p:spPr>
            <a:xfrm>
              <a:off x="6334825" y="2450150"/>
              <a:ext cx="23225" cy="5975"/>
            </a:xfrm>
            <a:custGeom>
              <a:avLst/>
              <a:gdLst/>
              <a:ahLst/>
              <a:cxnLst/>
              <a:rect l="l" t="t" r="r" b="b"/>
              <a:pathLst>
                <a:path w="929" h="239" extrusionOk="0">
                  <a:moveTo>
                    <a:pt x="0" y="1"/>
                  </a:moveTo>
                  <a:lnTo>
                    <a:pt x="0" y="238"/>
                  </a:lnTo>
                  <a:lnTo>
                    <a:pt x="928" y="238"/>
                  </a:lnTo>
                  <a:lnTo>
                    <a:pt x="92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 name="Google Shape;296;p5"/>
            <p:cNvSpPr/>
            <p:nvPr/>
          </p:nvSpPr>
          <p:spPr>
            <a:xfrm>
              <a:off x="6475050" y="2450150"/>
              <a:ext cx="24600" cy="5975"/>
            </a:xfrm>
            <a:custGeom>
              <a:avLst/>
              <a:gdLst/>
              <a:ahLst/>
              <a:cxnLst/>
              <a:rect l="l" t="t" r="r" b="b"/>
              <a:pathLst>
                <a:path w="984" h="239" extrusionOk="0">
                  <a:moveTo>
                    <a:pt x="0" y="1"/>
                  </a:moveTo>
                  <a:lnTo>
                    <a:pt x="0" y="238"/>
                  </a:lnTo>
                  <a:lnTo>
                    <a:pt x="984" y="238"/>
                  </a:lnTo>
                  <a:lnTo>
                    <a:pt x="984"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 name="Google Shape;297;p5"/>
            <p:cNvSpPr/>
            <p:nvPr/>
          </p:nvSpPr>
          <p:spPr>
            <a:xfrm>
              <a:off x="6428475" y="2450150"/>
              <a:ext cx="23225" cy="5975"/>
            </a:xfrm>
            <a:custGeom>
              <a:avLst/>
              <a:gdLst/>
              <a:ahLst/>
              <a:cxnLst/>
              <a:rect l="l" t="t" r="r" b="b"/>
              <a:pathLst>
                <a:path w="929" h="239" extrusionOk="0">
                  <a:moveTo>
                    <a:pt x="1" y="1"/>
                  </a:moveTo>
                  <a:lnTo>
                    <a:pt x="1" y="238"/>
                  </a:lnTo>
                  <a:lnTo>
                    <a:pt x="928" y="238"/>
                  </a:lnTo>
                  <a:lnTo>
                    <a:pt x="92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 name="Google Shape;298;p5"/>
            <p:cNvSpPr/>
            <p:nvPr/>
          </p:nvSpPr>
          <p:spPr>
            <a:xfrm>
              <a:off x="6052800" y="2450150"/>
              <a:ext cx="23225" cy="5975"/>
            </a:xfrm>
            <a:custGeom>
              <a:avLst/>
              <a:gdLst/>
              <a:ahLst/>
              <a:cxnLst/>
              <a:rect l="l" t="t" r="r" b="b"/>
              <a:pathLst>
                <a:path w="929" h="239" extrusionOk="0">
                  <a:moveTo>
                    <a:pt x="1" y="1"/>
                  </a:moveTo>
                  <a:lnTo>
                    <a:pt x="1" y="238"/>
                  </a:lnTo>
                  <a:lnTo>
                    <a:pt x="929" y="238"/>
                  </a:lnTo>
                  <a:lnTo>
                    <a:pt x="929"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 name="Google Shape;299;p5"/>
            <p:cNvSpPr/>
            <p:nvPr/>
          </p:nvSpPr>
          <p:spPr>
            <a:xfrm>
              <a:off x="6006250" y="2450150"/>
              <a:ext cx="23400" cy="5975"/>
            </a:xfrm>
            <a:custGeom>
              <a:avLst/>
              <a:gdLst/>
              <a:ahLst/>
              <a:cxnLst/>
              <a:rect l="l" t="t" r="r" b="b"/>
              <a:pathLst>
                <a:path w="936" h="239" extrusionOk="0">
                  <a:moveTo>
                    <a:pt x="0" y="1"/>
                  </a:moveTo>
                  <a:lnTo>
                    <a:pt x="0" y="238"/>
                  </a:lnTo>
                  <a:lnTo>
                    <a:pt x="935" y="238"/>
                  </a:lnTo>
                  <a:lnTo>
                    <a:pt x="93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 name="Google Shape;300;p5"/>
            <p:cNvSpPr/>
            <p:nvPr/>
          </p:nvSpPr>
          <p:spPr>
            <a:xfrm>
              <a:off x="6287550" y="2450150"/>
              <a:ext cx="23225" cy="5975"/>
            </a:xfrm>
            <a:custGeom>
              <a:avLst/>
              <a:gdLst/>
              <a:ahLst/>
              <a:cxnLst/>
              <a:rect l="l" t="t" r="r" b="b"/>
              <a:pathLst>
                <a:path w="929" h="239" extrusionOk="0">
                  <a:moveTo>
                    <a:pt x="1" y="1"/>
                  </a:moveTo>
                  <a:lnTo>
                    <a:pt x="1" y="238"/>
                  </a:lnTo>
                  <a:lnTo>
                    <a:pt x="929" y="238"/>
                  </a:lnTo>
                  <a:lnTo>
                    <a:pt x="929"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 name="Google Shape;301;p5"/>
            <p:cNvSpPr/>
            <p:nvPr/>
          </p:nvSpPr>
          <p:spPr>
            <a:xfrm>
              <a:off x="5958975" y="2450150"/>
              <a:ext cx="23400" cy="5975"/>
            </a:xfrm>
            <a:custGeom>
              <a:avLst/>
              <a:gdLst/>
              <a:ahLst/>
              <a:cxnLst/>
              <a:rect l="l" t="t" r="r" b="b"/>
              <a:pathLst>
                <a:path w="936" h="239" extrusionOk="0">
                  <a:moveTo>
                    <a:pt x="1" y="1"/>
                  </a:moveTo>
                  <a:lnTo>
                    <a:pt x="1" y="238"/>
                  </a:lnTo>
                  <a:lnTo>
                    <a:pt x="936" y="238"/>
                  </a:lnTo>
                  <a:lnTo>
                    <a:pt x="93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 name="Google Shape;302;p5"/>
            <p:cNvSpPr/>
            <p:nvPr/>
          </p:nvSpPr>
          <p:spPr>
            <a:xfrm>
              <a:off x="6240300" y="2450150"/>
              <a:ext cx="23900" cy="5975"/>
            </a:xfrm>
            <a:custGeom>
              <a:avLst/>
              <a:gdLst/>
              <a:ahLst/>
              <a:cxnLst/>
              <a:rect l="l" t="t" r="r" b="b"/>
              <a:pathLst>
                <a:path w="956" h="239" extrusionOk="0">
                  <a:moveTo>
                    <a:pt x="0" y="1"/>
                  </a:moveTo>
                  <a:lnTo>
                    <a:pt x="0" y="238"/>
                  </a:lnTo>
                  <a:lnTo>
                    <a:pt x="956" y="238"/>
                  </a:lnTo>
                  <a:lnTo>
                    <a:pt x="9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 name="Google Shape;303;p5"/>
            <p:cNvSpPr/>
            <p:nvPr/>
          </p:nvSpPr>
          <p:spPr>
            <a:xfrm>
              <a:off x="6193725" y="2450150"/>
              <a:ext cx="23400" cy="5975"/>
            </a:xfrm>
            <a:custGeom>
              <a:avLst/>
              <a:gdLst/>
              <a:ahLst/>
              <a:cxnLst/>
              <a:rect l="l" t="t" r="r" b="b"/>
              <a:pathLst>
                <a:path w="936" h="239" extrusionOk="0">
                  <a:moveTo>
                    <a:pt x="1" y="1"/>
                  </a:moveTo>
                  <a:lnTo>
                    <a:pt x="1" y="238"/>
                  </a:lnTo>
                  <a:lnTo>
                    <a:pt x="935" y="238"/>
                  </a:lnTo>
                  <a:lnTo>
                    <a:pt x="93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 name="Google Shape;304;p5"/>
            <p:cNvSpPr/>
            <p:nvPr/>
          </p:nvSpPr>
          <p:spPr>
            <a:xfrm>
              <a:off x="6100075" y="2450150"/>
              <a:ext cx="23225" cy="5975"/>
            </a:xfrm>
            <a:custGeom>
              <a:avLst/>
              <a:gdLst/>
              <a:ahLst/>
              <a:cxnLst/>
              <a:rect l="l" t="t" r="r" b="b"/>
              <a:pathLst>
                <a:path w="929" h="239" extrusionOk="0">
                  <a:moveTo>
                    <a:pt x="0" y="1"/>
                  </a:moveTo>
                  <a:lnTo>
                    <a:pt x="0" y="238"/>
                  </a:lnTo>
                  <a:lnTo>
                    <a:pt x="928" y="238"/>
                  </a:lnTo>
                  <a:lnTo>
                    <a:pt x="92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 name="Google Shape;305;p5"/>
            <p:cNvSpPr/>
            <p:nvPr/>
          </p:nvSpPr>
          <p:spPr>
            <a:xfrm>
              <a:off x="6146475" y="2450150"/>
              <a:ext cx="24075" cy="5975"/>
            </a:xfrm>
            <a:custGeom>
              <a:avLst/>
              <a:gdLst/>
              <a:ahLst/>
              <a:cxnLst/>
              <a:rect l="l" t="t" r="r" b="b"/>
              <a:pathLst>
                <a:path w="963" h="239" extrusionOk="0">
                  <a:moveTo>
                    <a:pt x="0" y="1"/>
                  </a:moveTo>
                  <a:lnTo>
                    <a:pt x="0" y="238"/>
                  </a:lnTo>
                  <a:lnTo>
                    <a:pt x="963" y="238"/>
                  </a:lnTo>
                  <a:lnTo>
                    <a:pt x="963"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 name="Google Shape;306;p5"/>
            <p:cNvSpPr/>
            <p:nvPr/>
          </p:nvSpPr>
          <p:spPr>
            <a:xfrm>
              <a:off x="6758450" y="2450150"/>
              <a:ext cx="23225" cy="5975"/>
            </a:xfrm>
            <a:custGeom>
              <a:avLst/>
              <a:gdLst/>
              <a:ahLst/>
              <a:cxnLst/>
              <a:rect l="l" t="t" r="r" b="b"/>
              <a:pathLst>
                <a:path w="929" h="239" extrusionOk="0">
                  <a:moveTo>
                    <a:pt x="0" y="1"/>
                  </a:moveTo>
                  <a:lnTo>
                    <a:pt x="0" y="238"/>
                  </a:lnTo>
                  <a:lnTo>
                    <a:pt x="928" y="238"/>
                  </a:lnTo>
                  <a:lnTo>
                    <a:pt x="92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 name="Google Shape;307;p5"/>
            <p:cNvSpPr/>
            <p:nvPr/>
          </p:nvSpPr>
          <p:spPr>
            <a:xfrm>
              <a:off x="6711175" y="2450150"/>
              <a:ext cx="23225" cy="5975"/>
            </a:xfrm>
            <a:custGeom>
              <a:avLst/>
              <a:gdLst/>
              <a:ahLst/>
              <a:cxnLst/>
              <a:rect l="l" t="t" r="r" b="b"/>
              <a:pathLst>
                <a:path w="929" h="239" extrusionOk="0">
                  <a:moveTo>
                    <a:pt x="1" y="1"/>
                  </a:moveTo>
                  <a:lnTo>
                    <a:pt x="1" y="238"/>
                  </a:lnTo>
                  <a:lnTo>
                    <a:pt x="929" y="238"/>
                  </a:lnTo>
                  <a:lnTo>
                    <a:pt x="929"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 name="Google Shape;308;p5"/>
            <p:cNvSpPr/>
            <p:nvPr/>
          </p:nvSpPr>
          <p:spPr>
            <a:xfrm>
              <a:off x="6852100" y="2450150"/>
              <a:ext cx="23400" cy="5975"/>
            </a:xfrm>
            <a:custGeom>
              <a:avLst/>
              <a:gdLst/>
              <a:ahLst/>
              <a:cxnLst/>
              <a:rect l="l" t="t" r="r" b="b"/>
              <a:pathLst>
                <a:path w="936" h="239" extrusionOk="0">
                  <a:moveTo>
                    <a:pt x="1" y="1"/>
                  </a:moveTo>
                  <a:lnTo>
                    <a:pt x="1" y="238"/>
                  </a:lnTo>
                  <a:lnTo>
                    <a:pt x="935" y="238"/>
                  </a:lnTo>
                  <a:lnTo>
                    <a:pt x="93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 name="Google Shape;309;p5"/>
            <p:cNvSpPr/>
            <p:nvPr/>
          </p:nvSpPr>
          <p:spPr>
            <a:xfrm>
              <a:off x="6804850" y="2450150"/>
              <a:ext cx="23375" cy="5975"/>
            </a:xfrm>
            <a:custGeom>
              <a:avLst/>
              <a:gdLst/>
              <a:ahLst/>
              <a:cxnLst/>
              <a:rect l="l" t="t" r="r" b="b"/>
              <a:pathLst>
                <a:path w="935" h="239" extrusionOk="0">
                  <a:moveTo>
                    <a:pt x="0" y="1"/>
                  </a:moveTo>
                  <a:lnTo>
                    <a:pt x="0" y="238"/>
                  </a:lnTo>
                  <a:lnTo>
                    <a:pt x="935" y="238"/>
                  </a:lnTo>
                  <a:lnTo>
                    <a:pt x="93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 name="Google Shape;310;p5"/>
            <p:cNvSpPr/>
            <p:nvPr/>
          </p:nvSpPr>
          <p:spPr>
            <a:xfrm>
              <a:off x="6663925" y="2450150"/>
              <a:ext cx="24100" cy="5975"/>
            </a:xfrm>
            <a:custGeom>
              <a:avLst/>
              <a:gdLst/>
              <a:ahLst/>
              <a:cxnLst/>
              <a:rect l="l" t="t" r="r" b="b"/>
              <a:pathLst>
                <a:path w="964" h="239" extrusionOk="0">
                  <a:moveTo>
                    <a:pt x="0" y="1"/>
                  </a:moveTo>
                  <a:lnTo>
                    <a:pt x="0" y="238"/>
                  </a:lnTo>
                  <a:lnTo>
                    <a:pt x="963" y="238"/>
                  </a:lnTo>
                  <a:lnTo>
                    <a:pt x="963"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 name="Google Shape;311;p5"/>
            <p:cNvSpPr/>
            <p:nvPr/>
          </p:nvSpPr>
          <p:spPr>
            <a:xfrm>
              <a:off x="6617350" y="2450150"/>
              <a:ext cx="23400" cy="5975"/>
            </a:xfrm>
            <a:custGeom>
              <a:avLst/>
              <a:gdLst/>
              <a:ahLst/>
              <a:cxnLst/>
              <a:rect l="l" t="t" r="r" b="b"/>
              <a:pathLst>
                <a:path w="936" h="239" extrusionOk="0">
                  <a:moveTo>
                    <a:pt x="1" y="1"/>
                  </a:moveTo>
                  <a:lnTo>
                    <a:pt x="1" y="238"/>
                  </a:lnTo>
                  <a:lnTo>
                    <a:pt x="936" y="238"/>
                  </a:lnTo>
                  <a:lnTo>
                    <a:pt x="93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 name="Google Shape;312;p5"/>
            <p:cNvSpPr/>
            <p:nvPr/>
          </p:nvSpPr>
          <p:spPr>
            <a:xfrm>
              <a:off x="6570275" y="2450150"/>
              <a:ext cx="23200" cy="5975"/>
            </a:xfrm>
            <a:custGeom>
              <a:avLst/>
              <a:gdLst/>
              <a:ahLst/>
              <a:cxnLst/>
              <a:rect l="l" t="t" r="r" b="b"/>
              <a:pathLst>
                <a:path w="928" h="239" extrusionOk="0">
                  <a:moveTo>
                    <a:pt x="0" y="1"/>
                  </a:moveTo>
                  <a:lnTo>
                    <a:pt x="0" y="238"/>
                  </a:lnTo>
                  <a:lnTo>
                    <a:pt x="928" y="238"/>
                  </a:lnTo>
                  <a:lnTo>
                    <a:pt x="92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 name="Google Shape;313;p5"/>
            <p:cNvSpPr/>
            <p:nvPr/>
          </p:nvSpPr>
          <p:spPr>
            <a:xfrm>
              <a:off x="6523700" y="2450150"/>
              <a:ext cx="23225" cy="5975"/>
            </a:xfrm>
            <a:custGeom>
              <a:avLst/>
              <a:gdLst/>
              <a:ahLst/>
              <a:cxnLst/>
              <a:rect l="l" t="t" r="r" b="b"/>
              <a:pathLst>
                <a:path w="929" h="239" extrusionOk="0">
                  <a:moveTo>
                    <a:pt x="1" y="1"/>
                  </a:moveTo>
                  <a:lnTo>
                    <a:pt x="1" y="238"/>
                  </a:lnTo>
                  <a:lnTo>
                    <a:pt x="928" y="238"/>
                  </a:lnTo>
                  <a:lnTo>
                    <a:pt x="92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 name="Google Shape;314;p5"/>
            <p:cNvSpPr/>
            <p:nvPr/>
          </p:nvSpPr>
          <p:spPr>
            <a:xfrm>
              <a:off x="5677150" y="2450150"/>
              <a:ext cx="23925" cy="5975"/>
            </a:xfrm>
            <a:custGeom>
              <a:avLst/>
              <a:gdLst/>
              <a:ahLst/>
              <a:cxnLst/>
              <a:rect l="l" t="t" r="r" b="b"/>
              <a:pathLst>
                <a:path w="957" h="239" extrusionOk="0">
                  <a:moveTo>
                    <a:pt x="0" y="1"/>
                  </a:moveTo>
                  <a:lnTo>
                    <a:pt x="0" y="238"/>
                  </a:lnTo>
                  <a:lnTo>
                    <a:pt x="956" y="238"/>
                  </a:lnTo>
                  <a:lnTo>
                    <a:pt x="9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 name="Google Shape;315;p5"/>
            <p:cNvSpPr/>
            <p:nvPr/>
          </p:nvSpPr>
          <p:spPr>
            <a:xfrm>
              <a:off x="5911900" y="2450150"/>
              <a:ext cx="23900" cy="5975"/>
            </a:xfrm>
            <a:custGeom>
              <a:avLst/>
              <a:gdLst/>
              <a:ahLst/>
              <a:cxnLst/>
              <a:rect l="l" t="t" r="r" b="b"/>
              <a:pathLst>
                <a:path w="956" h="239" extrusionOk="0">
                  <a:moveTo>
                    <a:pt x="0" y="1"/>
                  </a:moveTo>
                  <a:lnTo>
                    <a:pt x="0" y="238"/>
                  </a:lnTo>
                  <a:lnTo>
                    <a:pt x="956" y="238"/>
                  </a:lnTo>
                  <a:lnTo>
                    <a:pt x="9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 name="Google Shape;316;p5"/>
            <p:cNvSpPr/>
            <p:nvPr/>
          </p:nvSpPr>
          <p:spPr>
            <a:xfrm>
              <a:off x="5865325" y="2450150"/>
              <a:ext cx="23225" cy="5975"/>
            </a:xfrm>
            <a:custGeom>
              <a:avLst/>
              <a:gdLst/>
              <a:ahLst/>
              <a:cxnLst/>
              <a:rect l="l" t="t" r="r" b="b"/>
              <a:pathLst>
                <a:path w="929" h="239" extrusionOk="0">
                  <a:moveTo>
                    <a:pt x="1" y="1"/>
                  </a:moveTo>
                  <a:lnTo>
                    <a:pt x="1" y="238"/>
                  </a:lnTo>
                  <a:lnTo>
                    <a:pt x="928" y="238"/>
                  </a:lnTo>
                  <a:lnTo>
                    <a:pt x="92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 name="Google Shape;317;p5"/>
            <p:cNvSpPr/>
            <p:nvPr/>
          </p:nvSpPr>
          <p:spPr>
            <a:xfrm>
              <a:off x="5818075" y="2450150"/>
              <a:ext cx="23200" cy="5975"/>
            </a:xfrm>
            <a:custGeom>
              <a:avLst/>
              <a:gdLst/>
              <a:ahLst/>
              <a:cxnLst/>
              <a:rect l="l" t="t" r="r" b="b"/>
              <a:pathLst>
                <a:path w="928" h="239" extrusionOk="0">
                  <a:moveTo>
                    <a:pt x="0" y="1"/>
                  </a:moveTo>
                  <a:lnTo>
                    <a:pt x="0" y="238"/>
                  </a:lnTo>
                  <a:lnTo>
                    <a:pt x="928" y="238"/>
                  </a:lnTo>
                  <a:lnTo>
                    <a:pt x="92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 name="Google Shape;318;p5"/>
            <p:cNvSpPr/>
            <p:nvPr/>
          </p:nvSpPr>
          <p:spPr>
            <a:xfrm>
              <a:off x="5771500" y="2450150"/>
              <a:ext cx="23400" cy="5975"/>
            </a:xfrm>
            <a:custGeom>
              <a:avLst/>
              <a:gdLst/>
              <a:ahLst/>
              <a:cxnLst/>
              <a:rect l="l" t="t" r="r" b="b"/>
              <a:pathLst>
                <a:path w="936" h="239" extrusionOk="0">
                  <a:moveTo>
                    <a:pt x="0" y="1"/>
                  </a:moveTo>
                  <a:lnTo>
                    <a:pt x="0" y="238"/>
                  </a:lnTo>
                  <a:lnTo>
                    <a:pt x="935" y="238"/>
                  </a:lnTo>
                  <a:lnTo>
                    <a:pt x="93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 name="Google Shape;319;p5"/>
            <p:cNvSpPr/>
            <p:nvPr/>
          </p:nvSpPr>
          <p:spPr>
            <a:xfrm>
              <a:off x="5536050" y="2450150"/>
              <a:ext cx="23400" cy="5975"/>
            </a:xfrm>
            <a:custGeom>
              <a:avLst/>
              <a:gdLst/>
              <a:ahLst/>
              <a:cxnLst/>
              <a:rect l="l" t="t" r="r" b="b"/>
              <a:pathLst>
                <a:path w="936" h="239" extrusionOk="0">
                  <a:moveTo>
                    <a:pt x="1" y="1"/>
                  </a:moveTo>
                  <a:lnTo>
                    <a:pt x="1" y="238"/>
                  </a:lnTo>
                  <a:lnTo>
                    <a:pt x="935" y="238"/>
                  </a:lnTo>
                  <a:lnTo>
                    <a:pt x="93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 name="Google Shape;320;p5"/>
            <p:cNvSpPr/>
            <p:nvPr/>
          </p:nvSpPr>
          <p:spPr>
            <a:xfrm>
              <a:off x="5629875" y="2450150"/>
              <a:ext cx="23925" cy="5975"/>
            </a:xfrm>
            <a:custGeom>
              <a:avLst/>
              <a:gdLst/>
              <a:ahLst/>
              <a:cxnLst/>
              <a:rect l="l" t="t" r="r" b="b"/>
              <a:pathLst>
                <a:path w="957" h="239" extrusionOk="0">
                  <a:moveTo>
                    <a:pt x="1" y="1"/>
                  </a:moveTo>
                  <a:lnTo>
                    <a:pt x="1" y="238"/>
                  </a:lnTo>
                  <a:lnTo>
                    <a:pt x="956" y="238"/>
                  </a:lnTo>
                  <a:lnTo>
                    <a:pt x="9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 name="Google Shape;321;p5"/>
            <p:cNvSpPr/>
            <p:nvPr/>
          </p:nvSpPr>
          <p:spPr>
            <a:xfrm>
              <a:off x="5724400" y="2450150"/>
              <a:ext cx="23225" cy="5975"/>
            </a:xfrm>
            <a:custGeom>
              <a:avLst/>
              <a:gdLst/>
              <a:ahLst/>
              <a:cxnLst/>
              <a:rect l="l" t="t" r="r" b="b"/>
              <a:pathLst>
                <a:path w="929" h="239" extrusionOk="0">
                  <a:moveTo>
                    <a:pt x="1" y="1"/>
                  </a:moveTo>
                  <a:lnTo>
                    <a:pt x="1" y="238"/>
                  </a:lnTo>
                  <a:lnTo>
                    <a:pt x="929" y="238"/>
                  </a:lnTo>
                  <a:lnTo>
                    <a:pt x="929"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 name="Google Shape;322;p5"/>
            <p:cNvSpPr/>
            <p:nvPr/>
          </p:nvSpPr>
          <p:spPr>
            <a:xfrm>
              <a:off x="5583325" y="2450150"/>
              <a:ext cx="23375" cy="5975"/>
            </a:xfrm>
            <a:custGeom>
              <a:avLst/>
              <a:gdLst/>
              <a:ahLst/>
              <a:cxnLst/>
              <a:rect l="l" t="t" r="r" b="b"/>
              <a:pathLst>
                <a:path w="935" h="239" extrusionOk="0">
                  <a:moveTo>
                    <a:pt x="0" y="1"/>
                  </a:moveTo>
                  <a:lnTo>
                    <a:pt x="0" y="238"/>
                  </a:lnTo>
                  <a:lnTo>
                    <a:pt x="935" y="238"/>
                  </a:lnTo>
                  <a:lnTo>
                    <a:pt x="93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 name="Google Shape;323;p5"/>
            <p:cNvSpPr/>
            <p:nvPr/>
          </p:nvSpPr>
          <p:spPr>
            <a:xfrm>
              <a:off x="6993900" y="2450150"/>
              <a:ext cx="23225" cy="5975"/>
            </a:xfrm>
            <a:custGeom>
              <a:avLst/>
              <a:gdLst/>
              <a:ahLst/>
              <a:cxnLst/>
              <a:rect l="l" t="t" r="r" b="b"/>
              <a:pathLst>
                <a:path w="929" h="239" extrusionOk="0">
                  <a:moveTo>
                    <a:pt x="0" y="1"/>
                  </a:moveTo>
                  <a:lnTo>
                    <a:pt x="0" y="238"/>
                  </a:lnTo>
                  <a:lnTo>
                    <a:pt x="928" y="238"/>
                  </a:lnTo>
                  <a:lnTo>
                    <a:pt x="92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 name="Google Shape;324;p5"/>
            <p:cNvSpPr/>
            <p:nvPr/>
          </p:nvSpPr>
          <p:spPr>
            <a:xfrm>
              <a:off x="6947325" y="2450150"/>
              <a:ext cx="23225" cy="5975"/>
            </a:xfrm>
            <a:custGeom>
              <a:avLst/>
              <a:gdLst/>
              <a:ahLst/>
              <a:cxnLst/>
              <a:rect l="l" t="t" r="r" b="b"/>
              <a:pathLst>
                <a:path w="929" h="239" extrusionOk="0">
                  <a:moveTo>
                    <a:pt x="1" y="1"/>
                  </a:moveTo>
                  <a:lnTo>
                    <a:pt x="1" y="238"/>
                  </a:lnTo>
                  <a:lnTo>
                    <a:pt x="928" y="238"/>
                  </a:lnTo>
                  <a:lnTo>
                    <a:pt x="92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5" name="Google Shape;325;p5"/>
            <p:cNvSpPr/>
            <p:nvPr/>
          </p:nvSpPr>
          <p:spPr>
            <a:xfrm>
              <a:off x="7087550" y="2450150"/>
              <a:ext cx="24775" cy="5975"/>
            </a:xfrm>
            <a:custGeom>
              <a:avLst/>
              <a:gdLst/>
              <a:ahLst/>
              <a:cxnLst/>
              <a:rect l="l" t="t" r="r" b="b"/>
              <a:pathLst>
                <a:path w="991" h="239" extrusionOk="0">
                  <a:moveTo>
                    <a:pt x="0" y="1"/>
                  </a:moveTo>
                  <a:lnTo>
                    <a:pt x="0" y="238"/>
                  </a:lnTo>
                  <a:lnTo>
                    <a:pt x="991" y="238"/>
                  </a:lnTo>
                  <a:lnTo>
                    <a:pt x="991"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6" name="Google Shape;326;p5"/>
            <p:cNvSpPr/>
            <p:nvPr/>
          </p:nvSpPr>
          <p:spPr>
            <a:xfrm>
              <a:off x="7041150" y="2450150"/>
              <a:ext cx="23225" cy="5975"/>
            </a:xfrm>
            <a:custGeom>
              <a:avLst/>
              <a:gdLst/>
              <a:ahLst/>
              <a:cxnLst/>
              <a:rect l="l" t="t" r="r" b="b"/>
              <a:pathLst>
                <a:path w="929" h="239" extrusionOk="0">
                  <a:moveTo>
                    <a:pt x="1" y="1"/>
                  </a:moveTo>
                  <a:lnTo>
                    <a:pt x="1" y="238"/>
                  </a:lnTo>
                  <a:lnTo>
                    <a:pt x="929" y="238"/>
                  </a:lnTo>
                  <a:lnTo>
                    <a:pt x="929"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7" name="Google Shape;327;p5"/>
            <p:cNvSpPr/>
            <p:nvPr/>
          </p:nvSpPr>
          <p:spPr>
            <a:xfrm>
              <a:off x="6900075" y="2450150"/>
              <a:ext cx="23375" cy="5975"/>
            </a:xfrm>
            <a:custGeom>
              <a:avLst/>
              <a:gdLst/>
              <a:ahLst/>
              <a:cxnLst/>
              <a:rect l="l" t="t" r="r" b="b"/>
              <a:pathLst>
                <a:path w="935" h="239" extrusionOk="0">
                  <a:moveTo>
                    <a:pt x="0" y="1"/>
                  </a:moveTo>
                  <a:lnTo>
                    <a:pt x="0" y="238"/>
                  </a:lnTo>
                  <a:lnTo>
                    <a:pt x="935" y="238"/>
                  </a:lnTo>
                  <a:lnTo>
                    <a:pt x="93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8" name="Google Shape;328;p5"/>
            <p:cNvSpPr/>
            <p:nvPr/>
          </p:nvSpPr>
          <p:spPr>
            <a:xfrm>
              <a:off x="7370250" y="2450150"/>
              <a:ext cx="24100" cy="5975"/>
            </a:xfrm>
            <a:custGeom>
              <a:avLst/>
              <a:gdLst/>
              <a:ahLst/>
              <a:cxnLst/>
              <a:rect l="l" t="t" r="r" b="b"/>
              <a:pathLst>
                <a:path w="964" h="239" extrusionOk="0">
                  <a:moveTo>
                    <a:pt x="1" y="1"/>
                  </a:moveTo>
                  <a:lnTo>
                    <a:pt x="1" y="238"/>
                  </a:lnTo>
                  <a:lnTo>
                    <a:pt x="963" y="238"/>
                  </a:lnTo>
                  <a:lnTo>
                    <a:pt x="963"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9" name="Google Shape;329;p5"/>
            <p:cNvSpPr/>
            <p:nvPr/>
          </p:nvSpPr>
          <p:spPr>
            <a:xfrm>
              <a:off x="7323700" y="2450150"/>
              <a:ext cx="23375" cy="5975"/>
            </a:xfrm>
            <a:custGeom>
              <a:avLst/>
              <a:gdLst/>
              <a:ahLst/>
              <a:cxnLst/>
              <a:rect l="l" t="t" r="r" b="b"/>
              <a:pathLst>
                <a:path w="935" h="239" extrusionOk="0">
                  <a:moveTo>
                    <a:pt x="0" y="1"/>
                  </a:moveTo>
                  <a:lnTo>
                    <a:pt x="0" y="238"/>
                  </a:lnTo>
                  <a:lnTo>
                    <a:pt x="935" y="238"/>
                  </a:lnTo>
                  <a:lnTo>
                    <a:pt x="93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0" name="Google Shape;330;p5"/>
            <p:cNvSpPr/>
            <p:nvPr/>
          </p:nvSpPr>
          <p:spPr>
            <a:xfrm>
              <a:off x="7464775" y="2450150"/>
              <a:ext cx="23225" cy="5975"/>
            </a:xfrm>
            <a:custGeom>
              <a:avLst/>
              <a:gdLst/>
              <a:ahLst/>
              <a:cxnLst/>
              <a:rect l="l" t="t" r="r" b="b"/>
              <a:pathLst>
                <a:path w="929" h="239" extrusionOk="0">
                  <a:moveTo>
                    <a:pt x="1" y="1"/>
                  </a:moveTo>
                  <a:lnTo>
                    <a:pt x="1" y="238"/>
                  </a:lnTo>
                  <a:lnTo>
                    <a:pt x="929" y="238"/>
                  </a:lnTo>
                  <a:lnTo>
                    <a:pt x="929"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1" name="Google Shape;331;p5"/>
            <p:cNvSpPr/>
            <p:nvPr/>
          </p:nvSpPr>
          <p:spPr>
            <a:xfrm>
              <a:off x="7417525" y="2450150"/>
              <a:ext cx="23225" cy="5975"/>
            </a:xfrm>
            <a:custGeom>
              <a:avLst/>
              <a:gdLst/>
              <a:ahLst/>
              <a:cxnLst/>
              <a:rect l="l" t="t" r="r" b="b"/>
              <a:pathLst>
                <a:path w="929" h="239" extrusionOk="0">
                  <a:moveTo>
                    <a:pt x="0" y="1"/>
                  </a:moveTo>
                  <a:lnTo>
                    <a:pt x="0" y="238"/>
                  </a:lnTo>
                  <a:lnTo>
                    <a:pt x="928" y="238"/>
                  </a:lnTo>
                  <a:lnTo>
                    <a:pt x="92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2" name="Google Shape;332;p5"/>
            <p:cNvSpPr/>
            <p:nvPr/>
          </p:nvSpPr>
          <p:spPr>
            <a:xfrm>
              <a:off x="7276600" y="2450150"/>
              <a:ext cx="23925" cy="5975"/>
            </a:xfrm>
            <a:custGeom>
              <a:avLst/>
              <a:gdLst/>
              <a:ahLst/>
              <a:cxnLst/>
              <a:rect l="l" t="t" r="r" b="b"/>
              <a:pathLst>
                <a:path w="957" h="239" extrusionOk="0">
                  <a:moveTo>
                    <a:pt x="1" y="1"/>
                  </a:moveTo>
                  <a:lnTo>
                    <a:pt x="1" y="238"/>
                  </a:lnTo>
                  <a:lnTo>
                    <a:pt x="956" y="238"/>
                  </a:lnTo>
                  <a:lnTo>
                    <a:pt x="9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3" name="Google Shape;333;p5"/>
            <p:cNvSpPr/>
            <p:nvPr/>
          </p:nvSpPr>
          <p:spPr>
            <a:xfrm>
              <a:off x="7230025" y="2450150"/>
              <a:ext cx="23225" cy="5975"/>
            </a:xfrm>
            <a:custGeom>
              <a:avLst/>
              <a:gdLst/>
              <a:ahLst/>
              <a:cxnLst/>
              <a:rect l="l" t="t" r="r" b="b"/>
              <a:pathLst>
                <a:path w="929" h="239" extrusionOk="0">
                  <a:moveTo>
                    <a:pt x="1" y="1"/>
                  </a:moveTo>
                  <a:lnTo>
                    <a:pt x="1" y="238"/>
                  </a:lnTo>
                  <a:lnTo>
                    <a:pt x="929" y="238"/>
                  </a:lnTo>
                  <a:lnTo>
                    <a:pt x="929"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4" name="Google Shape;334;p5"/>
            <p:cNvSpPr/>
            <p:nvPr/>
          </p:nvSpPr>
          <p:spPr>
            <a:xfrm>
              <a:off x="7182775" y="2450150"/>
              <a:ext cx="23225" cy="5975"/>
            </a:xfrm>
            <a:custGeom>
              <a:avLst/>
              <a:gdLst/>
              <a:ahLst/>
              <a:cxnLst/>
              <a:rect l="l" t="t" r="r" b="b"/>
              <a:pathLst>
                <a:path w="929" h="239" extrusionOk="0">
                  <a:moveTo>
                    <a:pt x="0" y="1"/>
                  </a:moveTo>
                  <a:lnTo>
                    <a:pt x="0" y="238"/>
                  </a:lnTo>
                  <a:lnTo>
                    <a:pt x="928" y="238"/>
                  </a:lnTo>
                  <a:lnTo>
                    <a:pt x="92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5" name="Google Shape;335;p5"/>
            <p:cNvSpPr/>
            <p:nvPr/>
          </p:nvSpPr>
          <p:spPr>
            <a:xfrm>
              <a:off x="7136200" y="2450150"/>
              <a:ext cx="23400" cy="5975"/>
            </a:xfrm>
            <a:custGeom>
              <a:avLst/>
              <a:gdLst/>
              <a:ahLst/>
              <a:cxnLst/>
              <a:rect l="l" t="t" r="r" b="b"/>
              <a:pathLst>
                <a:path w="936" h="239" extrusionOk="0">
                  <a:moveTo>
                    <a:pt x="1" y="1"/>
                  </a:moveTo>
                  <a:lnTo>
                    <a:pt x="1" y="238"/>
                  </a:lnTo>
                  <a:lnTo>
                    <a:pt x="936" y="238"/>
                  </a:lnTo>
                  <a:lnTo>
                    <a:pt x="93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6" name="Google Shape;336;p5"/>
            <p:cNvSpPr/>
            <p:nvPr/>
          </p:nvSpPr>
          <p:spPr>
            <a:xfrm>
              <a:off x="8358600" y="2450150"/>
              <a:ext cx="23225" cy="5975"/>
            </a:xfrm>
            <a:custGeom>
              <a:avLst/>
              <a:gdLst/>
              <a:ahLst/>
              <a:cxnLst/>
              <a:rect l="l" t="t" r="r" b="b"/>
              <a:pathLst>
                <a:path w="929" h="239" extrusionOk="0">
                  <a:moveTo>
                    <a:pt x="1" y="1"/>
                  </a:moveTo>
                  <a:lnTo>
                    <a:pt x="1" y="238"/>
                  </a:lnTo>
                  <a:lnTo>
                    <a:pt x="928" y="238"/>
                  </a:lnTo>
                  <a:lnTo>
                    <a:pt x="92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7" name="Google Shape;337;p5"/>
            <p:cNvSpPr/>
            <p:nvPr/>
          </p:nvSpPr>
          <p:spPr>
            <a:xfrm>
              <a:off x="8311350" y="2450150"/>
              <a:ext cx="23900" cy="5975"/>
            </a:xfrm>
            <a:custGeom>
              <a:avLst/>
              <a:gdLst/>
              <a:ahLst/>
              <a:cxnLst/>
              <a:rect l="l" t="t" r="r" b="b"/>
              <a:pathLst>
                <a:path w="956" h="239" extrusionOk="0">
                  <a:moveTo>
                    <a:pt x="0" y="1"/>
                  </a:moveTo>
                  <a:lnTo>
                    <a:pt x="0" y="238"/>
                  </a:lnTo>
                  <a:lnTo>
                    <a:pt x="956" y="238"/>
                  </a:lnTo>
                  <a:lnTo>
                    <a:pt x="9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8" name="Google Shape;338;p5"/>
            <p:cNvSpPr/>
            <p:nvPr/>
          </p:nvSpPr>
          <p:spPr>
            <a:xfrm>
              <a:off x="8452250" y="2450150"/>
              <a:ext cx="24800" cy="5975"/>
            </a:xfrm>
            <a:custGeom>
              <a:avLst/>
              <a:gdLst/>
              <a:ahLst/>
              <a:cxnLst/>
              <a:rect l="l" t="t" r="r" b="b"/>
              <a:pathLst>
                <a:path w="992" h="239" extrusionOk="0">
                  <a:moveTo>
                    <a:pt x="1" y="1"/>
                  </a:moveTo>
                  <a:lnTo>
                    <a:pt x="1" y="238"/>
                  </a:lnTo>
                  <a:lnTo>
                    <a:pt x="991" y="238"/>
                  </a:lnTo>
                  <a:lnTo>
                    <a:pt x="991"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9" name="Google Shape;339;p5"/>
            <p:cNvSpPr/>
            <p:nvPr/>
          </p:nvSpPr>
          <p:spPr>
            <a:xfrm>
              <a:off x="8405000" y="2450150"/>
              <a:ext cx="24075" cy="5975"/>
            </a:xfrm>
            <a:custGeom>
              <a:avLst/>
              <a:gdLst/>
              <a:ahLst/>
              <a:cxnLst/>
              <a:rect l="l" t="t" r="r" b="b"/>
              <a:pathLst>
                <a:path w="963" h="239" extrusionOk="0">
                  <a:moveTo>
                    <a:pt x="0" y="1"/>
                  </a:moveTo>
                  <a:lnTo>
                    <a:pt x="0" y="238"/>
                  </a:lnTo>
                  <a:lnTo>
                    <a:pt x="963" y="238"/>
                  </a:lnTo>
                  <a:lnTo>
                    <a:pt x="963"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0" name="Google Shape;340;p5"/>
            <p:cNvSpPr/>
            <p:nvPr/>
          </p:nvSpPr>
          <p:spPr>
            <a:xfrm>
              <a:off x="8030025" y="2450150"/>
              <a:ext cx="23400" cy="5975"/>
            </a:xfrm>
            <a:custGeom>
              <a:avLst/>
              <a:gdLst/>
              <a:ahLst/>
              <a:cxnLst/>
              <a:rect l="l" t="t" r="r" b="b"/>
              <a:pathLst>
                <a:path w="936" h="239" extrusionOk="0">
                  <a:moveTo>
                    <a:pt x="1" y="1"/>
                  </a:moveTo>
                  <a:lnTo>
                    <a:pt x="1" y="238"/>
                  </a:lnTo>
                  <a:lnTo>
                    <a:pt x="935" y="238"/>
                  </a:lnTo>
                  <a:lnTo>
                    <a:pt x="93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1" name="Google Shape;341;p5"/>
            <p:cNvSpPr/>
            <p:nvPr/>
          </p:nvSpPr>
          <p:spPr>
            <a:xfrm>
              <a:off x="7982925" y="2450150"/>
              <a:ext cx="23925" cy="5975"/>
            </a:xfrm>
            <a:custGeom>
              <a:avLst/>
              <a:gdLst/>
              <a:ahLst/>
              <a:cxnLst/>
              <a:rect l="l" t="t" r="r" b="b"/>
              <a:pathLst>
                <a:path w="957" h="239" extrusionOk="0">
                  <a:moveTo>
                    <a:pt x="1" y="1"/>
                  </a:moveTo>
                  <a:lnTo>
                    <a:pt x="1" y="238"/>
                  </a:lnTo>
                  <a:lnTo>
                    <a:pt x="957" y="238"/>
                  </a:lnTo>
                  <a:lnTo>
                    <a:pt x="957"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2" name="Google Shape;342;p5"/>
            <p:cNvSpPr/>
            <p:nvPr/>
          </p:nvSpPr>
          <p:spPr>
            <a:xfrm>
              <a:off x="8264775" y="2450150"/>
              <a:ext cx="23400" cy="5975"/>
            </a:xfrm>
            <a:custGeom>
              <a:avLst/>
              <a:gdLst/>
              <a:ahLst/>
              <a:cxnLst/>
              <a:rect l="l" t="t" r="r" b="b"/>
              <a:pathLst>
                <a:path w="936" h="239" extrusionOk="0">
                  <a:moveTo>
                    <a:pt x="0" y="1"/>
                  </a:moveTo>
                  <a:lnTo>
                    <a:pt x="0" y="238"/>
                  </a:lnTo>
                  <a:lnTo>
                    <a:pt x="935" y="238"/>
                  </a:lnTo>
                  <a:lnTo>
                    <a:pt x="93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3" name="Google Shape;343;p5"/>
            <p:cNvSpPr/>
            <p:nvPr/>
          </p:nvSpPr>
          <p:spPr>
            <a:xfrm>
              <a:off x="7936375" y="2450150"/>
              <a:ext cx="23225" cy="5975"/>
            </a:xfrm>
            <a:custGeom>
              <a:avLst/>
              <a:gdLst/>
              <a:ahLst/>
              <a:cxnLst/>
              <a:rect l="l" t="t" r="r" b="b"/>
              <a:pathLst>
                <a:path w="929" h="239" extrusionOk="0">
                  <a:moveTo>
                    <a:pt x="0" y="1"/>
                  </a:moveTo>
                  <a:lnTo>
                    <a:pt x="0" y="238"/>
                  </a:lnTo>
                  <a:lnTo>
                    <a:pt x="928" y="238"/>
                  </a:lnTo>
                  <a:lnTo>
                    <a:pt x="92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4" name="Google Shape;344;p5"/>
            <p:cNvSpPr/>
            <p:nvPr/>
          </p:nvSpPr>
          <p:spPr>
            <a:xfrm>
              <a:off x="8217500" y="2450150"/>
              <a:ext cx="23400" cy="5975"/>
            </a:xfrm>
            <a:custGeom>
              <a:avLst/>
              <a:gdLst/>
              <a:ahLst/>
              <a:cxnLst/>
              <a:rect l="l" t="t" r="r" b="b"/>
              <a:pathLst>
                <a:path w="936" h="239" extrusionOk="0">
                  <a:moveTo>
                    <a:pt x="1" y="1"/>
                  </a:moveTo>
                  <a:lnTo>
                    <a:pt x="1" y="238"/>
                  </a:lnTo>
                  <a:lnTo>
                    <a:pt x="936" y="238"/>
                  </a:lnTo>
                  <a:lnTo>
                    <a:pt x="93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 name="Google Shape;345;p5"/>
            <p:cNvSpPr/>
            <p:nvPr/>
          </p:nvSpPr>
          <p:spPr>
            <a:xfrm>
              <a:off x="8171125" y="2450150"/>
              <a:ext cx="23225" cy="5975"/>
            </a:xfrm>
            <a:custGeom>
              <a:avLst/>
              <a:gdLst/>
              <a:ahLst/>
              <a:cxnLst/>
              <a:rect l="l" t="t" r="r" b="b"/>
              <a:pathLst>
                <a:path w="929" h="239" extrusionOk="0">
                  <a:moveTo>
                    <a:pt x="0" y="1"/>
                  </a:moveTo>
                  <a:lnTo>
                    <a:pt x="0" y="238"/>
                  </a:lnTo>
                  <a:lnTo>
                    <a:pt x="928" y="238"/>
                  </a:lnTo>
                  <a:lnTo>
                    <a:pt x="92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6" name="Google Shape;346;p5"/>
            <p:cNvSpPr/>
            <p:nvPr/>
          </p:nvSpPr>
          <p:spPr>
            <a:xfrm>
              <a:off x="8076600" y="2450150"/>
              <a:ext cx="24075" cy="5975"/>
            </a:xfrm>
            <a:custGeom>
              <a:avLst/>
              <a:gdLst/>
              <a:ahLst/>
              <a:cxnLst/>
              <a:rect l="l" t="t" r="r" b="b"/>
              <a:pathLst>
                <a:path w="963" h="239" extrusionOk="0">
                  <a:moveTo>
                    <a:pt x="0" y="1"/>
                  </a:moveTo>
                  <a:lnTo>
                    <a:pt x="0" y="238"/>
                  </a:lnTo>
                  <a:lnTo>
                    <a:pt x="963" y="238"/>
                  </a:lnTo>
                  <a:lnTo>
                    <a:pt x="963"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7" name="Google Shape;347;p5"/>
            <p:cNvSpPr/>
            <p:nvPr/>
          </p:nvSpPr>
          <p:spPr>
            <a:xfrm>
              <a:off x="8123850" y="2450150"/>
              <a:ext cx="23225" cy="5975"/>
            </a:xfrm>
            <a:custGeom>
              <a:avLst/>
              <a:gdLst/>
              <a:ahLst/>
              <a:cxnLst/>
              <a:rect l="l" t="t" r="r" b="b"/>
              <a:pathLst>
                <a:path w="929" h="239" extrusionOk="0">
                  <a:moveTo>
                    <a:pt x="1" y="1"/>
                  </a:moveTo>
                  <a:lnTo>
                    <a:pt x="1" y="238"/>
                  </a:lnTo>
                  <a:lnTo>
                    <a:pt x="929" y="238"/>
                  </a:lnTo>
                  <a:lnTo>
                    <a:pt x="929"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8" name="Google Shape;348;p5"/>
            <p:cNvSpPr/>
            <p:nvPr/>
          </p:nvSpPr>
          <p:spPr>
            <a:xfrm>
              <a:off x="7654350" y="2450150"/>
              <a:ext cx="23400" cy="5975"/>
            </a:xfrm>
            <a:custGeom>
              <a:avLst/>
              <a:gdLst/>
              <a:ahLst/>
              <a:cxnLst/>
              <a:rect l="l" t="t" r="r" b="b"/>
              <a:pathLst>
                <a:path w="936" h="239" extrusionOk="0">
                  <a:moveTo>
                    <a:pt x="1" y="1"/>
                  </a:moveTo>
                  <a:lnTo>
                    <a:pt x="1" y="238"/>
                  </a:lnTo>
                  <a:lnTo>
                    <a:pt x="936" y="238"/>
                  </a:lnTo>
                  <a:lnTo>
                    <a:pt x="93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9" name="Google Shape;349;p5"/>
            <p:cNvSpPr/>
            <p:nvPr/>
          </p:nvSpPr>
          <p:spPr>
            <a:xfrm>
              <a:off x="7889100" y="2450150"/>
              <a:ext cx="23225" cy="5975"/>
            </a:xfrm>
            <a:custGeom>
              <a:avLst/>
              <a:gdLst/>
              <a:ahLst/>
              <a:cxnLst/>
              <a:rect l="l" t="t" r="r" b="b"/>
              <a:pathLst>
                <a:path w="929" h="239" extrusionOk="0">
                  <a:moveTo>
                    <a:pt x="1" y="1"/>
                  </a:moveTo>
                  <a:lnTo>
                    <a:pt x="1" y="238"/>
                  </a:lnTo>
                  <a:lnTo>
                    <a:pt x="929" y="238"/>
                  </a:lnTo>
                  <a:lnTo>
                    <a:pt x="929"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0" name="Google Shape;350;p5"/>
            <p:cNvSpPr/>
            <p:nvPr/>
          </p:nvSpPr>
          <p:spPr>
            <a:xfrm>
              <a:off x="7841850" y="2450150"/>
              <a:ext cx="24075" cy="5975"/>
            </a:xfrm>
            <a:custGeom>
              <a:avLst/>
              <a:gdLst/>
              <a:ahLst/>
              <a:cxnLst/>
              <a:rect l="l" t="t" r="r" b="b"/>
              <a:pathLst>
                <a:path w="963" h="239" extrusionOk="0">
                  <a:moveTo>
                    <a:pt x="0" y="1"/>
                  </a:moveTo>
                  <a:lnTo>
                    <a:pt x="0" y="238"/>
                  </a:lnTo>
                  <a:lnTo>
                    <a:pt x="963" y="238"/>
                  </a:lnTo>
                  <a:lnTo>
                    <a:pt x="963"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1" name="Google Shape;351;p5"/>
            <p:cNvSpPr/>
            <p:nvPr/>
          </p:nvSpPr>
          <p:spPr>
            <a:xfrm>
              <a:off x="7795450" y="2450150"/>
              <a:ext cx="23225" cy="5975"/>
            </a:xfrm>
            <a:custGeom>
              <a:avLst/>
              <a:gdLst/>
              <a:ahLst/>
              <a:cxnLst/>
              <a:rect l="l" t="t" r="r" b="b"/>
              <a:pathLst>
                <a:path w="929" h="239" extrusionOk="0">
                  <a:moveTo>
                    <a:pt x="1" y="1"/>
                  </a:moveTo>
                  <a:lnTo>
                    <a:pt x="1" y="238"/>
                  </a:lnTo>
                  <a:lnTo>
                    <a:pt x="928" y="238"/>
                  </a:lnTo>
                  <a:lnTo>
                    <a:pt x="92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2" name="Google Shape;352;p5"/>
            <p:cNvSpPr/>
            <p:nvPr/>
          </p:nvSpPr>
          <p:spPr>
            <a:xfrm>
              <a:off x="7748200" y="2450150"/>
              <a:ext cx="23200" cy="5975"/>
            </a:xfrm>
            <a:custGeom>
              <a:avLst/>
              <a:gdLst/>
              <a:ahLst/>
              <a:cxnLst/>
              <a:rect l="l" t="t" r="r" b="b"/>
              <a:pathLst>
                <a:path w="928" h="239" extrusionOk="0">
                  <a:moveTo>
                    <a:pt x="0" y="1"/>
                  </a:moveTo>
                  <a:lnTo>
                    <a:pt x="0" y="238"/>
                  </a:lnTo>
                  <a:lnTo>
                    <a:pt x="928" y="238"/>
                  </a:lnTo>
                  <a:lnTo>
                    <a:pt x="92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3" name="Google Shape;353;p5"/>
            <p:cNvSpPr/>
            <p:nvPr/>
          </p:nvSpPr>
          <p:spPr>
            <a:xfrm>
              <a:off x="7513450" y="2450150"/>
              <a:ext cx="23200" cy="5975"/>
            </a:xfrm>
            <a:custGeom>
              <a:avLst/>
              <a:gdLst/>
              <a:ahLst/>
              <a:cxnLst/>
              <a:rect l="l" t="t" r="r" b="b"/>
              <a:pathLst>
                <a:path w="928" h="239" extrusionOk="0">
                  <a:moveTo>
                    <a:pt x="0" y="1"/>
                  </a:moveTo>
                  <a:lnTo>
                    <a:pt x="0" y="238"/>
                  </a:lnTo>
                  <a:lnTo>
                    <a:pt x="928" y="238"/>
                  </a:lnTo>
                  <a:lnTo>
                    <a:pt x="92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4" name="Google Shape;354;p5"/>
            <p:cNvSpPr/>
            <p:nvPr/>
          </p:nvSpPr>
          <p:spPr>
            <a:xfrm>
              <a:off x="7607100" y="2450150"/>
              <a:ext cx="23400" cy="5975"/>
            </a:xfrm>
            <a:custGeom>
              <a:avLst/>
              <a:gdLst/>
              <a:ahLst/>
              <a:cxnLst/>
              <a:rect l="l" t="t" r="r" b="b"/>
              <a:pathLst>
                <a:path w="936" h="239" extrusionOk="0">
                  <a:moveTo>
                    <a:pt x="0" y="1"/>
                  </a:moveTo>
                  <a:lnTo>
                    <a:pt x="0" y="238"/>
                  </a:lnTo>
                  <a:lnTo>
                    <a:pt x="935" y="238"/>
                  </a:lnTo>
                  <a:lnTo>
                    <a:pt x="93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5" name="Google Shape;355;p5"/>
            <p:cNvSpPr/>
            <p:nvPr/>
          </p:nvSpPr>
          <p:spPr>
            <a:xfrm>
              <a:off x="7701625" y="2450150"/>
              <a:ext cx="23225" cy="5975"/>
            </a:xfrm>
            <a:custGeom>
              <a:avLst/>
              <a:gdLst/>
              <a:ahLst/>
              <a:cxnLst/>
              <a:rect l="l" t="t" r="r" b="b"/>
              <a:pathLst>
                <a:path w="929" h="239" extrusionOk="0">
                  <a:moveTo>
                    <a:pt x="0" y="1"/>
                  </a:moveTo>
                  <a:lnTo>
                    <a:pt x="0" y="238"/>
                  </a:lnTo>
                  <a:lnTo>
                    <a:pt x="928" y="238"/>
                  </a:lnTo>
                  <a:lnTo>
                    <a:pt x="92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6" name="Google Shape;356;p5"/>
            <p:cNvSpPr/>
            <p:nvPr/>
          </p:nvSpPr>
          <p:spPr>
            <a:xfrm>
              <a:off x="7560000" y="2450150"/>
              <a:ext cx="23925" cy="5975"/>
            </a:xfrm>
            <a:custGeom>
              <a:avLst/>
              <a:gdLst/>
              <a:ahLst/>
              <a:cxnLst/>
              <a:rect l="l" t="t" r="r" b="b"/>
              <a:pathLst>
                <a:path w="957" h="239" extrusionOk="0">
                  <a:moveTo>
                    <a:pt x="1" y="1"/>
                  </a:moveTo>
                  <a:lnTo>
                    <a:pt x="1" y="238"/>
                  </a:lnTo>
                  <a:lnTo>
                    <a:pt x="957" y="238"/>
                  </a:lnTo>
                  <a:lnTo>
                    <a:pt x="957"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57" name="Google Shape;357;p5"/>
          <p:cNvGrpSpPr/>
          <p:nvPr/>
        </p:nvGrpSpPr>
        <p:grpSpPr>
          <a:xfrm flipH="1">
            <a:off x="632493" y="4513137"/>
            <a:ext cx="514249" cy="630515"/>
            <a:chOff x="1551613" y="4513162"/>
            <a:chExt cx="514249" cy="630515"/>
          </a:xfrm>
        </p:grpSpPr>
        <p:grpSp>
          <p:nvGrpSpPr>
            <p:cNvPr id="358" name="Google Shape;358;p5"/>
            <p:cNvGrpSpPr/>
            <p:nvPr/>
          </p:nvGrpSpPr>
          <p:grpSpPr>
            <a:xfrm>
              <a:off x="1551613" y="4513162"/>
              <a:ext cx="347653" cy="630515"/>
              <a:chOff x="3816307" y="2352225"/>
              <a:chExt cx="1213027" cy="2199981"/>
            </a:xfrm>
          </p:grpSpPr>
          <p:sp>
            <p:nvSpPr>
              <p:cNvPr id="359" name="Google Shape;359;p5"/>
              <p:cNvSpPr/>
              <p:nvPr/>
            </p:nvSpPr>
            <p:spPr>
              <a:xfrm>
                <a:off x="3816307" y="2353110"/>
                <a:ext cx="1213027" cy="1210194"/>
              </a:xfrm>
              <a:custGeom>
                <a:avLst/>
                <a:gdLst/>
                <a:ahLst/>
                <a:cxnLst/>
                <a:rect l="l" t="t" r="r" b="b"/>
                <a:pathLst>
                  <a:path w="6852" h="6836" extrusionOk="0">
                    <a:moveTo>
                      <a:pt x="3422" y="1"/>
                    </a:moveTo>
                    <a:cubicBezTo>
                      <a:pt x="1540" y="1"/>
                      <a:pt x="14" y="1519"/>
                      <a:pt x="1" y="3404"/>
                    </a:cubicBezTo>
                    <a:cubicBezTo>
                      <a:pt x="1" y="5299"/>
                      <a:pt x="1524" y="6836"/>
                      <a:pt x="3420" y="6836"/>
                    </a:cubicBezTo>
                    <a:cubicBezTo>
                      <a:pt x="3430" y="6836"/>
                      <a:pt x="3440" y="6836"/>
                      <a:pt x="3450" y="6836"/>
                    </a:cubicBezTo>
                    <a:cubicBezTo>
                      <a:pt x="5316" y="6836"/>
                      <a:pt x="6836" y="5315"/>
                      <a:pt x="6852" y="3433"/>
                    </a:cubicBezTo>
                    <a:cubicBezTo>
                      <a:pt x="6852" y="1540"/>
                      <a:pt x="5326" y="1"/>
                      <a:pt x="3446" y="1"/>
                    </a:cubicBezTo>
                    <a:cubicBezTo>
                      <a:pt x="3438" y="1"/>
                      <a:pt x="3430" y="1"/>
                      <a:pt x="342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0" name="Google Shape;360;p5"/>
              <p:cNvSpPr/>
              <p:nvPr/>
            </p:nvSpPr>
            <p:spPr>
              <a:xfrm>
                <a:off x="4199402" y="2832867"/>
                <a:ext cx="361854" cy="1719340"/>
              </a:xfrm>
              <a:custGeom>
                <a:avLst/>
                <a:gdLst/>
                <a:ahLst/>
                <a:cxnLst/>
                <a:rect l="l" t="t" r="r" b="b"/>
                <a:pathLst>
                  <a:path w="2044" h="9712" extrusionOk="0">
                    <a:moveTo>
                      <a:pt x="1187" y="1"/>
                    </a:moveTo>
                    <a:lnTo>
                      <a:pt x="929" y="3420"/>
                    </a:lnTo>
                    <a:lnTo>
                      <a:pt x="14" y="2262"/>
                    </a:lnTo>
                    <a:lnTo>
                      <a:pt x="1" y="2276"/>
                    </a:lnTo>
                    <a:lnTo>
                      <a:pt x="900" y="3815"/>
                    </a:lnTo>
                    <a:lnTo>
                      <a:pt x="736" y="9712"/>
                    </a:lnTo>
                    <a:lnTo>
                      <a:pt x="1635" y="9712"/>
                    </a:lnTo>
                    <a:lnTo>
                      <a:pt x="1364" y="1854"/>
                    </a:lnTo>
                    <a:lnTo>
                      <a:pt x="2044" y="1020"/>
                    </a:lnTo>
                    <a:lnTo>
                      <a:pt x="2031" y="1007"/>
                    </a:lnTo>
                    <a:lnTo>
                      <a:pt x="1351" y="1648"/>
                    </a:lnTo>
                    <a:lnTo>
                      <a:pt x="1240" y="14"/>
                    </a:lnTo>
                    <a:lnTo>
                      <a:pt x="118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1" name="Google Shape;361;p5"/>
              <p:cNvSpPr/>
              <p:nvPr/>
            </p:nvSpPr>
            <p:spPr>
              <a:xfrm>
                <a:off x="4331999" y="2352225"/>
                <a:ext cx="697331" cy="1211079"/>
              </a:xfrm>
              <a:custGeom>
                <a:avLst/>
                <a:gdLst/>
                <a:ahLst/>
                <a:cxnLst/>
                <a:rect l="l" t="t" r="r" b="b"/>
                <a:pathLst>
                  <a:path w="3939" h="6841" extrusionOk="0">
                    <a:moveTo>
                      <a:pt x="383" y="1"/>
                    </a:moveTo>
                    <a:cubicBezTo>
                      <a:pt x="248" y="1"/>
                      <a:pt x="120" y="13"/>
                      <a:pt x="0" y="32"/>
                    </a:cubicBezTo>
                    <a:cubicBezTo>
                      <a:pt x="1651" y="290"/>
                      <a:pt x="2903" y="1722"/>
                      <a:pt x="2903" y="3438"/>
                    </a:cubicBezTo>
                    <a:cubicBezTo>
                      <a:pt x="2890" y="5141"/>
                      <a:pt x="1635" y="6556"/>
                      <a:pt x="0" y="6801"/>
                    </a:cubicBezTo>
                    <a:cubicBezTo>
                      <a:pt x="164" y="6828"/>
                      <a:pt x="327" y="6841"/>
                      <a:pt x="507" y="6841"/>
                    </a:cubicBezTo>
                    <a:cubicBezTo>
                      <a:pt x="517" y="6841"/>
                      <a:pt x="527" y="6841"/>
                      <a:pt x="537" y="6841"/>
                    </a:cubicBezTo>
                    <a:cubicBezTo>
                      <a:pt x="2403" y="6841"/>
                      <a:pt x="3923" y="5320"/>
                      <a:pt x="3939" y="3438"/>
                    </a:cubicBezTo>
                    <a:cubicBezTo>
                      <a:pt x="3939" y="1545"/>
                      <a:pt x="2413" y="6"/>
                      <a:pt x="533" y="6"/>
                    </a:cubicBezTo>
                    <a:cubicBezTo>
                      <a:pt x="482" y="2"/>
                      <a:pt x="432" y="1"/>
                      <a:pt x="383" y="1"/>
                    </a:cubicBezTo>
                    <a:close/>
                  </a:path>
                </a:pathLst>
              </a:custGeom>
              <a:solidFill>
                <a:srgbClr val="473A50">
                  <a:alpha val="434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62" name="Google Shape;362;p5"/>
            <p:cNvGrpSpPr/>
            <p:nvPr/>
          </p:nvGrpSpPr>
          <p:grpSpPr>
            <a:xfrm>
              <a:off x="1899071" y="4839761"/>
              <a:ext cx="166791" cy="302717"/>
              <a:chOff x="3816307" y="2352225"/>
              <a:chExt cx="1213027" cy="2199981"/>
            </a:xfrm>
          </p:grpSpPr>
          <p:sp>
            <p:nvSpPr>
              <p:cNvPr id="363" name="Google Shape;363;p5"/>
              <p:cNvSpPr/>
              <p:nvPr/>
            </p:nvSpPr>
            <p:spPr>
              <a:xfrm>
                <a:off x="3816307" y="2353110"/>
                <a:ext cx="1213027" cy="1210194"/>
              </a:xfrm>
              <a:custGeom>
                <a:avLst/>
                <a:gdLst/>
                <a:ahLst/>
                <a:cxnLst/>
                <a:rect l="l" t="t" r="r" b="b"/>
                <a:pathLst>
                  <a:path w="6852" h="6836" extrusionOk="0">
                    <a:moveTo>
                      <a:pt x="3422" y="1"/>
                    </a:moveTo>
                    <a:cubicBezTo>
                      <a:pt x="1540" y="1"/>
                      <a:pt x="14" y="1519"/>
                      <a:pt x="1" y="3404"/>
                    </a:cubicBezTo>
                    <a:cubicBezTo>
                      <a:pt x="1" y="5299"/>
                      <a:pt x="1524" y="6836"/>
                      <a:pt x="3420" y="6836"/>
                    </a:cubicBezTo>
                    <a:cubicBezTo>
                      <a:pt x="3430" y="6836"/>
                      <a:pt x="3440" y="6836"/>
                      <a:pt x="3450" y="6836"/>
                    </a:cubicBezTo>
                    <a:cubicBezTo>
                      <a:pt x="5316" y="6836"/>
                      <a:pt x="6836" y="5315"/>
                      <a:pt x="6852" y="3433"/>
                    </a:cubicBezTo>
                    <a:cubicBezTo>
                      <a:pt x="6852" y="1540"/>
                      <a:pt x="5326" y="1"/>
                      <a:pt x="3446" y="1"/>
                    </a:cubicBezTo>
                    <a:cubicBezTo>
                      <a:pt x="3438" y="1"/>
                      <a:pt x="3430" y="1"/>
                      <a:pt x="342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4" name="Google Shape;364;p5"/>
              <p:cNvSpPr/>
              <p:nvPr/>
            </p:nvSpPr>
            <p:spPr>
              <a:xfrm>
                <a:off x="4199402" y="2832867"/>
                <a:ext cx="361854" cy="1719340"/>
              </a:xfrm>
              <a:custGeom>
                <a:avLst/>
                <a:gdLst/>
                <a:ahLst/>
                <a:cxnLst/>
                <a:rect l="l" t="t" r="r" b="b"/>
                <a:pathLst>
                  <a:path w="2044" h="9712" extrusionOk="0">
                    <a:moveTo>
                      <a:pt x="1187" y="1"/>
                    </a:moveTo>
                    <a:lnTo>
                      <a:pt x="929" y="3420"/>
                    </a:lnTo>
                    <a:lnTo>
                      <a:pt x="14" y="2262"/>
                    </a:lnTo>
                    <a:lnTo>
                      <a:pt x="1" y="2276"/>
                    </a:lnTo>
                    <a:lnTo>
                      <a:pt x="900" y="3815"/>
                    </a:lnTo>
                    <a:lnTo>
                      <a:pt x="736" y="9712"/>
                    </a:lnTo>
                    <a:lnTo>
                      <a:pt x="1635" y="9712"/>
                    </a:lnTo>
                    <a:lnTo>
                      <a:pt x="1364" y="1854"/>
                    </a:lnTo>
                    <a:lnTo>
                      <a:pt x="2044" y="1020"/>
                    </a:lnTo>
                    <a:lnTo>
                      <a:pt x="2031" y="1007"/>
                    </a:lnTo>
                    <a:lnTo>
                      <a:pt x="1351" y="1648"/>
                    </a:lnTo>
                    <a:lnTo>
                      <a:pt x="1240" y="14"/>
                    </a:lnTo>
                    <a:lnTo>
                      <a:pt x="118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5" name="Google Shape;365;p5"/>
              <p:cNvSpPr/>
              <p:nvPr/>
            </p:nvSpPr>
            <p:spPr>
              <a:xfrm>
                <a:off x="4331999" y="2352225"/>
                <a:ext cx="697331" cy="1211079"/>
              </a:xfrm>
              <a:custGeom>
                <a:avLst/>
                <a:gdLst/>
                <a:ahLst/>
                <a:cxnLst/>
                <a:rect l="l" t="t" r="r" b="b"/>
                <a:pathLst>
                  <a:path w="3939" h="6841" extrusionOk="0">
                    <a:moveTo>
                      <a:pt x="383" y="1"/>
                    </a:moveTo>
                    <a:cubicBezTo>
                      <a:pt x="248" y="1"/>
                      <a:pt x="120" y="13"/>
                      <a:pt x="0" y="32"/>
                    </a:cubicBezTo>
                    <a:cubicBezTo>
                      <a:pt x="1651" y="290"/>
                      <a:pt x="2903" y="1722"/>
                      <a:pt x="2903" y="3438"/>
                    </a:cubicBezTo>
                    <a:cubicBezTo>
                      <a:pt x="2890" y="5141"/>
                      <a:pt x="1635" y="6556"/>
                      <a:pt x="0" y="6801"/>
                    </a:cubicBezTo>
                    <a:cubicBezTo>
                      <a:pt x="164" y="6828"/>
                      <a:pt x="327" y="6841"/>
                      <a:pt x="507" y="6841"/>
                    </a:cubicBezTo>
                    <a:cubicBezTo>
                      <a:pt x="517" y="6841"/>
                      <a:pt x="527" y="6841"/>
                      <a:pt x="537" y="6841"/>
                    </a:cubicBezTo>
                    <a:cubicBezTo>
                      <a:pt x="2403" y="6841"/>
                      <a:pt x="3923" y="5320"/>
                      <a:pt x="3939" y="3438"/>
                    </a:cubicBezTo>
                    <a:cubicBezTo>
                      <a:pt x="3939" y="1545"/>
                      <a:pt x="2413" y="6"/>
                      <a:pt x="533" y="6"/>
                    </a:cubicBezTo>
                    <a:cubicBezTo>
                      <a:pt x="482" y="2"/>
                      <a:pt x="432" y="1"/>
                      <a:pt x="383" y="1"/>
                    </a:cubicBezTo>
                    <a:close/>
                  </a:path>
                </a:pathLst>
              </a:custGeom>
              <a:solidFill>
                <a:srgbClr val="473A50">
                  <a:alpha val="434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366" name="Google Shape;366;p5"/>
          <p:cNvGrpSpPr/>
          <p:nvPr/>
        </p:nvGrpSpPr>
        <p:grpSpPr>
          <a:xfrm>
            <a:off x="7515019" y="3763859"/>
            <a:ext cx="1185128" cy="1127605"/>
            <a:chOff x="7900788" y="3763745"/>
            <a:chExt cx="1185128" cy="1127605"/>
          </a:xfrm>
        </p:grpSpPr>
        <p:grpSp>
          <p:nvGrpSpPr>
            <p:cNvPr id="367" name="Google Shape;367;p5"/>
            <p:cNvGrpSpPr/>
            <p:nvPr/>
          </p:nvGrpSpPr>
          <p:grpSpPr>
            <a:xfrm>
              <a:off x="7900788" y="4339435"/>
              <a:ext cx="1185128" cy="551915"/>
              <a:chOff x="7728113" y="4430335"/>
              <a:chExt cx="1185128" cy="551915"/>
            </a:xfrm>
          </p:grpSpPr>
          <p:sp>
            <p:nvSpPr>
              <p:cNvPr id="368" name="Google Shape;368;p5"/>
              <p:cNvSpPr/>
              <p:nvPr/>
            </p:nvSpPr>
            <p:spPr>
              <a:xfrm>
                <a:off x="7728113" y="4848450"/>
                <a:ext cx="993600" cy="133800"/>
              </a:xfrm>
              <a:prstGeom prst="ellipse">
                <a:avLst/>
              </a:prstGeom>
              <a:solidFill>
                <a:srgbClr val="897FBB">
                  <a:alpha val="2919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endParaRPr/>
              </a:p>
            </p:txBody>
          </p:sp>
          <p:grpSp>
            <p:nvGrpSpPr>
              <p:cNvPr id="369" name="Google Shape;369;p5"/>
              <p:cNvGrpSpPr/>
              <p:nvPr/>
            </p:nvGrpSpPr>
            <p:grpSpPr>
              <a:xfrm>
                <a:off x="7740297" y="4430335"/>
                <a:ext cx="1172944" cy="463143"/>
                <a:chOff x="2434350" y="2965420"/>
                <a:chExt cx="3877500" cy="1531050"/>
              </a:xfrm>
            </p:grpSpPr>
            <p:sp>
              <p:nvSpPr>
                <p:cNvPr id="370" name="Google Shape;370;p5"/>
                <p:cNvSpPr/>
                <p:nvPr/>
              </p:nvSpPr>
              <p:spPr>
                <a:xfrm>
                  <a:off x="3554346" y="3159217"/>
                  <a:ext cx="2687909" cy="732797"/>
                </a:xfrm>
                <a:custGeom>
                  <a:avLst/>
                  <a:gdLst/>
                  <a:ahLst/>
                  <a:cxnLst/>
                  <a:rect l="l" t="t" r="r" b="b"/>
                  <a:pathLst>
                    <a:path w="13634" h="3717" extrusionOk="0">
                      <a:moveTo>
                        <a:pt x="13509" y="0"/>
                      </a:moveTo>
                      <a:lnTo>
                        <a:pt x="0" y="938"/>
                      </a:lnTo>
                      <a:lnTo>
                        <a:pt x="572" y="3717"/>
                      </a:lnTo>
                      <a:lnTo>
                        <a:pt x="9695" y="3118"/>
                      </a:lnTo>
                      <a:lnTo>
                        <a:pt x="13634" y="1687"/>
                      </a:lnTo>
                      <a:lnTo>
                        <a:pt x="13509"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1" name="Google Shape;371;p5"/>
                <p:cNvSpPr/>
                <p:nvPr/>
              </p:nvSpPr>
              <p:spPr>
                <a:xfrm>
                  <a:off x="3554346" y="3166604"/>
                  <a:ext cx="2687909" cy="732797"/>
                </a:xfrm>
                <a:custGeom>
                  <a:avLst/>
                  <a:gdLst/>
                  <a:ahLst/>
                  <a:cxnLst/>
                  <a:rect l="l" t="t" r="r" b="b"/>
                  <a:pathLst>
                    <a:path w="13634" h="3717" extrusionOk="0">
                      <a:moveTo>
                        <a:pt x="13509" y="0"/>
                      </a:moveTo>
                      <a:lnTo>
                        <a:pt x="0" y="938"/>
                      </a:lnTo>
                      <a:lnTo>
                        <a:pt x="572" y="3717"/>
                      </a:lnTo>
                      <a:lnTo>
                        <a:pt x="9695" y="3118"/>
                      </a:lnTo>
                      <a:lnTo>
                        <a:pt x="13634" y="1687"/>
                      </a:lnTo>
                      <a:lnTo>
                        <a:pt x="13509"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2" name="Google Shape;372;p5"/>
                <p:cNvSpPr/>
                <p:nvPr/>
              </p:nvSpPr>
              <p:spPr>
                <a:xfrm>
                  <a:off x="3731582" y="3088440"/>
                  <a:ext cx="458959" cy="476308"/>
                </a:xfrm>
                <a:custGeom>
                  <a:avLst/>
                  <a:gdLst/>
                  <a:ahLst/>
                  <a:cxnLst/>
                  <a:rect l="l" t="t" r="r" b="b"/>
                  <a:pathLst>
                    <a:path w="2328" h="2416" extrusionOk="0">
                      <a:moveTo>
                        <a:pt x="1142" y="1"/>
                      </a:moveTo>
                      <a:cubicBezTo>
                        <a:pt x="1120" y="1"/>
                        <a:pt x="1098" y="1"/>
                        <a:pt x="1075" y="3"/>
                      </a:cubicBezTo>
                      <a:lnTo>
                        <a:pt x="843" y="16"/>
                      </a:lnTo>
                      <a:lnTo>
                        <a:pt x="856" y="45"/>
                      </a:lnTo>
                      <a:cubicBezTo>
                        <a:pt x="353" y="196"/>
                        <a:pt x="0" y="699"/>
                        <a:pt x="39" y="1284"/>
                      </a:cubicBezTo>
                      <a:cubicBezTo>
                        <a:pt x="82" y="1856"/>
                        <a:pt x="503" y="2320"/>
                        <a:pt x="1007" y="2402"/>
                      </a:cubicBezTo>
                      <a:lnTo>
                        <a:pt x="1020" y="2415"/>
                      </a:lnTo>
                      <a:lnTo>
                        <a:pt x="1239" y="2402"/>
                      </a:lnTo>
                      <a:cubicBezTo>
                        <a:pt x="1866" y="2360"/>
                        <a:pt x="2327" y="1788"/>
                        <a:pt x="2275" y="1134"/>
                      </a:cubicBezTo>
                      <a:cubicBezTo>
                        <a:pt x="2234" y="491"/>
                        <a:pt x="1726" y="1"/>
                        <a:pt x="114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3" name="Google Shape;373;p5"/>
                <p:cNvSpPr/>
                <p:nvPr/>
              </p:nvSpPr>
              <p:spPr>
                <a:xfrm>
                  <a:off x="3717978" y="3091200"/>
                  <a:ext cx="394492" cy="473943"/>
                </a:xfrm>
                <a:custGeom>
                  <a:avLst/>
                  <a:gdLst/>
                  <a:ahLst/>
                  <a:cxnLst/>
                  <a:rect l="l" t="t" r="r" b="b"/>
                  <a:pathLst>
                    <a:path w="2001" h="2404" extrusionOk="0">
                      <a:moveTo>
                        <a:pt x="952" y="1"/>
                      </a:moveTo>
                      <a:cubicBezTo>
                        <a:pt x="939" y="1"/>
                        <a:pt x="926" y="1"/>
                        <a:pt x="912" y="2"/>
                      </a:cubicBezTo>
                      <a:cubicBezTo>
                        <a:pt x="396" y="44"/>
                        <a:pt x="0" y="616"/>
                        <a:pt x="40" y="1270"/>
                      </a:cubicBezTo>
                      <a:cubicBezTo>
                        <a:pt x="81" y="1913"/>
                        <a:pt x="525" y="2403"/>
                        <a:pt x="1031" y="2403"/>
                      </a:cubicBezTo>
                      <a:cubicBezTo>
                        <a:pt x="1050" y="2403"/>
                        <a:pt x="1070" y="2403"/>
                        <a:pt x="1089" y="2401"/>
                      </a:cubicBezTo>
                      <a:cubicBezTo>
                        <a:pt x="1609" y="2372"/>
                        <a:pt x="2001" y="1800"/>
                        <a:pt x="1962" y="1146"/>
                      </a:cubicBezTo>
                      <a:cubicBezTo>
                        <a:pt x="1920" y="496"/>
                        <a:pt x="1469" y="1"/>
                        <a:pt x="95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4" name="Google Shape;374;p5"/>
                <p:cNvSpPr/>
                <p:nvPr/>
              </p:nvSpPr>
              <p:spPr>
                <a:xfrm>
                  <a:off x="5541003" y="2965420"/>
                  <a:ext cx="459551" cy="475520"/>
                </a:xfrm>
                <a:custGeom>
                  <a:avLst/>
                  <a:gdLst/>
                  <a:ahLst/>
                  <a:cxnLst/>
                  <a:rect l="l" t="t" r="r" b="b"/>
                  <a:pathLst>
                    <a:path w="2331" h="2412" extrusionOk="0">
                      <a:moveTo>
                        <a:pt x="1150" y="0"/>
                      </a:moveTo>
                      <a:cubicBezTo>
                        <a:pt x="1125" y="0"/>
                        <a:pt x="1101" y="1"/>
                        <a:pt x="1076" y="3"/>
                      </a:cubicBezTo>
                      <a:lnTo>
                        <a:pt x="844" y="16"/>
                      </a:lnTo>
                      <a:lnTo>
                        <a:pt x="860" y="42"/>
                      </a:lnTo>
                      <a:cubicBezTo>
                        <a:pt x="353" y="192"/>
                        <a:pt x="0" y="695"/>
                        <a:pt x="43" y="1281"/>
                      </a:cubicBezTo>
                      <a:cubicBezTo>
                        <a:pt x="82" y="1853"/>
                        <a:pt x="504" y="2317"/>
                        <a:pt x="1007" y="2385"/>
                      </a:cubicBezTo>
                      <a:lnTo>
                        <a:pt x="1023" y="2412"/>
                      </a:lnTo>
                      <a:lnTo>
                        <a:pt x="1239" y="2398"/>
                      </a:lnTo>
                      <a:cubicBezTo>
                        <a:pt x="1867" y="2356"/>
                        <a:pt x="2331" y="1784"/>
                        <a:pt x="2275" y="1117"/>
                      </a:cubicBezTo>
                      <a:cubicBezTo>
                        <a:pt x="2235" y="489"/>
                        <a:pt x="1744" y="0"/>
                        <a:pt x="115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5" name="Google Shape;375;p5"/>
                <p:cNvSpPr/>
                <p:nvPr/>
              </p:nvSpPr>
              <p:spPr>
                <a:xfrm>
                  <a:off x="5527399" y="2967983"/>
                  <a:ext cx="395281" cy="473548"/>
                </a:xfrm>
                <a:custGeom>
                  <a:avLst/>
                  <a:gdLst/>
                  <a:ahLst/>
                  <a:cxnLst/>
                  <a:rect l="l" t="t" r="r" b="b"/>
                  <a:pathLst>
                    <a:path w="2005" h="2402" extrusionOk="0">
                      <a:moveTo>
                        <a:pt x="974" y="0"/>
                      </a:moveTo>
                      <a:cubicBezTo>
                        <a:pt x="953" y="0"/>
                        <a:pt x="933" y="1"/>
                        <a:pt x="913" y="3"/>
                      </a:cubicBezTo>
                      <a:cubicBezTo>
                        <a:pt x="396" y="42"/>
                        <a:pt x="1" y="601"/>
                        <a:pt x="43" y="1268"/>
                      </a:cubicBezTo>
                      <a:cubicBezTo>
                        <a:pt x="81" y="1908"/>
                        <a:pt x="523" y="2401"/>
                        <a:pt x="1030" y="2401"/>
                      </a:cubicBezTo>
                      <a:cubicBezTo>
                        <a:pt x="1051" y="2401"/>
                        <a:pt x="1072" y="2400"/>
                        <a:pt x="1092" y="2399"/>
                      </a:cubicBezTo>
                      <a:cubicBezTo>
                        <a:pt x="1609" y="2359"/>
                        <a:pt x="2004" y="1800"/>
                        <a:pt x="1962" y="1134"/>
                      </a:cubicBezTo>
                      <a:cubicBezTo>
                        <a:pt x="1924" y="505"/>
                        <a:pt x="1481" y="0"/>
                        <a:pt x="97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6" name="Google Shape;376;p5"/>
                <p:cNvSpPr/>
                <p:nvPr/>
              </p:nvSpPr>
              <p:spPr>
                <a:xfrm>
                  <a:off x="3554346" y="3159217"/>
                  <a:ext cx="2671743" cy="286850"/>
                </a:xfrm>
                <a:custGeom>
                  <a:avLst/>
                  <a:gdLst/>
                  <a:ahLst/>
                  <a:cxnLst/>
                  <a:rect l="l" t="t" r="r" b="b"/>
                  <a:pathLst>
                    <a:path w="13552" h="1455" extrusionOk="0">
                      <a:moveTo>
                        <a:pt x="13509" y="0"/>
                      </a:moveTo>
                      <a:lnTo>
                        <a:pt x="0" y="938"/>
                      </a:lnTo>
                      <a:lnTo>
                        <a:pt x="108" y="1455"/>
                      </a:lnTo>
                      <a:lnTo>
                        <a:pt x="13552" y="530"/>
                      </a:lnTo>
                      <a:lnTo>
                        <a:pt x="1350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7" name="Google Shape;377;p5"/>
                <p:cNvSpPr/>
                <p:nvPr/>
              </p:nvSpPr>
              <p:spPr>
                <a:xfrm>
                  <a:off x="3777320" y="3773926"/>
                  <a:ext cx="1688371" cy="665767"/>
                </a:xfrm>
                <a:custGeom>
                  <a:avLst/>
                  <a:gdLst/>
                  <a:ahLst/>
                  <a:cxnLst/>
                  <a:rect l="l" t="t" r="r" b="b"/>
                  <a:pathLst>
                    <a:path w="8564" h="3377" extrusionOk="0">
                      <a:moveTo>
                        <a:pt x="8564" y="0"/>
                      </a:moveTo>
                      <a:lnTo>
                        <a:pt x="0" y="559"/>
                      </a:lnTo>
                      <a:lnTo>
                        <a:pt x="1046" y="3377"/>
                      </a:lnTo>
                      <a:lnTo>
                        <a:pt x="5050" y="3093"/>
                      </a:lnTo>
                      <a:lnTo>
                        <a:pt x="8564"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8" name="Google Shape;378;p5"/>
                <p:cNvSpPr/>
                <p:nvPr/>
              </p:nvSpPr>
              <p:spPr>
                <a:xfrm>
                  <a:off x="2488368" y="3233936"/>
                  <a:ext cx="2687515" cy="738712"/>
                </a:xfrm>
                <a:custGeom>
                  <a:avLst/>
                  <a:gdLst/>
                  <a:ahLst/>
                  <a:cxnLst/>
                  <a:rect l="l" t="t" r="r" b="b"/>
                  <a:pathLst>
                    <a:path w="13632" h="3747" extrusionOk="0">
                      <a:moveTo>
                        <a:pt x="13510" y="0"/>
                      </a:moveTo>
                      <a:lnTo>
                        <a:pt x="1" y="929"/>
                      </a:lnTo>
                      <a:lnTo>
                        <a:pt x="573" y="3746"/>
                      </a:lnTo>
                      <a:lnTo>
                        <a:pt x="9696" y="3106"/>
                      </a:lnTo>
                      <a:lnTo>
                        <a:pt x="13631" y="1690"/>
                      </a:lnTo>
                      <a:lnTo>
                        <a:pt x="13510"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9" name="Google Shape;379;p5"/>
                <p:cNvSpPr/>
                <p:nvPr/>
              </p:nvSpPr>
              <p:spPr>
                <a:xfrm>
                  <a:off x="2751363" y="3548388"/>
                  <a:ext cx="1860678" cy="948082"/>
                </a:xfrm>
                <a:custGeom>
                  <a:avLst/>
                  <a:gdLst/>
                  <a:ahLst/>
                  <a:cxnLst/>
                  <a:rect l="l" t="t" r="r" b="b"/>
                  <a:pathLst>
                    <a:path w="9438" h="4809" extrusionOk="0">
                      <a:moveTo>
                        <a:pt x="9437" y="0"/>
                      </a:moveTo>
                      <a:lnTo>
                        <a:pt x="1" y="1850"/>
                      </a:lnTo>
                      <a:lnTo>
                        <a:pt x="1962" y="4809"/>
                      </a:lnTo>
                      <a:lnTo>
                        <a:pt x="6250" y="4521"/>
                      </a:lnTo>
                      <a:lnTo>
                        <a:pt x="9437"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0" name="Google Shape;380;p5"/>
                <p:cNvSpPr/>
                <p:nvPr/>
              </p:nvSpPr>
              <p:spPr>
                <a:xfrm>
                  <a:off x="2875172" y="3891821"/>
                  <a:ext cx="826837" cy="550633"/>
                </a:xfrm>
                <a:custGeom>
                  <a:avLst/>
                  <a:gdLst/>
                  <a:ahLst/>
                  <a:cxnLst/>
                  <a:rect l="l" t="t" r="r" b="b"/>
                  <a:pathLst>
                    <a:path w="4194" h="2793" extrusionOk="0">
                      <a:moveTo>
                        <a:pt x="4017" y="1"/>
                      </a:moveTo>
                      <a:lnTo>
                        <a:pt x="0" y="288"/>
                      </a:lnTo>
                      <a:lnTo>
                        <a:pt x="1661" y="2792"/>
                      </a:lnTo>
                      <a:lnTo>
                        <a:pt x="4194" y="2616"/>
                      </a:lnTo>
                      <a:lnTo>
                        <a:pt x="4017"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1" name="Google Shape;381;p5"/>
                <p:cNvSpPr/>
                <p:nvPr/>
              </p:nvSpPr>
              <p:spPr>
                <a:xfrm>
                  <a:off x="3084543" y="3891821"/>
                  <a:ext cx="604060" cy="368074"/>
                </a:xfrm>
                <a:custGeom>
                  <a:avLst/>
                  <a:gdLst/>
                  <a:ahLst/>
                  <a:cxnLst/>
                  <a:rect l="l" t="t" r="r" b="b"/>
                  <a:pathLst>
                    <a:path w="3064" h="1867" extrusionOk="0">
                      <a:moveTo>
                        <a:pt x="2955" y="1"/>
                      </a:moveTo>
                      <a:lnTo>
                        <a:pt x="504" y="177"/>
                      </a:lnTo>
                      <a:cubicBezTo>
                        <a:pt x="327" y="272"/>
                        <a:pt x="0" y="504"/>
                        <a:pt x="0" y="504"/>
                      </a:cubicBezTo>
                      <a:lnTo>
                        <a:pt x="1347" y="533"/>
                      </a:lnTo>
                      <a:lnTo>
                        <a:pt x="327" y="1171"/>
                      </a:lnTo>
                      <a:lnTo>
                        <a:pt x="1537" y="1089"/>
                      </a:lnTo>
                      <a:lnTo>
                        <a:pt x="1076" y="1867"/>
                      </a:lnTo>
                      <a:lnTo>
                        <a:pt x="2014" y="1403"/>
                      </a:lnTo>
                      <a:lnTo>
                        <a:pt x="2246" y="1824"/>
                      </a:lnTo>
                      <a:lnTo>
                        <a:pt x="2615" y="1269"/>
                      </a:lnTo>
                      <a:lnTo>
                        <a:pt x="2955" y="1743"/>
                      </a:lnTo>
                      <a:cubicBezTo>
                        <a:pt x="2955" y="1743"/>
                        <a:pt x="3024" y="1622"/>
                        <a:pt x="3063" y="1553"/>
                      </a:cubicBezTo>
                      <a:lnTo>
                        <a:pt x="295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2" name="Google Shape;382;p5"/>
                <p:cNvSpPr/>
                <p:nvPr/>
              </p:nvSpPr>
              <p:spPr>
                <a:xfrm>
                  <a:off x="3747551" y="3846082"/>
                  <a:ext cx="577642" cy="556350"/>
                </a:xfrm>
                <a:custGeom>
                  <a:avLst/>
                  <a:gdLst/>
                  <a:ahLst/>
                  <a:cxnLst/>
                  <a:rect l="l" t="t" r="r" b="b"/>
                  <a:pathLst>
                    <a:path w="2930" h="2822" extrusionOk="0">
                      <a:moveTo>
                        <a:pt x="2929" y="1"/>
                      </a:moveTo>
                      <a:lnTo>
                        <a:pt x="1" y="206"/>
                      </a:lnTo>
                      <a:lnTo>
                        <a:pt x="177" y="2821"/>
                      </a:lnTo>
                      <a:lnTo>
                        <a:pt x="981" y="2766"/>
                      </a:lnTo>
                      <a:lnTo>
                        <a:pt x="2929"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3" name="Google Shape;383;p5"/>
                <p:cNvSpPr/>
                <p:nvPr/>
              </p:nvSpPr>
              <p:spPr>
                <a:xfrm>
                  <a:off x="4026712" y="3773926"/>
                  <a:ext cx="1438980" cy="606623"/>
                </a:xfrm>
                <a:custGeom>
                  <a:avLst/>
                  <a:gdLst/>
                  <a:ahLst/>
                  <a:cxnLst/>
                  <a:rect l="l" t="t" r="r" b="b"/>
                  <a:pathLst>
                    <a:path w="7299" h="3077" extrusionOk="0">
                      <a:moveTo>
                        <a:pt x="7299" y="0"/>
                      </a:moveTo>
                      <a:lnTo>
                        <a:pt x="1893" y="367"/>
                      </a:lnTo>
                      <a:lnTo>
                        <a:pt x="0" y="3076"/>
                      </a:lnTo>
                      <a:lnTo>
                        <a:pt x="4141" y="2792"/>
                      </a:lnTo>
                      <a:lnTo>
                        <a:pt x="7299"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4" name="Google Shape;384;p5"/>
                <p:cNvSpPr/>
                <p:nvPr/>
              </p:nvSpPr>
              <p:spPr>
                <a:xfrm>
                  <a:off x="4029658" y="3828493"/>
                  <a:ext cx="1162579" cy="525990"/>
                </a:xfrm>
                <a:custGeom>
                  <a:avLst/>
                  <a:gdLst/>
                  <a:ahLst/>
                  <a:cxnLst/>
                  <a:rect l="l" t="t" r="r" b="b"/>
                  <a:pathLst>
                    <a:path w="5897" h="2668" extrusionOk="0">
                      <a:moveTo>
                        <a:pt x="5462" y="0"/>
                      </a:moveTo>
                      <a:lnTo>
                        <a:pt x="4468" y="1265"/>
                      </a:lnTo>
                      <a:lnTo>
                        <a:pt x="4305" y="530"/>
                      </a:lnTo>
                      <a:lnTo>
                        <a:pt x="3759" y="994"/>
                      </a:lnTo>
                      <a:lnTo>
                        <a:pt x="3488" y="435"/>
                      </a:lnTo>
                      <a:lnTo>
                        <a:pt x="2641" y="1376"/>
                      </a:lnTo>
                      <a:lnTo>
                        <a:pt x="2167" y="722"/>
                      </a:lnTo>
                      <a:lnTo>
                        <a:pt x="1935" y="1415"/>
                      </a:lnTo>
                      <a:lnTo>
                        <a:pt x="1402" y="1131"/>
                      </a:lnTo>
                      <a:lnTo>
                        <a:pt x="1170" y="2151"/>
                      </a:lnTo>
                      <a:cubicBezTo>
                        <a:pt x="1170" y="2151"/>
                        <a:pt x="722" y="2056"/>
                        <a:pt x="517" y="1919"/>
                      </a:cubicBezTo>
                      <a:lnTo>
                        <a:pt x="0" y="2667"/>
                      </a:lnTo>
                      <a:lnTo>
                        <a:pt x="0" y="2667"/>
                      </a:lnTo>
                      <a:lnTo>
                        <a:pt x="4141" y="2383"/>
                      </a:lnTo>
                      <a:lnTo>
                        <a:pt x="5897" y="830"/>
                      </a:lnTo>
                      <a:cubicBezTo>
                        <a:pt x="5884" y="830"/>
                        <a:pt x="5884" y="817"/>
                        <a:pt x="5871" y="804"/>
                      </a:cubicBezTo>
                      <a:cubicBezTo>
                        <a:pt x="5681" y="559"/>
                        <a:pt x="5462" y="0"/>
                        <a:pt x="546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5" name="Google Shape;385;p5"/>
                <p:cNvSpPr/>
                <p:nvPr/>
              </p:nvSpPr>
              <p:spPr>
                <a:xfrm>
                  <a:off x="6010806" y="3282237"/>
                  <a:ext cx="301044" cy="228297"/>
                </a:xfrm>
                <a:custGeom>
                  <a:avLst/>
                  <a:gdLst/>
                  <a:ahLst/>
                  <a:cxnLst/>
                  <a:rect l="l" t="t" r="r" b="b"/>
                  <a:pathLst>
                    <a:path w="1527" h="1158" extrusionOk="0">
                      <a:moveTo>
                        <a:pt x="1295" y="0"/>
                      </a:moveTo>
                      <a:lnTo>
                        <a:pt x="0" y="396"/>
                      </a:lnTo>
                      <a:lnTo>
                        <a:pt x="219" y="1158"/>
                      </a:lnTo>
                      <a:lnTo>
                        <a:pt x="1527" y="765"/>
                      </a:lnTo>
                      <a:lnTo>
                        <a:pt x="1295"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6" name="Google Shape;386;p5"/>
                <p:cNvSpPr/>
                <p:nvPr/>
              </p:nvSpPr>
              <p:spPr>
                <a:xfrm>
                  <a:off x="6099719" y="3282237"/>
                  <a:ext cx="212131" cy="177433"/>
                </a:xfrm>
                <a:custGeom>
                  <a:avLst/>
                  <a:gdLst/>
                  <a:ahLst/>
                  <a:cxnLst/>
                  <a:rect l="l" t="t" r="r" b="b"/>
                  <a:pathLst>
                    <a:path w="1076" h="900" extrusionOk="0">
                      <a:moveTo>
                        <a:pt x="844" y="0"/>
                      </a:moveTo>
                      <a:lnTo>
                        <a:pt x="435" y="125"/>
                      </a:lnTo>
                      <a:cubicBezTo>
                        <a:pt x="530" y="177"/>
                        <a:pt x="693" y="288"/>
                        <a:pt x="693" y="288"/>
                      </a:cubicBezTo>
                      <a:lnTo>
                        <a:pt x="177" y="327"/>
                      </a:lnTo>
                      <a:lnTo>
                        <a:pt x="477" y="615"/>
                      </a:lnTo>
                      <a:lnTo>
                        <a:pt x="0" y="667"/>
                      </a:lnTo>
                      <a:cubicBezTo>
                        <a:pt x="0" y="667"/>
                        <a:pt x="396" y="860"/>
                        <a:pt x="612" y="899"/>
                      </a:cubicBezTo>
                      <a:lnTo>
                        <a:pt x="1076" y="765"/>
                      </a:lnTo>
                      <a:lnTo>
                        <a:pt x="844"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7" name="Google Shape;387;p5"/>
                <p:cNvSpPr/>
                <p:nvPr/>
              </p:nvSpPr>
              <p:spPr>
                <a:xfrm>
                  <a:off x="5156959" y="3339016"/>
                  <a:ext cx="292764" cy="203653"/>
                </a:xfrm>
                <a:custGeom>
                  <a:avLst/>
                  <a:gdLst/>
                  <a:ahLst/>
                  <a:cxnLst/>
                  <a:rect l="l" t="t" r="r" b="b"/>
                  <a:pathLst>
                    <a:path w="1485" h="1033" extrusionOk="0">
                      <a:moveTo>
                        <a:pt x="151" y="0"/>
                      </a:moveTo>
                      <a:lnTo>
                        <a:pt x="0" y="788"/>
                      </a:lnTo>
                      <a:lnTo>
                        <a:pt x="1337" y="1033"/>
                      </a:lnTo>
                      <a:lnTo>
                        <a:pt x="1484" y="258"/>
                      </a:lnTo>
                      <a:lnTo>
                        <a:pt x="15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8" name="Google Shape;388;p5"/>
                <p:cNvSpPr/>
                <p:nvPr/>
              </p:nvSpPr>
              <p:spPr>
                <a:xfrm>
                  <a:off x="5078889" y="3110718"/>
                  <a:ext cx="1074454" cy="456594"/>
                </a:xfrm>
                <a:custGeom>
                  <a:avLst/>
                  <a:gdLst/>
                  <a:ahLst/>
                  <a:cxnLst/>
                  <a:rect l="l" t="t" r="r" b="b"/>
                  <a:pathLst>
                    <a:path w="5450" h="2316" extrusionOk="0">
                      <a:moveTo>
                        <a:pt x="5273" y="1"/>
                      </a:moveTo>
                      <a:lnTo>
                        <a:pt x="1" y="1812"/>
                      </a:lnTo>
                      <a:lnTo>
                        <a:pt x="181" y="2315"/>
                      </a:lnTo>
                      <a:lnTo>
                        <a:pt x="5450" y="504"/>
                      </a:lnTo>
                      <a:lnTo>
                        <a:pt x="527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9" name="Google Shape;389;p5"/>
                <p:cNvSpPr/>
                <p:nvPr/>
              </p:nvSpPr>
              <p:spPr>
                <a:xfrm>
                  <a:off x="2434350" y="3378840"/>
                  <a:ext cx="201879" cy="118880"/>
                </a:xfrm>
                <a:custGeom>
                  <a:avLst/>
                  <a:gdLst/>
                  <a:ahLst/>
                  <a:cxnLst/>
                  <a:rect l="l" t="t" r="r" b="b"/>
                  <a:pathLst>
                    <a:path w="1024" h="603" extrusionOk="0">
                      <a:moveTo>
                        <a:pt x="994" y="1"/>
                      </a:moveTo>
                      <a:lnTo>
                        <a:pt x="0" y="69"/>
                      </a:lnTo>
                      <a:lnTo>
                        <a:pt x="30" y="602"/>
                      </a:lnTo>
                      <a:lnTo>
                        <a:pt x="1023" y="534"/>
                      </a:lnTo>
                      <a:lnTo>
                        <a:pt x="99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0" name="Google Shape;390;p5"/>
                <p:cNvSpPr/>
                <p:nvPr/>
              </p:nvSpPr>
              <p:spPr>
                <a:xfrm>
                  <a:off x="5167802" y="3081146"/>
                  <a:ext cx="1074454" cy="456396"/>
                </a:xfrm>
                <a:custGeom>
                  <a:avLst/>
                  <a:gdLst/>
                  <a:ahLst/>
                  <a:cxnLst/>
                  <a:rect l="l" t="t" r="r" b="b"/>
                  <a:pathLst>
                    <a:path w="5450" h="2315" extrusionOk="0">
                      <a:moveTo>
                        <a:pt x="5270" y="1"/>
                      </a:moveTo>
                      <a:lnTo>
                        <a:pt x="1" y="1811"/>
                      </a:lnTo>
                      <a:lnTo>
                        <a:pt x="177" y="2315"/>
                      </a:lnTo>
                      <a:lnTo>
                        <a:pt x="5450" y="504"/>
                      </a:lnTo>
                      <a:lnTo>
                        <a:pt x="5270"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1" name="Google Shape;391;p5"/>
                <p:cNvSpPr/>
                <p:nvPr/>
              </p:nvSpPr>
              <p:spPr>
                <a:xfrm>
                  <a:off x="4327559" y="3304121"/>
                  <a:ext cx="601497" cy="332785"/>
                </a:xfrm>
                <a:custGeom>
                  <a:avLst/>
                  <a:gdLst/>
                  <a:ahLst/>
                  <a:cxnLst/>
                  <a:rect l="l" t="t" r="r" b="b"/>
                  <a:pathLst>
                    <a:path w="3051" h="1688" extrusionOk="0">
                      <a:moveTo>
                        <a:pt x="2995" y="1"/>
                      </a:moveTo>
                      <a:lnTo>
                        <a:pt x="2779" y="14"/>
                      </a:lnTo>
                      <a:cubicBezTo>
                        <a:pt x="2831" y="775"/>
                        <a:pt x="2302" y="1429"/>
                        <a:pt x="1592" y="1471"/>
                      </a:cubicBezTo>
                      <a:cubicBezTo>
                        <a:pt x="1563" y="1474"/>
                        <a:pt x="1533" y="1475"/>
                        <a:pt x="1503" y="1475"/>
                      </a:cubicBezTo>
                      <a:cubicBezTo>
                        <a:pt x="1193" y="1475"/>
                        <a:pt x="890" y="1352"/>
                        <a:pt x="654" y="1128"/>
                      </a:cubicBezTo>
                      <a:cubicBezTo>
                        <a:pt x="396" y="899"/>
                        <a:pt x="233" y="556"/>
                        <a:pt x="203" y="190"/>
                      </a:cubicBezTo>
                      <a:lnTo>
                        <a:pt x="1" y="203"/>
                      </a:lnTo>
                      <a:cubicBezTo>
                        <a:pt x="27" y="625"/>
                        <a:pt x="203" y="1007"/>
                        <a:pt x="504" y="1292"/>
                      </a:cubicBezTo>
                      <a:cubicBezTo>
                        <a:pt x="788" y="1553"/>
                        <a:pt x="1145" y="1687"/>
                        <a:pt x="1498" y="1687"/>
                      </a:cubicBezTo>
                      <a:lnTo>
                        <a:pt x="1605" y="1687"/>
                      </a:lnTo>
                      <a:cubicBezTo>
                        <a:pt x="2423" y="1635"/>
                        <a:pt x="3050" y="870"/>
                        <a:pt x="2995" y="1"/>
                      </a:cubicBezTo>
                      <a:close/>
                    </a:path>
                  </a:pathLst>
                </a:custGeom>
                <a:solidFill>
                  <a:srgbClr val="473A50">
                    <a:alpha val="434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2" name="Google Shape;392;p5"/>
                <p:cNvSpPr/>
                <p:nvPr/>
              </p:nvSpPr>
              <p:spPr>
                <a:xfrm>
                  <a:off x="2636032" y="3411173"/>
                  <a:ext cx="604060" cy="333376"/>
                </a:xfrm>
                <a:custGeom>
                  <a:avLst/>
                  <a:gdLst/>
                  <a:ahLst/>
                  <a:cxnLst/>
                  <a:rect l="l" t="t" r="r" b="b"/>
                  <a:pathLst>
                    <a:path w="3064" h="1691" extrusionOk="0">
                      <a:moveTo>
                        <a:pt x="2995" y="0"/>
                      </a:moveTo>
                      <a:lnTo>
                        <a:pt x="2779" y="13"/>
                      </a:lnTo>
                      <a:cubicBezTo>
                        <a:pt x="2831" y="765"/>
                        <a:pt x="2302" y="1432"/>
                        <a:pt x="1592" y="1471"/>
                      </a:cubicBezTo>
                      <a:cubicBezTo>
                        <a:pt x="1559" y="1474"/>
                        <a:pt x="1526" y="1475"/>
                        <a:pt x="1494" y="1475"/>
                      </a:cubicBezTo>
                      <a:cubicBezTo>
                        <a:pt x="1187" y="1475"/>
                        <a:pt x="887" y="1353"/>
                        <a:pt x="654" y="1131"/>
                      </a:cubicBezTo>
                      <a:cubicBezTo>
                        <a:pt x="396" y="886"/>
                        <a:pt x="233" y="559"/>
                        <a:pt x="216" y="193"/>
                      </a:cubicBezTo>
                      <a:lnTo>
                        <a:pt x="0" y="206"/>
                      </a:lnTo>
                      <a:cubicBezTo>
                        <a:pt x="27" y="628"/>
                        <a:pt x="203" y="1010"/>
                        <a:pt x="517" y="1295"/>
                      </a:cubicBezTo>
                      <a:cubicBezTo>
                        <a:pt x="788" y="1553"/>
                        <a:pt x="1144" y="1690"/>
                        <a:pt x="1511" y="1690"/>
                      </a:cubicBezTo>
                      <a:lnTo>
                        <a:pt x="1605" y="1690"/>
                      </a:lnTo>
                      <a:cubicBezTo>
                        <a:pt x="2439" y="1635"/>
                        <a:pt x="3063" y="873"/>
                        <a:pt x="2995" y="0"/>
                      </a:cubicBezTo>
                      <a:close/>
                    </a:path>
                  </a:pathLst>
                </a:custGeom>
                <a:solidFill>
                  <a:srgbClr val="473A50">
                    <a:alpha val="434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3" name="Google Shape;393;p5"/>
                <p:cNvSpPr/>
                <p:nvPr/>
              </p:nvSpPr>
              <p:spPr>
                <a:xfrm>
                  <a:off x="4394589" y="3076414"/>
                  <a:ext cx="504698" cy="467831"/>
                </a:xfrm>
                <a:custGeom>
                  <a:avLst/>
                  <a:gdLst/>
                  <a:ahLst/>
                  <a:cxnLst/>
                  <a:rect l="l" t="t" r="r" b="b"/>
                  <a:pathLst>
                    <a:path w="2560" h="2373" extrusionOk="0">
                      <a:moveTo>
                        <a:pt x="1326" y="0"/>
                      </a:moveTo>
                      <a:cubicBezTo>
                        <a:pt x="907" y="0"/>
                        <a:pt x="496" y="241"/>
                        <a:pt x="272" y="665"/>
                      </a:cubicBezTo>
                      <a:cubicBezTo>
                        <a:pt x="1" y="1169"/>
                        <a:pt x="108" y="1780"/>
                        <a:pt x="504" y="2120"/>
                      </a:cubicBezTo>
                      <a:lnTo>
                        <a:pt x="491" y="2136"/>
                      </a:lnTo>
                      <a:lnTo>
                        <a:pt x="693" y="2244"/>
                      </a:lnTo>
                      <a:cubicBezTo>
                        <a:pt x="852" y="2332"/>
                        <a:pt x="1024" y="2373"/>
                        <a:pt x="1195" y="2373"/>
                      </a:cubicBezTo>
                      <a:cubicBezTo>
                        <a:pt x="1612" y="2373"/>
                        <a:pt x="2026" y="2128"/>
                        <a:pt x="2246" y="1711"/>
                      </a:cubicBezTo>
                      <a:cubicBezTo>
                        <a:pt x="2560" y="1126"/>
                        <a:pt x="2370" y="420"/>
                        <a:pt x="1824" y="132"/>
                      </a:cubicBezTo>
                      <a:lnTo>
                        <a:pt x="1622" y="25"/>
                      </a:lnTo>
                      <a:lnTo>
                        <a:pt x="1609" y="38"/>
                      </a:lnTo>
                      <a:cubicBezTo>
                        <a:pt x="1515" y="12"/>
                        <a:pt x="1420" y="0"/>
                        <a:pt x="132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4" name="Google Shape;394;p5"/>
                <p:cNvSpPr/>
                <p:nvPr/>
              </p:nvSpPr>
              <p:spPr>
                <a:xfrm>
                  <a:off x="4373297" y="3061825"/>
                  <a:ext cx="456396" cy="455016"/>
                </a:xfrm>
                <a:custGeom>
                  <a:avLst/>
                  <a:gdLst/>
                  <a:ahLst/>
                  <a:cxnLst/>
                  <a:rect l="l" t="t" r="r" b="b"/>
                  <a:pathLst>
                    <a:path w="2315" h="2308" extrusionOk="0">
                      <a:moveTo>
                        <a:pt x="1339" y="1"/>
                      </a:moveTo>
                      <a:cubicBezTo>
                        <a:pt x="950" y="1"/>
                        <a:pt x="544" y="262"/>
                        <a:pt x="311" y="697"/>
                      </a:cubicBezTo>
                      <a:cubicBezTo>
                        <a:pt x="1" y="1282"/>
                        <a:pt x="122" y="1965"/>
                        <a:pt x="599" y="2210"/>
                      </a:cubicBezTo>
                      <a:cubicBezTo>
                        <a:pt x="718" y="2276"/>
                        <a:pt x="848" y="2307"/>
                        <a:pt x="981" y="2307"/>
                      </a:cubicBezTo>
                      <a:cubicBezTo>
                        <a:pt x="1368" y="2307"/>
                        <a:pt x="1781" y="2044"/>
                        <a:pt x="2014" y="1609"/>
                      </a:cubicBezTo>
                      <a:cubicBezTo>
                        <a:pt x="2315" y="1024"/>
                        <a:pt x="2191" y="344"/>
                        <a:pt x="1730" y="99"/>
                      </a:cubicBezTo>
                      <a:cubicBezTo>
                        <a:pt x="1607" y="32"/>
                        <a:pt x="1474" y="1"/>
                        <a:pt x="133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5" name="Google Shape;395;p5"/>
                <p:cNvSpPr/>
                <p:nvPr/>
              </p:nvSpPr>
              <p:spPr>
                <a:xfrm>
                  <a:off x="4453931" y="3142459"/>
                  <a:ext cx="295327" cy="294341"/>
                </a:xfrm>
                <a:custGeom>
                  <a:avLst/>
                  <a:gdLst/>
                  <a:ahLst/>
                  <a:cxnLst/>
                  <a:rect l="l" t="t" r="r" b="b"/>
                  <a:pathLst>
                    <a:path w="1498" h="1493" extrusionOk="0">
                      <a:moveTo>
                        <a:pt x="877" y="0"/>
                      </a:moveTo>
                      <a:cubicBezTo>
                        <a:pt x="627" y="0"/>
                        <a:pt x="358" y="164"/>
                        <a:pt x="203" y="451"/>
                      </a:cubicBezTo>
                      <a:cubicBezTo>
                        <a:pt x="0" y="834"/>
                        <a:pt x="82" y="1268"/>
                        <a:pt x="379" y="1432"/>
                      </a:cubicBezTo>
                      <a:cubicBezTo>
                        <a:pt x="459" y="1473"/>
                        <a:pt x="544" y="1493"/>
                        <a:pt x="631" y="1493"/>
                      </a:cubicBezTo>
                      <a:cubicBezTo>
                        <a:pt x="886" y="1493"/>
                        <a:pt x="1150" y="1322"/>
                        <a:pt x="1291" y="1036"/>
                      </a:cubicBezTo>
                      <a:cubicBezTo>
                        <a:pt x="1497" y="657"/>
                        <a:pt x="1416" y="219"/>
                        <a:pt x="1115" y="56"/>
                      </a:cubicBezTo>
                      <a:cubicBezTo>
                        <a:pt x="1041" y="18"/>
                        <a:pt x="960" y="0"/>
                        <a:pt x="87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6" name="Google Shape;396;p5"/>
                <p:cNvSpPr/>
                <p:nvPr/>
              </p:nvSpPr>
              <p:spPr>
                <a:xfrm>
                  <a:off x="4536930" y="3223881"/>
                  <a:ext cx="131695" cy="130709"/>
                </a:xfrm>
                <a:custGeom>
                  <a:avLst/>
                  <a:gdLst/>
                  <a:ahLst/>
                  <a:cxnLst/>
                  <a:rect l="l" t="t" r="r" b="b"/>
                  <a:pathLst>
                    <a:path w="668" h="663" extrusionOk="0">
                      <a:moveTo>
                        <a:pt x="387" y="1"/>
                      </a:moveTo>
                      <a:cubicBezTo>
                        <a:pt x="273" y="1"/>
                        <a:pt x="154" y="78"/>
                        <a:pt x="83" y="202"/>
                      </a:cubicBezTo>
                      <a:cubicBezTo>
                        <a:pt x="1" y="365"/>
                        <a:pt x="27" y="571"/>
                        <a:pt x="164" y="636"/>
                      </a:cubicBezTo>
                      <a:cubicBezTo>
                        <a:pt x="199" y="654"/>
                        <a:pt x="237" y="663"/>
                        <a:pt x="276" y="663"/>
                      </a:cubicBezTo>
                      <a:cubicBezTo>
                        <a:pt x="390" y="663"/>
                        <a:pt x="512" y="591"/>
                        <a:pt x="573" y="460"/>
                      </a:cubicBezTo>
                      <a:cubicBezTo>
                        <a:pt x="668" y="296"/>
                        <a:pt x="625" y="94"/>
                        <a:pt x="491" y="25"/>
                      </a:cubicBezTo>
                      <a:cubicBezTo>
                        <a:pt x="458" y="9"/>
                        <a:pt x="423" y="1"/>
                        <a:pt x="387"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7" name="Google Shape;397;p5"/>
                <p:cNvSpPr/>
                <p:nvPr/>
              </p:nvSpPr>
              <p:spPr>
                <a:xfrm>
                  <a:off x="2684333" y="3155274"/>
                  <a:ext cx="502135" cy="471183"/>
                </a:xfrm>
                <a:custGeom>
                  <a:avLst/>
                  <a:gdLst/>
                  <a:ahLst/>
                  <a:cxnLst/>
                  <a:rect l="l" t="t" r="r" b="b"/>
                  <a:pathLst>
                    <a:path w="2547" h="2390" extrusionOk="0">
                      <a:moveTo>
                        <a:pt x="1204" y="0"/>
                      </a:moveTo>
                      <a:cubicBezTo>
                        <a:pt x="1064" y="0"/>
                        <a:pt x="924" y="28"/>
                        <a:pt x="788" y="86"/>
                      </a:cubicBezTo>
                      <a:lnTo>
                        <a:pt x="573" y="167"/>
                      </a:lnTo>
                      <a:lnTo>
                        <a:pt x="586" y="197"/>
                      </a:lnTo>
                      <a:cubicBezTo>
                        <a:pt x="164" y="494"/>
                        <a:pt x="1" y="1096"/>
                        <a:pt x="216" y="1625"/>
                      </a:cubicBezTo>
                      <a:cubicBezTo>
                        <a:pt x="420" y="2092"/>
                        <a:pt x="854" y="2378"/>
                        <a:pt x="1306" y="2378"/>
                      </a:cubicBezTo>
                      <a:cubicBezTo>
                        <a:pt x="1369" y="2378"/>
                        <a:pt x="1434" y="2372"/>
                        <a:pt x="1498" y="2360"/>
                      </a:cubicBezTo>
                      <a:lnTo>
                        <a:pt x="1511" y="2390"/>
                      </a:lnTo>
                      <a:lnTo>
                        <a:pt x="1717" y="2292"/>
                      </a:lnTo>
                      <a:cubicBezTo>
                        <a:pt x="2289" y="2063"/>
                        <a:pt x="2547" y="1367"/>
                        <a:pt x="2289" y="756"/>
                      </a:cubicBezTo>
                      <a:cubicBezTo>
                        <a:pt x="2091" y="286"/>
                        <a:pt x="1654" y="0"/>
                        <a:pt x="120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8" name="Google Shape;398;p5"/>
                <p:cNvSpPr/>
                <p:nvPr/>
              </p:nvSpPr>
              <p:spPr>
                <a:xfrm>
                  <a:off x="2665604" y="3176369"/>
                  <a:ext cx="451271" cy="461917"/>
                </a:xfrm>
                <a:custGeom>
                  <a:avLst/>
                  <a:gdLst/>
                  <a:ahLst/>
                  <a:cxnLst/>
                  <a:rect l="l" t="t" r="r" b="b"/>
                  <a:pathLst>
                    <a:path w="2289" h="2343" extrusionOk="0">
                      <a:moveTo>
                        <a:pt x="974" y="0"/>
                      </a:moveTo>
                      <a:cubicBezTo>
                        <a:pt x="869" y="0"/>
                        <a:pt x="766" y="20"/>
                        <a:pt x="668" y="60"/>
                      </a:cubicBezTo>
                      <a:cubicBezTo>
                        <a:pt x="190" y="266"/>
                        <a:pt x="1" y="933"/>
                        <a:pt x="259" y="1547"/>
                      </a:cubicBezTo>
                      <a:cubicBezTo>
                        <a:pt x="465" y="2036"/>
                        <a:pt x="889" y="2343"/>
                        <a:pt x="1301" y="2343"/>
                      </a:cubicBezTo>
                      <a:cubicBezTo>
                        <a:pt x="1405" y="2343"/>
                        <a:pt x="1507" y="2324"/>
                        <a:pt x="1606" y="2283"/>
                      </a:cubicBezTo>
                      <a:cubicBezTo>
                        <a:pt x="2096" y="2077"/>
                        <a:pt x="2289" y="1410"/>
                        <a:pt x="2027" y="796"/>
                      </a:cubicBezTo>
                      <a:cubicBezTo>
                        <a:pt x="1821" y="307"/>
                        <a:pt x="1389" y="0"/>
                        <a:pt x="97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9" name="Google Shape;399;p5"/>
                <p:cNvSpPr/>
                <p:nvPr/>
              </p:nvSpPr>
              <p:spPr>
                <a:xfrm>
                  <a:off x="2746238" y="3258185"/>
                  <a:ext cx="290201" cy="298284"/>
                </a:xfrm>
                <a:custGeom>
                  <a:avLst/>
                  <a:gdLst/>
                  <a:ahLst/>
                  <a:cxnLst/>
                  <a:rect l="l" t="t" r="r" b="b"/>
                  <a:pathLst>
                    <a:path w="1472" h="1513" extrusionOk="0">
                      <a:moveTo>
                        <a:pt x="631" y="1"/>
                      </a:moveTo>
                      <a:cubicBezTo>
                        <a:pt x="564" y="1"/>
                        <a:pt x="498" y="14"/>
                        <a:pt x="435" y="41"/>
                      </a:cubicBezTo>
                      <a:cubicBezTo>
                        <a:pt x="108" y="178"/>
                        <a:pt x="0" y="600"/>
                        <a:pt x="164" y="995"/>
                      </a:cubicBezTo>
                      <a:cubicBezTo>
                        <a:pt x="294" y="1311"/>
                        <a:pt x="571" y="1512"/>
                        <a:pt x="837" y="1512"/>
                      </a:cubicBezTo>
                      <a:cubicBezTo>
                        <a:pt x="904" y="1512"/>
                        <a:pt x="970" y="1499"/>
                        <a:pt x="1033" y="1472"/>
                      </a:cubicBezTo>
                      <a:cubicBezTo>
                        <a:pt x="1347" y="1335"/>
                        <a:pt x="1471" y="913"/>
                        <a:pt x="1308" y="518"/>
                      </a:cubicBezTo>
                      <a:cubicBezTo>
                        <a:pt x="1164" y="202"/>
                        <a:pt x="894" y="1"/>
                        <a:pt x="63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0" name="Google Shape;400;p5"/>
                <p:cNvSpPr/>
                <p:nvPr/>
              </p:nvSpPr>
              <p:spPr>
                <a:xfrm>
                  <a:off x="2823519" y="3340988"/>
                  <a:ext cx="132286" cy="132680"/>
                </a:xfrm>
                <a:custGeom>
                  <a:avLst/>
                  <a:gdLst/>
                  <a:ahLst/>
                  <a:cxnLst/>
                  <a:rect l="l" t="t" r="r" b="b"/>
                  <a:pathLst>
                    <a:path w="671" h="673" extrusionOk="0">
                      <a:moveTo>
                        <a:pt x="288" y="1"/>
                      </a:moveTo>
                      <a:cubicBezTo>
                        <a:pt x="260" y="1"/>
                        <a:pt x="233" y="6"/>
                        <a:pt x="207" y="16"/>
                      </a:cubicBezTo>
                      <a:cubicBezTo>
                        <a:pt x="56" y="72"/>
                        <a:pt x="1" y="261"/>
                        <a:pt x="82" y="438"/>
                      </a:cubicBezTo>
                      <a:cubicBezTo>
                        <a:pt x="138" y="581"/>
                        <a:pt x="264" y="672"/>
                        <a:pt x="390" y="672"/>
                      </a:cubicBezTo>
                      <a:cubicBezTo>
                        <a:pt x="420" y="672"/>
                        <a:pt x="449" y="667"/>
                        <a:pt x="478" y="657"/>
                      </a:cubicBezTo>
                      <a:cubicBezTo>
                        <a:pt x="615" y="601"/>
                        <a:pt x="671" y="412"/>
                        <a:pt x="589" y="235"/>
                      </a:cubicBezTo>
                      <a:cubicBezTo>
                        <a:pt x="533" y="92"/>
                        <a:pt x="407" y="1"/>
                        <a:pt x="288"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1" name="Google Shape;401;p5"/>
                <p:cNvSpPr/>
                <p:nvPr/>
              </p:nvSpPr>
              <p:spPr>
                <a:xfrm>
                  <a:off x="5457806" y="3325413"/>
                  <a:ext cx="488729" cy="230860"/>
                </a:xfrm>
                <a:custGeom>
                  <a:avLst/>
                  <a:gdLst/>
                  <a:ahLst/>
                  <a:cxnLst/>
                  <a:rect l="l" t="t" r="r" b="b"/>
                  <a:pathLst>
                    <a:path w="2479" h="1171" extrusionOk="0">
                      <a:moveTo>
                        <a:pt x="2328" y="0"/>
                      </a:moveTo>
                      <a:lnTo>
                        <a:pt x="1" y="504"/>
                      </a:lnTo>
                      <a:lnTo>
                        <a:pt x="138" y="1171"/>
                      </a:lnTo>
                      <a:lnTo>
                        <a:pt x="2478" y="667"/>
                      </a:lnTo>
                      <a:lnTo>
                        <a:pt x="232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2" name="Google Shape;402;p5"/>
                <p:cNvSpPr/>
                <p:nvPr/>
              </p:nvSpPr>
              <p:spPr>
                <a:xfrm>
                  <a:off x="3830747" y="3884132"/>
                  <a:ext cx="271472" cy="276598"/>
                </a:xfrm>
                <a:custGeom>
                  <a:avLst/>
                  <a:gdLst/>
                  <a:ahLst/>
                  <a:cxnLst/>
                  <a:rect l="l" t="t" r="r" b="b"/>
                  <a:pathLst>
                    <a:path w="1377" h="1403" extrusionOk="0">
                      <a:moveTo>
                        <a:pt x="873" y="0"/>
                      </a:moveTo>
                      <a:lnTo>
                        <a:pt x="628" y="340"/>
                      </a:lnTo>
                      <a:lnTo>
                        <a:pt x="259" y="147"/>
                      </a:lnTo>
                      <a:lnTo>
                        <a:pt x="383" y="543"/>
                      </a:lnTo>
                      <a:lnTo>
                        <a:pt x="0" y="719"/>
                      </a:lnTo>
                      <a:lnTo>
                        <a:pt x="383" y="870"/>
                      </a:lnTo>
                      <a:lnTo>
                        <a:pt x="285" y="1278"/>
                      </a:lnTo>
                      <a:lnTo>
                        <a:pt x="641" y="1076"/>
                      </a:lnTo>
                      <a:lnTo>
                        <a:pt x="899" y="1403"/>
                      </a:lnTo>
                      <a:lnTo>
                        <a:pt x="968" y="994"/>
                      </a:lnTo>
                      <a:lnTo>
                        <a:pt x="1377" y="1007"/>
                      </a:lnTo>
                      <a:lnTo>
                        <a:pt x="1102" y="693"/>
                      </a:lnTo>
                      <a:lnTo>
                        <a:pt x="1363" y="380"/>
                      </a:lnTo>
                      <a:lnTo>
                        <a:pt x="955" y="409"/>
                      </a:lnTo>
                      <a:lnTo>
                        <a:pt x="87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3" name="Google Shape;403;p5"/>
                <p:cNvSpPr/>
                <p:nvPr/>
              </p:nvSpPr>
              <p:spPr>
                <a:xfrm>
                  <a:off x="5876745" y="4058017"/>
                  <a:ext cx="193402" cy="96997"/>
                </a:xfrm>
                <a:custGeom>
                  <a:avLst/>
                  <a:gdLst/>
                  <a:ahLst/>
                  <a:cxnLst/>
                  <a:rect l="l" t="t" r="r" b="b"/>
                  <a:pathLst>
                    <a:path w="981" h="492" extrusionOk="0">
                      <a:moveTo>
                        <a:pt x="546" y="1"/>
                      </a:moveTo>
                      <a:cubicBezTo>
                        <a:pt x="530" y="1"/>
                        <a:pt x="0" y="370"/>
                        <a:pt x="0" y="370"/>
                      </a:cubicBezTo>
                      <a:cubicBezTo>
                        <a:pt x="0" y="370"/>
                        <a:pt x="82" y="491"/>
                        <a:pt x="272" y="491"/>
                      </a:cubicBezTo>
                      <a:lnTo>
                        <a:pt x="981" y="491"/>
                      </a:lnTo>
                      <a:lnTo>
                        <a:pt x="546"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 name="Google Shape;404;p5"/>
                <p:cNvSpPr/>
                <p:nvPr/>
              </p:nvSpPr>
              <p:spPr>
                <a:xfrm>
                  <a:off x="5616313" y="4302875"/>
                  <a:ext cx="120851" cy="93645"/>
                </a:xfrm>
                <a:custGeom>
                  <a:avLst/>
                  <a:gdLst/>
                  <a:ahLst/>
                  <a:cxnLst/>
                  <a:rect l="l" t="t" r="r" b="b"/>
                  <a:pathLst>
                    <a:path w="613" h="475" extrusionOk="0">
                      <a:moveTo>
                        <a:pt x="27" y="1"/>
                      </a:moveTo>
                      <a:lnTo>
                        <a:pt x="1" y="285"/>
                      </a:lnTo>
                      <a:lnTo>
                        <a:pt x="122" y="475"/>
                      </a:lnTo>
                      <a:lnTo>
                        <a:pt x="449" y="328"/>
                      </a:lnTo>
                      <a:lnTo>
                        <a:pt x="612" y="164"/>
                      </a:lnTo>
                      <a:lnTo>
                        <a:pt x="315" y="66"/>
                      </a:lnTo>
                      <a:cubicBezTo>
                        <a:pt x="298" y="66"/>
                        <a:pt x="27" y="1"/>
                        <a:pt x="2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 name="Google Shape;405;p5"/>
                <p:cNvSpPr/>
                <p:nvPr/>
              </p:nvSpPr>
              <p:spPr>
                <a:xfrm>
                  <a:off x="6118448" y="3993746"/>
                  <a:ext cx="75507" cy="59341"/>
                </a:xfrm>
                <a:custGeom>
                  <a:avLst/>
                  <a:gdLst/>
                  <a:ahLst/>
                  <a:cxnLst/>
                  <a:rect l="l" t="t" r="r" b="b"/>
                  <a:pathLst>
                    <a:path w="383" h="301" extrusionOk="0">
                      <a:moveTo>
                        <a:pt x="190" y="0"/>
                      </a:moveTo>
                      <a:cubicBezTo>
                        <a:pt x="190" y="0"/>
                        <a:pt x="13" y="111"/>
                        <a:pt x="0" y="137"/>
                      </a:cubicBezTo>
                      <a:lnTo>
                        <a:pt x="39" y="232"/>
                      </a:lnTo>
                      <a:lnTo>
                        <a:pt x="163" y="301"/>
                      </a:lnTo>
                      <a:lnTo>
                        <a:pt x="382" y="262"/>
                      </a:lnTo>
                      <a:lnTo>
                        <a:pt x="353" y="111"/>
                      </a:lnTo>
                      <a:lnTo>
                        <a:pt x="19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 name="Google Shape;406;p5"/>
                <p:cNvSpPr/>
                <p:nvPr/>
              </p:nvSpPr>
              <p:spPr>
                <a:xfrm>
                  <a:off x="6019086" y="4280992"/>
                  <a:ext cx="96799" cy="48498"/>
                </a:xfrm>
                <a:custGeom>
                  <a:avLst/>
                  <a:gdLst/>
                  <a:ahLst/>
                  <a:cxnLst/>
                  <a:rect l="l" t="t" r="r" b="b"/>
                  <a:pathLst>
                    <a:path w="491" h="246" extrusionOk="0">
                      <a:moveTo>
                        <a:pt x="1" y="1"/>
                      </a:moveTo>
                      <a:lnTo>
                        <a:pt x="95" y="246"/>
                      </a:lnTo>
                      <a:lnTo>
                        <a:pt x="380" y="177"/>
                      </a:lnTo>
                      <a:lnTo>
                        <a:pt x="491" y="1"/>
                      </a:lnTo>
                      <a:lnTo>
                        <a:pt x="233" y="30"/>
                      </a:lnTo>
                      <a:lnTo>
                        <a:pt x="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7" name="Google Shape;407;p5"/>
                <p:cNvSpPr/>
                <p:nvPr/>
              </p:nvSpPr>
              <p:spPr>
                <a:xfrm>
                  <a:off x="5372244" y="4186952"/>
                  <a:ext cx="120654" cy="112966"/>
                </a:xfrm>
                <a:custGeom>
                  <a:avLst/>
                  <a:gdLst/>
                  <a:ahLst/>
                  <a:cxnLst/>
                  <a:rect l="l" t="t" r="r" b="b"/>
                  <a:pathLst>
                    <a:path w="612" h="573" extrusionOk="0">
                      <a:moveTo>
                        <a:pt x="543" y="1"/>
                      </a:moveTo>
                      <a:cubicBezTo>
                        <a:pt x="530" y="1"/>
                        <a:pt x="379" y="125"/>
                        <a:pt x="379" y="125"/>
                      </a:cubicBezTo>
                      <a:lnTo>
                        <a:pt x="0" y="69"/>
                      </a:lnTo>
                      <a:lnTo>
                        <a:pt x="258" y="288"/>
                      </a:lnTo>
                      <a:lnTo>
                        <a:pt x="271" y="573"/>
                      </a:lnTo>
                      <a:lnTo>
                        <a:pt x="611" y="327"/>
                      </a:lnTo>
                      <a:lnTo>
                        <a:pt x="543"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8" name="Google Shape;408;p5"/>
                <p:cNvSpPr/>
                <p:nvPr/>
              </p:nvSpPr>
              <p:spPr>
                <a:xfrm>
                  <a:off x="6188041" y="4029036"/>
                  <a:ext cx="107643" cy="96997"/>
                </a:xfrm>
                <a:custGeom>
                  <a:avLst/>
                  <a:gdLst/>
                  <a:ahLst/>
                  <a:cxnLst/>
                  <a:rect l="l" t="t" r="r" b="b"/>
                  <a:pathLst>
                    <a:path w="546" h="492" extrusionOk="0">
                      <a:moveTo>
                        <a:pt x="546" y="1"/>
                      </a:moveTo>
                      <a:cubicBezTo>
                        <a:pt x="533" y="1"/>
                        <a:pt x="383" y="96"/>
                        <a:pt x="383" y="96"/>
                      </a:cubicBezTo>
                      <a:lnTo>
                        <a:pt x="124" y="164"/>
                      </a:lnTo>
                      <a:lnTo>
                        <a:pt x="0" y="380"/>
                      </a:lnTo>
                      <a:lnTo>
                        <a:pt x="275" y="491"/>
                      </a:lnTo>
                      <a:lnTo>
                        <a:pt x="520" y="409"/>
                      </a:lnTo>
                      <a:lnTo>
                        <a:pt x="546"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9" name="Google Shape;409;p5"/>
                <p:cNvSpPr/>
                <p:nvPr/>
              </p:nvSpPr>
              <p:spPr>
                <a:xfrm>
                  <a:off x="6155709" y="4251222"/>
                  <a:ext cx="85168" cy="70579"/>
                </a:xfrm>
                <a:custGeom>
                  <a:avLst/>
                  <a:gdLst/>
                  <a:ahLst/>
                  <a:cxnLst/>
                  <a:rect l="l" t="t" r="r" b="b"/>
                  <a:pathLst>
                    <a:path w="432" h="358" extrusionOk="0">
                      <a:moveTo>
                        <a:pt x="197" y="1"/>
                      </a:moveTo>
                      <a:cubicBezTo>
                        <a:pt x="196" y="1"/>
                        <a:pt x="195" y="1"/>
                        <a:pt x="193" y="1"/>
                      </a:cubicBezTo>
                      <a:cubicBezTo>
                        <a:pt x="177" y="31"/>
                        <a:pt x="14" y="139"/>
                        <a:pt x="1" y="165"/>
                      </a:cubicBezTo>
                      <a:lnTo>
                        <a:pt x="138" y="165"/>
                      </a:lnTo>
                      <a:lnTo>
                        <a:pt x="151" y="358"/>
                      </a:lnTo>
                      <a:cubicBezTo>
                        <a:pt x="151" y="358"/>
                        <a:pt x="328" y="302"/>
                        <a:pt x="383" y="302"/>
                      </a:cubicBezTo>
                      <a:cubicBezTo>
                        <a:pt x="385" y="303"/>
                        <a:pt x="387" y="303"/>
                        <a:pt x="389" y="303"/>
                      </a:cubicBezTo>
                      <a:cubicBezTo>
                        <a:pt x="431" y="303"/>
                        <a:pt x="339" y="151"/>
                        <a:pt x="301" y="139"/>
                      </a:cubicBezTo>
                      <a:cubicBezTo>
                        <a:pt x="261" y="126"/>
                        <a:pt x="223" y="1"/>
                        <a:pt x="19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0" name="Google Shape;410;p5"/>
                <p:cNvSpPr/>
                <p:nvPr/>
              </p:nvSpPr>
              <p:spPr>
                <a:xfrm>
                  <a:off x="5533314" y="4163097"/>
                  <a:ext cx="96799" cy="56384"/>
                </a:xfrm>
                <a:custGeom>
                  <a:avLst/>
                  <a:gdLst/>
                  <a:ahLst/>
                  <a:cxnLst/>
                  <a:rect l="l" t="t" r="r" b="b"/>
                  <a:pathLst>
                    <a:path w="491" h="286" extrusionOk="0">
                      <a:moveTo>
                        <a:pt x="0" y="1"/>
                      </a:moveTo>
                      <a:lnTo>
                        <a:pt x="95" y="285"/>
                      </a:lnTo>
                      <a:lnTo>
                        <a:pt x="379" y="220"/>
                      </a:lnTo>
                      <a:lnTo>
                        <a:pt x="490" y="1"/>
                      </a:lnTo>
                      <a:lnTo>
                        <a:pt x="229" y="27"/>
                      </a:lnTo>
                      <a:lnTo>
                        <a:pt x="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411" name="Google Shape;411;p5"/>
            <p:cNvGrpSpPr/>
            <p:nvPr/>
          </p:nvGrpSpPr>
          <p:grpSpPr>
            <a:xfrm>
              <a:off x="8213439" y="3763745"/>
              <a:ext cx="374657" cy="463150"/>
              <a:chOff x="8243489" y="4050570"/>
              <a:chExt cx="374657" cy="463150"/>
            </a:xfrm>
          </p:grpSpPr>
          <p:sp>
            <p:nvSpPr>
              <p:cNvPr id="412" name="Google Shape;412;p5"/>
              <p:cNvSpPr/>
              <p:nvPr/>
            </p:nvSpPr>
            <p:spPr>
              <a:xfrm>
                <a:off x="8243489" y="4051225"/>
                <a:ext cx="374657" cy="461828"/>
              </a:xfrm>
              <a:custGeom>
                <a:avLst/>
                <a:gdLst/>
                <a:ahLst/>
                <a:cxnLst/>
                <a:rect l="l" t="t" r="r" b="b"/>
                <a:pathLst>
                  <a:path w="107815" h="132900" extrusionOk="0">
                    <a:moveTo>
                      <a:pt x="53908" y="30499"/>
                    </a:moveTo>
                    <a:cubicBezTo>
                      <a:pt x="65243" y="30499"/>
                      <a:pt x="74444" y="39725"/>
                      <a:pt x="74444" y="51162"/>
                    </a:cubicBezTo>
                    <a:cubicBezTo>
                      <a:pt x="74444" y="62472"/>
                      <a:pt x="65243" y="71698"/>
                      <a:pt x="53908" y="71698"/>
                    </a:cubicBezTo>
                    <a:cubicBezTo>
                      <a:pt x="42572" y="71698"/>
                      <a:pt x="33372" y="62472"/>
                      <a:pt x="33372" y="51162"/>
                    </a:cubicBezTo>
                    <a:cubicBezTo>
                      <a:pt x="33372" y="39725"/>
                      <a:pt x="42572" y="30499"/>
                      <a:pt x="53908" y="30499"/>
                    </a:cubicBezTo>
                    <a:close/>
                    <a:moveTo>
                      <a:pt x="53908" y="0"/>
                    </a:moveTo>
                    <a:cubicBezTo>
                      <a:pt x="24146" y="0"/>
                      <a:pt x="1" y="24145"/>
                      <a:pt x="1" y="53907"/>
                    </a:cubicBezTo>
                    <a:cubicBezTo>
                      <a:pt x="1" y="72867"/>
                      <a:pt x="9125" y="89489"/>
                      <a:pt x="19800" y="102629"/>
                    </a:cubicBezTo>
                    <a:cubicBezTo>
                      <a:pt x="35176" y="121462"/>
                      <a:pt x="53908" y="132899"/>
                      <a:pt x="53908" y="132899"/>
                    </a:cubicBezTo>
                    <a:cubicBezTo>
                      <a:pt x="53908" y="132899"/>
                      <a:pt x="107815" y="101460"/>
                      <a:pt x="107815" y="53907"/>
                    </a:cubicBezTo>
                    <a:cubicBezTo>
                      <a:pt x="107815" y="49993"/>
                      <a:pt x="107383" y="46282"/>
                      <a:pt x="106646" y="42571"/>
                    </a:cubicBezTo>
                    <a:cubicBezTo>
                      <a:pt x="101461" y="18223"/>
                      <a:pt x="79857" y="0"/>
                      <a:pt x="5390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3" name="Google Shape;413;p5"/>
              <p:cNvSpPr/>
              <p:nvPr/>
            </p:nvSpPr>
            <p:spPr>
              <a:xfrm>
                <a:off x="8244307" y="4050570"/>
                <a:ext cx="257600" cy="463150"/>
              </a:xfrm>
              <a:custGeom>
                <a:avLst/>
                <a:gdLst/>
                <a:ahLst/>
                <a:cxnLst/>
                <a:rect l="l" t="t" r="r" b="b"/>
                <a:pathLst>
                  <a:path w="10304" h="18526" extrusionOk="0">
                    <a:moveTo>
                      <a:pt x="10304" y="569"/>
                    </a:moveTo>
                    <a:cubicBezTo>
                      <a:pt x="10352" y="391"/>
                      <a:pt x="7780" y="-157"/>
                      <a:pt x="6521" y="43"/>
                    </a:cubicBezTo>
                    <a:cubicBezTo>
                      <a:pt x="5262" y="243"/>
                      <a:pt x="3802" y="856"/>
                      <a:pt x="2749" y="1767"/>
                    </a:cubicBezTo>
                    <a:cubicBezTo>
                      <a:pt x="1697" y="2678"/>
                      <a:pt x="575" y="4056"/>
                      <a:pt x="206" y="5509"/>
                    </a:cubicBezTo>
                    <a:cubicBezTo>
                      <a:pt x="-163" y="6962"/>
                      <a:pt x="-24" y="8869"/>
                      <a:pt x="533" y="10485"/>
                    </a:cubicBezTo>
                    <a:cubicBezTo>
                      <a:pt x="1090" y="12102"/>
                      <a:pt x="2383" y="13868"/>
                      <a:pt x="3548" y="15208"/>
                    </a:cubicBezTo>
                    <a:cubicBezTo>
                      <a:pt x="4713" y="16548"/>
                      <a:pt x="7296" y="18466"/>
                      <a:pt x="7523" y="18525"/>
                    </a:cubicBezTo>
                    <a:cubicBezTo>
                      <a:pt x="7750" y="18584"/>
                      <a:pt x="5678" y="16542"/>
                      <a:pt x="4908" y="15561"/>
                    </a:cubicBezTo>
                    <a:cubicBezTo>
                      <a:pt x="4138" y="14580"/>
                      <a:pt x="3455" y="13897"/>
                      <a:pt x="2903" y="12640"/>
                    </a:cubicBezTo>
                    <a:cubicBezTo>
                      <a:pt x="2351" y="11383"/>
                      <a:pt x="1592" y="9536"/>
                      <a:pt x="1595" y="8020"/>
                    </a:cubicBezTo>
                    <a:cubicBezTo>
                      <a:pt x="1598" y="6504"/>
                      <a:pt x="2149" y="4697"/>
                      <a:pt x="2922" y="3546"/>
                    </a:cubicBezTo>
                    <a:cubicBezTo>
                      <a:pt x="3696" y="2395"/>
                      <a:pt x="5006" y="1609"/>
                      <a:pt x="6236" y="1113"/>
                    </a:cubicBezTo>
                    <a:cubicBezTo>
                      <a:pt x="7466" y="617"/>
                      <a:pt x="10257" y="747"/>
                      <a:pt x="10304" y="569"/>
                    </a:cubicBezTo>
                    <a:close/>
                  </a:path>
                </a:pathLst>
              </a:custGeom>
              <a:solidFill>
                <a:srgbClr val="8162A7">
                  <a:alpha val="45910"/>
                </a:srgbClr>
              </a:solidFill>
              <a:ln>
                <a:noFill/>
              </a:ln>
            </p:spPr>
          </p:sp>
        </p:grp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14"/>
        <p:cNvGrpSpPr/>
        <p:nvPr/>
      </p:nvGrpSpPr>
      <p:grpSpPr>
        <a:xfrm>
          <a:off x="0" y="0"/>
          <a:ext cx="0" cy="0"/>
          <a:chOff x="0" y="0"/>
          <a:chExt cx="0" cy="0"/>
        </a:xfrm>
      </p:grpSpPr>
      <p:sp>
        <p:nvSpPr>
          <p:cNvPr id="415" name="Google Shape;415;p6"/>
          <p:cNvSpPr/>
          <p:nvPr/>
        </p:nvSpPr>
        <p:spPr>
          <a:xfrm>
            <a:off x="6901213" y="4246263"/>
            <a:ext cx="3059100" cy="3059100"/>
          </a:xfrm>
          <a:prstGeom prst="ellipse">
            <a:avLst/>
          </a:prstGeom>
          <a:solidFill>
            <a:srgbClr val="897FBB">
              <a:alpha val="291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16" name="Google Shape;416;p6"/>
          <p:cNvGrpSpPr/>
          <p:nvPr/>
        </p:nvGrpSpPr>
        <p:grpSpPr>
          <a:xfrm rot="5400000" flipH="1">
            <a:off x="-1411213" y="-902645"/>
            <a:ext cx="1103228" cy="3337661"/>
            <a:chOff x="1825573" y="1896181"/>
            <a:chExt cx="964529" cy="2918046"/>
          </a:xfrm>
        </p:grpSpPr>
        <p:sp>
          <p:nvSpPr>
            <p:cNvPr id="417" name="Google Shape;417;p6"/>
            <p:cNvSpPr/>
            <p:nvPr/>
          </p:nvSpPr>
          <p:spPr>
            <a:xfrm>
              <a:off x="1825573" y="1896181"/>
              <a:ext cx="964529" cy="2918046"/>
            </a:xfrm>
            <a:custGeom>
              <a:avLst/>
              <a:gdLst/>
              <a:ahLst/>
              <a:cxnLst/>
              <a:rect l="l" t="t" r="r" b="b"/>
              <a:pathLst>
                <a:path w="7532" h="22787" extrusionOk="0">
                  <a:moveTo>
                    <a:pt x="3773" y="1"/>
                  </a:moveTo>
                  <a:cubicBezTo>
                    <a:pt x="1687" y="1"/>
                    <a:pt x="1" y="1691"/>
                    <a:pt x="1" y="3776"/>
                  </a:cubicBezTo>
                  <a:lnTo>
                    <a:pt x="1" y="15746"/>
                  </a:lnTo>
                  <a:lnTo>
                    <a:pt x="14" y="15746"/>
                  </a:lnTo>
                  <a:lnTo>
                    <a:pt x="14" y="22787"/>
                  </a:lnTo>
                  <a:lnTo>
                    <a:pt x="2861" y="22787"/>
                  </a:lnTo>
                  <a:lnTo>
                    <a:pt x="2861" y="13174"/>
                  </a:lnTo>
                  <a:lnTo>
                    <a:pt x="2861" y="3776"/>
                  </a:lnTo>
                  <a:cubicBezTo>
                    <a:pt x="2861" y="3269"/>
                    <a:pt x="3269" y="2861"/>
                    <a:pt x="3773" y="2861"/>
                  </a:cubicBezTo>
                  <a:cubicBezTo>
                    <a:pt x="4276" y="2861"/>
                    <a:pt x="4672" y="3269"/>
                    <a:pt x="4672" y="3776"/>
                  </a:cubicBezTo>
                  <a:lnTo>
                    <a:pt x="4672" y="8391"/>
                  </a:lnTo>
                  <a:lnTo>
                    <a:pt x="4672" y="22787"/>
                  </a:lnTo>
                  <a:lnTo>
                    <a:pt x="7532" y="22787"/>
                  </a:lnTo>
                  <a:lnTo>
                    <a:pt x="7532" y="7110"/>
                  </a:lnTo>
                  <a:lnTo>
                    <a:pt x="7532" y="3776"/>
                  </a:lnTo>
                  <a:cubicBezTo>
                    <a:pt x="7532" y="1691"/>
                    <a:pt x="5842" y="1"/>
                    <a:pt x="3773" y="1"/>
                  </a:cubicBezTo>
                  <a:close/>
                </a:path>
              </a:pathLst>
            </a:custGeom>
            <a:solidFill>
              <a:schemeClr val="accent5"/>
            </a:solidFill>
            <a:ln>
              <a:noFill/>
            </a:ln>
            <a:effectLst>
              <a:outerShdw dist="76200" dir="2400000" algn="bl" rotWithShape="0">
                <a:srgbClr val="000000">
                  <a:alpha val="2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18" name="Google Shape;418;p6"/>
            <p:cNvGrpSpPr/>
            <p:nvPr/>
          </p:nvGrpSpPr>
          <p:grpSpPr>
            <a:xfrm>
              <a:off x="2001780" y="2072389"/>
              <a:ext cx="612115" cy="2698300"/>
              <a:chOff x="1718105" y="2072389"/>
              <a:chExt cx="612115" cy="2698300"/>
            </a:xfrm>
          </p:grpSpPr>
          <p:sp>
            <p:nvSpPr>
              <p:cNvPr id="419" name="Google Shape;419;p6"/>
              <p:cNvSpPr/>
              <p:nvPr/>
            </p:nvSpPr>
            <p:spPr>
              <a:xfrm>
                <a:off x="2316262" y="3811153"/>
                <a:ext cx="13958" cy="56217"/>
              </a:xfrm>
              <a:custGeom>
                <a:avLst/>
                <a:gdLst/>
                <a:ahLst/>
                <a:cxnLst/>
                <a:rect l="l" t="t" r="r" b="b"/>
                <a:pathLst>
                  <a:path w="109" h="439" extrusionOk="0">
                    <a:moveTo>
                      <a:pt x="1" y="1"/>
                    </a:moveTo>
                    <a:lnTo>
                      <a:pt x="1" y="439"/>
                    </a:lnTo>
                    <a:lnTo>
                      <a:pt x="109" y="439"/>
                    </a:lnTo>
                    <a:lnTo>
                      <a:pt x="109"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0" name="Google Shape;420;p6"/>
              <p:cNvSpPr/>
              <p:nvPr/>
            </p:nvSpPr>
            <p:spPr>
              <a:xfrm>
                <a:off x="2316262" y="3698207"/>
                <a:ext cx="13958" cy="55833"/>
              </a:xfrm>
              <a:custGeom>
                <a:avLst/>
                <a:gdLst/>
                <a:ahLst/>
                <a:cxnLst/>
                <a:rect l="l" t="t" r="r" b="b"/>
                <a:pathLst>
                  <a:path w="109" h="436" extrusionOk="0">
                    <a:moveTo>
                      <a:pt x="1" y="0"/>
                    </a:moveTo>
                    <a:lnTo>
                      <a:pt x="1" y="435"/>
                    </a:lnTo>
                    <a:lnTo>
                      <a:pt x="109" y="435"/>
                    </a:lnTo>
                    <a:lnTo>
                      <a:pt x="109"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1" name="Google Shape;421;p6"/>
              <p:cNvSpPr/>
              <p:nvPr/>
            </p:nvSpPr>
            <p:spPr>
              <a:xfrm>
                <a:off x="2316262" y="4036406"/>
                <a:ext cx="13958" cy="59547"/>
              </a:xfrm>
              <a:custGeom>
                <a:avLst/>
                <a:gdLst/>
                <a:ahLst/>
                <a:cxnLst/>
                <a:rect l="l" t="t" r="r" b="b"/>
                <a:pathLst>
                  <a:path w="109" h="465" extrusionOk="0">
                    <a:moveTo>
                      <a:pt x="1" y="0"/>
                    </a:moveTo>
                    <a:lnTo>
                      <a:pt x="1" y="27"/>
                    </a:lnTo>
                    <a:lnTo>
                      <a:pt x="1" y="435"/>
                    </a:lnTo>
                    <a:lnTo>
                      <a:pt x="1" y="465"/>
                    </a:lnTo>
                    <a:lnTo>
                      <a:pt x="109" y="465"/>
                    </a:lnTo>
                    <a:lnTo>
                      <a:pt x="109" y="435"/>
                    </a:lnTo>
                    <a:lnTo>
                      <a:pt x="109" y="27"/>
                    </a:lnTo>
                    <a:lnTo>
                      <a:pt x="109"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2" name="Google Shape;422;p6"/>
              <p:cNvSpPr/>
              <p:nvPr/>
            </p:nvSpPr>
            <p:spPr>
              <a:xfrm>
                <a:off x="2316262" y="3922948"/>
                <a:ext cx="13958" cy="57882"/>
              </a:xfrm>
              <a:custGeom>
                <a:avLst/>
                <a:gdLst/>
                <a:ahLst/>
                <a:cxnLst/>
                <a:rect l="l" t="t" r="r" b="b"/>
                <a:pathLst>
                  <a:path w="109" h="452" extrusionOk="0">
                    <a:moveTo>
                      <a:pt x="1" y="1"/>
                    </a:moveTo>
                    <a:lnTo>
                      <a:pt x="1" y="452"/>
                    </a:lnTo>
                    <a:lnTo>
                      <a:pt x="109" y="452"/>
                    </a:lnTo>
                    <a:lnTo>
                      <a:pt x="109"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3" name="Google Shape;423;p6"/>
              <p:cNvSpPr/>
              <p:nvPr/>
            </p:nvSpPr>
            <p:spPr>
              <a:xfrm>
                <a:off x="2316262" y="3023087"/>
                <a:ext cx="13958" cy="55705"/>
              </a:xfrm>
              <a:custGeom>
                <a:avLst/>
                <a:gdLst/>
                <a:ahLst/>
                <a:cxnLst/>
                <a:rect l="l" t="t" r="r" b="b"/>
                <a:pathLst>
                  <a:path w="109" h="435" extrusionOk="0">
                    <a:moveTo>
                      <a:pt x="1" y="0"/>
                    </a:moveTo>
                    <a:lnTo>
                      <a:pt x="1" y="435"/>
                    </a:lnTo>
                    <a:lnTo>
                      <a:pt x="109" y="435"/>
                    </a:lnTo>
                    <a:lnTo>
                      <a:pt x="109"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4" name="Google Shape;424;p6"/>
              <p:cNvSpPr/>
              <p:nvPr/>
            </p:nvSpPr>
            <p:spPr>
              <a:xfrm>
                <a:off x="2316262" y="3586412"/>
                <a:ext cx="13958" cy="55833"/>
              </a:xfrm>
              <a:custGeom>
                <a:avLst/>
                <a:gdLst/>
                <a:ahLst/>
                <a:cxnLst/>
                <a:rect l="l" t="t" r="r" b="b"/>
                <a:pathLst>
                  <a:path w="109" h="436" extrusionOk="0">
                    <a:moveTo>
                      <a:pt x="1" y="1"/>
                    </a:moveTo>
                    <a:lnTo>
                      <a:pt x="1" y="435"/>
                    </a:lnTo>
                    <a:lnTo>
                      <a:pt x="109" y="435"/>
                    </a:lnTo>
                    <a:lnTo>
                      <a:pt x="109"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5" name="Google Shape;425;p6"/>
              <p:cNvSpPr/>
              <p:nvPr/>
            </p:nvSpPr>
            <p:spPr>
              <a:xfrm>
                <a:off x="2316262" y="3472953"/>
                <a:ext cx="13958" cy="55833"/>
              </a:xfrm>
              <a:custGeom>
                <a:avLst/>
                <a:gdLst/>
                <a:ahLst/>
                <a:cxnLst/>
                <a:rect l="l" t="t" r="r" b="b"/>
                <a:pathLst>
                  <a:path w="109" h="436" extrusionOk="0">
                    <a:moveTo>
                      <a:pt x="1" y="1"/>
                    </a:moveTo>
                    <a:lnTo>
                      <a:pt x="1" y="436"/>
                    </a:lnTo>
                    <a:lnTo>
                      <a:pt x="109" y="436"/>
                    </a:lnTo>
                    <a:lnTo>
                      <a:pt x="109"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6" name="Google Shape;426;p6"/>
              <p:cNvSpPr/>
              <p:nvPr/>
            </p:nvSpPr>
            <p:spPr>
              <a:xfrm>
                <a:off x="2316262" y="3359623"/>
                <a:ext cx="13958" cy="57882"/>
              </a:xfrm>
              <a:custGeom>
                <a:avLst/>
                <a:gdLst/>
                <a:ahLst/>
                <a:cxnLst/>
                <a:rect l="l" t="t" r="r" b="b"/>
                <a:pathLst>
                  <a:path w="109" h="452" extrusionOk="0">
                    <a:moveTo>
                      <a:pt x="1" y="0"/>
                    </a:moveTo>
                    <a:lnTo>
                      <a:pt x="1" y="451"/>
                    </a:lnTo>
                    <a:lnTo>
                      <a:pt x="109" y="451"/>
                    </a:lnTo>
                    <a:lnTo>
                      <a:pt x="109"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7" name="Google Shape;427;p6"/>
              <p:cNvSpPr/>
              <p:nvPr/>
            </p:nvSpPr>
            <p:spPr>
              <a:xfrm>
                <a:off x="2316262" y="3134754"/>
                <a:ext cx="13958" cy="57498"/>
              </a:xfrm>
              <a:custGeom>
                <a:avLst/>
                <a:gdLst/>
                <a:ahLst/>
                <a:cxnLst/>
                <a:rect l="l" t="t" r="r" b="b"/>
                <a:pathLst>
                  <a:path w="109" h="449" extrusionOk="0">
                    <a:moveTo>
                      <a:pt x="1" y="1"/>
                    </a:moveTo>
                    <a:lnTo>
                      <a:pt x="1" y="449"/>
                    </a:lnTo>
                    <a:lnTo>
                      <a:pt x="109" y="449"/>
                    </a:lnTo>
                    <a:lnTo>
                      <a:pt x="109"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8" name="Google Shape;428;p6"/>
              <p:cNvSpPr/>
              <p:nvPr/>
            </p:nvSpPr>
            <p:spPr>
              <a:xfrm>
                <a:off x="2316262" y="3248213"/>
                <a:ext cx="13958" cy="55833"/>
              </a:xfrm>
              <a:custGeom>
                <a:avLst/>
                <a:gdLst/>
                <a:ahLst/>
                <a:cxnLst/>
                <a:rect l="l" t="t" r="r" b="b"/>
                <a:pathLst>
                  <a:path w="109" h="436" extrusionOk="0">
                    <a:moveTo>
                      <a:pt x="1" y="1"/>
                    </a:moveTo>
                    <a:lnTo>
                      <a:pt x="1" y="435"/>
                    </a:lnTo>
                    <a:lnTo>
                      <a:pt x="109" y="435"/>
                    </a:lnTo>
                    <a:lnTo>
                      <a:pt x="109"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9" name="Google Shape;429;p6"/>
              <p:cNvSpPr/>
              <p:nvPr/>
            </p:nvSpPr>
            <p:spPr>
              <a:xfrm>
                <a:off x="2316262" y="4714855"/>
                <a:ext cx="13958" cy="55833"/>
              </a:xfrm>
              <a:custGeom>
                <a:avLst/>
                <a:gdLst/>
                <a:ahLst/>
                <a:cxnLst/>
                <a:rect l="l" t="t" r="r" b="b"/>
                <a:pathLst>
                  <a:path w="109" h="436" extrusionOk="0">
                    <a:moveTo>
                      <a:pt x="1" y="1"/>
                    </a:moveTo>
                    <a:lnTo>
                      <a:pt x="1" y="436"/>
                    </a:lnTo>
                    <a:lnTo>
                      <a:pt x="109" y="436"/>
                    </a:lnTo>
                    <a:lnTo>
                      <a:pt x="109"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0" name="Google Shape;430;p6"/>
              <p:cNvSpPr/>
              <p:nvPr/>
            </p:nvSpPr>
            <p:spPr>
              <a:xfrm>
                <a:off x="2316262" y="4601524"/>
                <a:ext cx="13958" cy="57370"/>
              </a:xfrm>
              <a:custGeom>
                <a:avLst/>
                <a:gdLst/>
                <a:ahLst/>
                <a:cxnLst/>
                <a:rect l="l" t="t" r="r" b="b"/>
                <a:pathLst>
                  <a:path w="109" h="448" extrusionOk="0">
                    <a:moveTo>
                      <a:pt x="1" y="0"/>
                    </a:moveTo>
                    <a:lnTo>
                      <a:pt x="1" y="448"/>
                    </a:lnTo>
                    <a:lnTo>
                      <a:pt x="109" y="448"/>
                    </a:lnTo>
                    <a:lnTo>
                      <a:pt x="109"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1" name="Google Shape;431;p6"/>
              <p:cNvSpPr/>
              <p:nvPr/>
            </p:nvSpPr>
            <p:spPr>
              <a:xfrm>
                <a:off x="2316262" y="4489730"/>
                <a:ext cx="13958" cy="56217"/>
              </a:xfrm>
              <a:custGeom>
                <a:avLst/>
                <a:gdLst/>
                <a:ahLst/>
                <a:cxnLst/>
                <a:rect l="l" t="t" r="r" b="b"/>
                <a:pathLst>
                  <a:path w="109" h="439" extrusionOk="0">
                    <a:moveTo>
                      <a:pt x="1" y="0"/>
                    </a:moveTo>
                    <a:lnTo>
                      <a:pt x="1" y="438"/>
                    </a:lnTo>
                    <a:lnTo>
                      <a:pt x="109" y="438"/>
                    </a:lnTo>
                    <a:lnTo>
                      <a:pt x="109"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2" name="Google Shape;432;p6"/>
              <p:cNvSpPr/>
              <p:nvPr/>
            </p:nvSpPr>
            <p:spPr>
              <a:xfrm>
                <a:off x="2316262" y="4376271"/>
                <a:ext cx="13958" cy="57882"/>
              </a:xfrm>
              <a:custGeom>
                <a:avLst/>
                <a:gdLst/>
                <a:ahLst/>
                <a:cxnLst/>
                <a:rect l="l" t="t" r="r" b="b"/>
                <a:pathLst>
                  <a:path w="109" h="452" extrusionOk="0">
                    <a:moveTo>
                      <a:pt x="1" y="1"/>
                    </a:moveTo>
                    <a:lnTo>
                      <a:pt x="1" y="452"/>
                    </a:lnTo>
                    <a:lnTo>
                      <a:pt x="109" y="452"/>
                    </a:lnTo>
                    <a:lnTo>
                      <a:pt x="109"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3" name="Google Shape;433;p6"/>
              <p:cNvSpPr/>
              <p:nvPr/>
            </p:nvSpPr>
            <p:spPr>
              <a:xfrm>
                <a:off x="2316262" y="4264989"/>
                <a:ext cx="13958" cy="55705"/>
              </a:xfrm>
              <a:custGeom>
                <a:avLst/>
                <a:gdLst/>
                <a:ahLst/>
                <a:cxnLst/>
                <a:rect l="l" t="t" r="r" b="b"/>
                <a:pathLst>
                  <a:path w="109" h="435" extrusionOk="0">
                    <a:moveTo>
                      <a:pt x="1" y="0"/>
                    </a:moveTo>
                    <a:lnTo>
                      <a:pt x="1" y="435"/>
                    </a:lnTo>
                    <a:lnTo>
                      <a:pt x="109" y="435"/>
                    </a:lnTo>
                    <a:lnTo>
                      <a:pt x="109"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4" name="Google Shape;434;p6"/>
              <p:cNvSpPr/>
              <p:nvPr/>
            </p:nvSpPr>
            <p:spPr>
              <a:xfrm>
                <a:off x="2316262" y="4151530"/>
                <a:ext cx="13958" cy="55833"/>
              </a:xfrm>
              <a:custGeom>
                <a:avLst/>
                <a:gdLst/>
                <a:ahLst/>
                <a:cxnLst/>
                <a:rect l="l" t="t" r="r" b="b"/>
                <a:pathLst>
                  <a:path w="109" h="436" extrusionOk="0">
                    <a:moveTo>
                      <a:pt x="1" y="0"/>
                    </a:moveTo>
                    <a:lnTo>
                      <a:pt x="1" y="435"/>
                    </a:lnTo>
                    <a:lnTo>
                      <a:pt x="109" y="435"/>
                    </a:lnTo>
                    <a:lnTo>
                      <a:pt x="109"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5" name="Google Shape;435;p6"/>
              <p:cNvSpPr/>
              <p:nvPr/>
            </p:nvSpPr>
            <p:spPr>
              <a:xfrm>
                <a:off x="1901100" y="2081225"/>
                <a:ext cx="57882" cy="29837"/>
              </a:xfrm>
              <a:custGeom>
                <a:avLst/>
                <a:gdLst/>
                <a:ahLst/>
                <a:cxnLst/>
                <a:rect l="l" t="t" r="r" b="b"/>
                <a:pathLst>
                  <a:path w="452" h="233" extrusionOk="0">
                    <a:moveTo>
                      <a:pt x="422" y="1"/>
                    </a:moveTo>
                    <a:cubicBezTo>
                      <a:pt x="288" y="27"/>
                      <a:pt x="138" y="82"/>
                      <a:pt x="0" y="138"/>
                    </a:cubicBezTo>
                    <a:lnTo>
                      <a:pt x="43" y="233"/>
                    </a:lnTo>
                    <a:cubicBezTo>
                      <a:pt x="177" y="177"/>
                      <a:pt x="314" y="138"/>
                      <a:pt x="451" y="95"/>
                    </a:cubicBezTo>
                    <a:lnTo>
                      <a:pt x="422"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6" name="Google Shape;436;p6"/>
              <p:cNvSpPr/>
              <p:nvPr/>
            </p:nvSpPr>
            <p:spPr>
              <a:xfrm>
                <a:off x="1718105" y="2764795"/>
                <a:ext cx="13958" cy="56217"/>
              </a:xfrm>
              <a:custGeom>
                <a:avLst/>
                <a:gdLst/>
                <a:ahLst/>
                <a:cxnLst/>
                <a:rect l="l" t="t" r="r" b="b"/>
                <a:pathLst>
                  <a:path w="109" h="439" extrusionOk="0">
                    <a:moveTo>
                      <a:pt x="1" y="0"/>
                    </a:moveTo>
                    <a:lnTo>
                      <a:pt x="1" y="438"/>
                    </a:lnTo>
                    <a:lnTo>
                      <a:pt x="109" y="438"/>
                    </a:lnTo>
                    <a:lnTo>
                      <a:pt x="109"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7" name="Google Shape;437;p6"/>
              <p:cNvSpPr/>
              <p:nvPr/>
            </p:nvSpPr>
            <p:spPr>
              <a:xfrm>
                <a:off x="1718105" y="2878254"/>
                <a:ext cx="13958" cy="56217"/>
              </a:xfrm>
              <a:custGeom>
                <a:avLst/>
                <a:gdLst/>
                <a:ahLst/>
                <a:cxnLst/>
                <a:rect l="l" t="t" r="r" b="b"/>
                <a:pathLst>
                  <a:path w="109" h="439" extrusionOk="0">
                    <a:moveTo>
                      <a:pt x="1" y="0"/>
                    </a:moveTo>
                    <a:lnTo>
                      <a:pt x="1" y="438"/>
                    </a:lnTo>
                    <a:lnTo>
                      <a:pt x="109" y="438"/>
                    </a:lnTo>
                    <a:lnTo>
                      <a:pt x="109"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8" name="Google Shape;438;p6"/>
              <p:cNvSpPr/>
              <p:nvPr/>
            </p:nvSpPr>
            <p:spPr>
              <a:xfrm>
                <a:off x="1718105" y="2540055"/>
                <a:ext cx="13958" cy="55705"/>
              </a:xfrm>
              <a:custGeom>
                <a:avLst/>
                <a:gdLst/>
                <a:ahLst/>
                <a:cxnLst/>
                <a:rect l="l" t="t" r="r" b="b"/>
                <a:pathLst>
                  <a:path w="109" h="435" extrusionOk="0">
                    <a:moveTo>
                      <a:pt x="1" y="0"/>
                    </a:moveTo>
                    <a:lnTo>
                      <a:pt x="1" y="435"/>
                    </a:lnTo>
                    <a:lnTo>
                      <a:pt x="109" y="435"/>
                    </a:lnTo>
                    <a:lnTo>
                      <a:pt x="109"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9" name="Google Shape;439;p6"/>
              <p:cNvSpPr/>
              <p:nvPr/>
            </p:nvSpPr>
            <p:spPr>
              <a:xfrm>
                <a:off x="1742436" y="2208514"/>
                <a:ext cx="40338" cy="56217"/>
              </a:xfrm>
              <a:custGeom>
                <a:avLst/>
                <a:gdLst/>
                <a:ahLst/>
                <a:cxnLst/>
                <a:rect l="l" t="t" r="r" b="b"/>
                <a:pathLst>
                  <a:path w="315" h="439" extrusionOk="0">
                    <a:moveTo>
                      <a:pt x="220" y="0"/>
                    </a:moveTo>
                    <a:cubicBezTo>
                      <a:pt x="138" y="124"/>
                      <a:pt x="69" y="258"/>
                      <a:pt x="1" y="396"/>
                    </a:cubicBezTo>
                    <a:lnTo>
                      <a:pt x="108" y="438"/>
                    </a:lnTo>
                    <a:cubicBezTo>
                      <a:pt x="164" y="301"/>
                      <a:pt x="233" y="177"/>
                      <a:pt x="314" y="56"/>
                    </a:cubicBezTo>
                    <a:lnTo>
                      <a:pt x="220"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0" name="Google Shape;440;p6"/>
              <p:cNvSpPr/>
              <p:nvPr/>
            </p:nvSpPr>
            <p:spPr>
              <a:xfrm>
                <a:off x="1718105" y="2426596"/>
                <a:ext cx="13958" cy="57882"/>
              </a:xfrm>
              <a:custGeom>
                <a:avLst/>
                <a:gdLst/>
                <a:ahLst/>
                <a:cxnLst/>
                <a:rect l="l" t="t" r="r" b="b"/>
                <a:pathLst>
                  <a:path w="109" h="452" extrusionOk="0">
                    <a:moveTo>
                      <a:pt x="1" y="0"/>
                    </a:moveTo>
                    <a:lnTo>
                      <a:pt x="1" y="451"/>
                    </a:lnTo>
                    <a:lnTo>
                      <a:pt x="109" y="451"/>
                    </a:lnTo>
                    <a:lnTo>
                      <a:pt x="109"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1" name="Google Shape;441;p6"/>
              <p:cNvSpPr/>
              <p:nvPr/>
            </p:nvSpPr>
            <p:spPr>
              <a:xfrm>
                <a:off x="1806849" y="2126429"/>
                <a:ext cx="52504" cy="47381"/>
              </a:xfrm>
              <a:custGeom>
                <a:avLst/>
                <a:gdLst/>
                <a:ahLst/>
                <a:cxnLst/>
                <a:rect l="l" t="t" r="r" b="b"/>
                <a:pathLst>
                  <a:path w="410" h="370" extrusionOk="0">
                    <a:moveTo>
                      <a:pt x="341" y="1"/>
                    </a:moveTo>
                    <a:cubicBezTo>
                      <a:pt x="220" y="82"/>
                      <a:pt x="109" y="180"/>
                      <a:pt x="1" y="288"/>
                    </a:cubicBezTo>
                    <a:lnTo>
                      <a:pt x="83" y="370"/>
                    </a:lnTo>
                    <a:cubicBezTo>
                      <a:pt x="177" y="275"/>
                      <a:pt x="289" y="180"/>
                      <a:pt x="409" y="99"/>
                    </a:cubicBezTo>
                    <a:lnTo>
                      <a:pt x="341"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2" name="Google Shape;442;p6"/>
              <p:cNvSpPr/>
              <p:nvPr/>
            </p:nvSpPr>
            <p:spPr>
              <a:xfrm>
                <a:off x="1718105" y="2313137"/>
                <a:ext cx="21129" cy="57882"/>
              </a:xfrm>
              <a:custGeom>
                <a:avLst/>
                <a:gdLst/>
                <a:ahLst/>
                <a:cxnLst/>
                <a:rect l="l" t="t" r="r" b="b"/>
                <a:pathLst>
                  <a:path w="165" h="452" extrusionOk="0">
                    <a:moveTo>
                      <a:pt x="53" y="0"/>
                    </a:moveTo>
                    <a:cubicBezTo>
                      <a:pt x="27" y="151"/>
                      <a:pt x="14" y="301"/>
                      <a:pt x="1" y="451"/>
                    </a:cubicBezTo>
                    <a:lnTo>
                      <a:pt x="109" y="451"/>
                    </a:lnTo>
                    <a:cubicBezTo>
                      <a:pt x="122" y="314"/>
                      <a:pt x="135" y="164"/>
                      <a:pt x="164" y="30"/>
                    </a:cubicBezTo>
                    <a:lnTo>
                      <a:pt x="53"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3" name="Google Shape;443;p6"/>
              <p:cNvSpPr/>
              <p:nvPr/>
            </p:nvSpPr>
            <p:spPr>
              <a:xfrm>
                <a:off x="1718105" y="2653385"/>
                <a:ext cx="13958" cy="55833"/>
              </a:xfrm>
              <a:custGeom>
                <a:avLst/>
                <a:gdLst/>
                <a:ahLst/>
                <a:cxnLst/>
                <a:rect l="l" t="t" r="r" b="b"/>
                <a:pathLst>
                  <a:path w="109" h="436" extrusionOk="0">
                    <a:moveTo>
                      <a:pt x="1" y="1"/>
                    </a:moveTo>
                    <a:lnTo>
                      <a:pt x="1" y="436"/>
                    </a:lnTo>
                    <a:lnTo>
                      <a:pt x="109" y="436"/>
                    </a:lnTo>
                    <a:lnTo>
                      <a:pt x="109"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4" name="Google Shape;444;p6"/>
              <p:cNvSpPr/>
              <p:nvPr/>
            </p:nvSpPr>
            <p:spPr>
              <a:xfrm>
                <a:off x="1718105" y="3553374"/>
                <a:ext cx="13958" cy="55833"/>
              </a:xfrm>
              <a:custGeom>
                <a:avLst/>
                <a:gdLst/>
                <a:ahLst/>
                <a:cxnLst/>
                <a:rect l="l" t="t" r="r" b="b"/>
                <a:pathLst>
                  <a:path w="109" h="436" extrusionOk="0">
                    <a:moveTo>
                      <a:pt x="1" y="0"/>
                    </a:moveTo>
                    <a:lnTo>
                      <a:pt x="1" y="435"/>
                    </a:lnTo>
                    <a:lnTo>
                      <a:pt x="109" y="435"/>
                    </a:lnTo>
                    <a:lnTo>
                      <a:pt x="109"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5" name="Google Shape;445;p6"/>
              <p:cNvSpPr/>
              <p:nvPr/>
            </p:nvSpPr>
            <p:spPr>
              <a:xfrm>
                <a:off x="1718105" y="3666833"/>
                <a:ext cx="13958" cy="55705"/>
              </a:xfrm>
              <a:custGeom>
                <a:avLst/>
                <a:gdLst/>
                <a:ahLst/>
                <a:cxnLst/>
                <a:rect l="l" t="t" r="r" b="b"/>
                <a:pathLst>
                  <a:path w="109" h="435" extrusionOk="0">
                    <a:moveTo>
                      <a:pt x="1" y="0"/>
                    </a:moveTo>
                    <a:lnTo>
                      <a:pt x="1" y="435"/>
                    </a:lnTo>
                    <a:lnTo>
                      <a:pt x="109" y="435"/>
                    </a:lnTo>
                    <a:lnTo>
                      <a:pt x="109"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6" name="Google Shape;446;p6"/>
              <p:cNvSpPr/>
              <p:nvPr/>
            </p:nvSpPr>
            <p:spPr>
              <a:xfrm>
                <a:off x="1718105" y="2989921"/>
                <a:ext cx="13958" cy="57498"/>
              </a:xfrm>
              <a:custGeom>
                <a:avLst/>
                <a:gdLst/>
                <a:ahLst/>
                <a:cxnLst/>
                <a:rect l="l" t="t" r="r" b="b"/>
                <a:pathLst>
                  <a:path w="109" h="449" extrusionOk="0">
                    <a:moveTo>
                      <a:pt x="1" y="1"/>
                    </a:moveTo>
                    <a:lnTo>
                      <a:pt x="1" y="449"/>
                    </a:lnTo>
                    <a:lnTo>
                      <a:pt x="109" y="449"/>
                    </a:lnTo>
                    <a:lnTo>
                      <a:pt x="109"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7" name="Google Shape;447;p6"/>
              <p:cNvSpPr/>
              <p:nvPr/>
            </p:nvSpPr>
            <p:spPr>
              <a:xfrm>
                <a:off x="1718105" y="3778114"/>
                <a:ext cx="13958" cy="57882"/>
              </a:xfrm>
              <a:custGeom>
                <a:avLst/>
                <a:gdLst/>
                <a:ahLst/>
                <a:cxnLst/>
                <a:rect l="l" t="t" r="r" b="b"/>
                <a:pathLst>
                  <a:path w="109" h="452" extrusionOk="0">
                    <a:moveTo>
                      <a:pt x="1" y="1"/>
                    </a:moveTo>
                    <a:lnTo>
                      <a:pt x="1" y="452"/>
                    </a:lnTo>
                    <a:lnTo>
                      <a:pt x="109" y="452"/>
                    </a:lnTo>
                    <a:lnTo>
                      <a:pt x="109"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8" name="Google Shape;448;p6"/>
              <p:cNvSpPr/>
              <p:nvPr/>
            </p:nvSpPr>
            <p:spPr>
              <a:xfrm>
                <a:off x="1718105" y="3103380"/>
                <a:ext cx="13958" cy="55833"/>
              </a:xfrm>
              <a:custGeom>
                <a:avLst/>
                <a:gdLst/>
                <a:ahLst/>
                <a:cxnLst/>
                <a:rect l="l" t="t" r="r" b="b"/>
                <a:pathLst>
                  <a:path w="109" h="436" extrusionOk="0">
                    <a:moveTo>
                      <a:pt x="1" y="1"/>
                    </a:moveTo>
                    <a:lnTo>
                      <a:pt x="1" y="435"/>
                    </a:lnTo>
                    <a:lnTo>
                      <a:pt x="109" y="435"/>
                    </a:lnTo>
                    <a:lnTo>
                      <a:pt x="109"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9" name="Google Shape;449;p6"/>
              <p:cNvSpPr/>
              <p:nvPr/>
            </p:nvSpPr>
            <p:spPr>
              <a:xfrm>
                <a:off x="1718105" y="3214790"/>
                <a:ext cx="13958" cy="57882"/>
              </a:xfrm>
              <a:custGeom>
                <a:avLst/>
                <a:gdLst/>
                <a:ahLst/>
                <a:cxnLst/>
                <a:rect l="l" t="t" r="r" b="b"/>
                <a:pathLst>
                  <a:path w="109" h="452" extrusionOk="0">
                    <a:moveTo>
                      <a:pt x="1" y="0"/>
                    </a:moveTo>
                    <a:lnTo>
                      <a:pt x="1" y="451"/>
                    </a:lnTo>
                    <a:lnTo>
                      <a:pt x="109" y="451"/>
                    </a:lnTo>
                    <a:lnTo>
                      <a:pt x="109"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0" name="Google Shape;450;p6"/>
              <p:cNvSpPr/>
              <p:nvPr/>
            </p:nvSpPr>
            <p:spPr>
              <a:xfrm>
                <a:off x="1718105" y="3441579"/>
                <a:ext cx="13958" cy="55833"/>
              </a:xfrm>
              <a:custGeom>
                <a:avLst/>
                <a:gdLst/>
                <a:ahLst/>
                <a:cxnLst/>
                <a:rect l="l" t="t" r="r" b="b"/>
                <a:pathLst>
                  <a:path w="109" h="436" extrusionOk="0">
                    <a:moveTo>
                      <a:pt x="1" y="1"/>
                    </a:moveTo>
                    <a:lnTo>
                      <a:pt x="1" y="435"/>
                    </a:lnTo>
                    <a:lnTo>
                      <a:pt x="109" y="435"/>
                    </a:lnTo>
                    <a:lnTo>
                      <a:pt x="109"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1" name="Google Shape;451;p6"/>
              <p:cNvSpPr/>
              <p:nvPr/>
            </p:nvSpPr>
            <p:spPr>
              <a:xfrm>
                <a:off x="1718105" y="3328120"/>
                <a:ext cx="13958" cy="56217"/>
              </a:xfrm>
              <a:custGeom>
                <a:avLst/>
                <a:gdLst/>
                <a:ahLst/>
                <a:cxnLst/>
                <a:rect l="l" t="t" r="r" b="b"/>
                <a:pathLst>
                  <a:path w="109" h="439" extrusionOk="0">
                    <a:moveTo>
                      <a:pt x="1" y="1"/>
                    </a:moveTo>
                    <a:lnTo>
                      <a:pt x="1" y="439"/>
                    </a:lnTo>
                    <a:lnTo>
                      <a:pt x="109" y="439"/>
                    </a:lnTo>
                    <a:lnTo>
                      <a:pt x="109"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2" name="Google Shape;452;p6"/>
              <p:cNvSpPr/>
              <p:nvPr/>
            </p:nvSpPr>
            <p:spPr>
              <a:xfrm>
                <a:off x="2316262" y="2459634"/>
                <a:ext cx="13958" cy="57882"/>
              </a:xfrm>
              <a:custGeom>
                <a:avLst/>
                <a:gdLst/>
                <a:ahLst/>
                <a:cxnLst/>
                <a:rect l="l" t="t" r="r" b="b"/>
                <a:pathLst>
                  <a:path w="109" h="452" extrusionOk="0">
                    <a:moveTo>
                      <a:pt x="1" y="0"/>
                    </a:moveTo>
                    <a:lnTo>
                      <a:pt x="1" y="452"/>
                    </a:lnTo>
                    <a:lnTo>
                      <a:pt x="109" y="452"/>
                    </a:lnTo>
                    <a:lnTo>
                      <a:pt x="109"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3" name="Google Shape;453;p6"/>
              <p:cNvSpPr/>
              <p:nvPr/>
            </p:nvSpPr>
            <p:spPr>
              <a:xfrm>
                <a:off x="2316262" y="2573093"/>
                <a:ext cx="13958" cy="55705"/>
              </a:xfrm>
              <a:custGeom>
                <a:avLst/>
                <a:gdLst/>
                <a:ahLst/>
                <a:cxnLst/>
                <a:rect l="l" t="t" r="r" b="b"/>
                <a:pathLst>
                  <a:path w="109" h="435" extrusionOk="0">
                    <a:moveTo>
                      <a:pt x="1" y="0"/>
                    </a:moveTo>
                    <a:lnTo>
                      <a:pt x="1" y="435"/>
                    </a:lnTo>
                    <a:lnTo>
                      <a:pt x="109" y="435"/>
                    </a:lnTo>
                    <a:lnTo>
                      <a:pt x="109"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4" name="Google Shape;454;p6"/>
              <p:cNvSpPr/>
              <p:nvPr/>
            </p:nvSpPr>
            <p:spPr>
              <a:xfrm>
                <a:off x="2316262" y="2686552"/>
                <a:ext cx="13958" cy="55705"/>
              </a:xfrm>
              <a:custGeom>
                <a:avLst/>
                <a:gdLst/>
                <a:ahLst/>
                <a:cxnLst/>
                <a:rect l="l" t="t" r="r" b="b"/>
                <a:pathLst>
                  <a:path w="109" h="435" extrusionOk="0">
                    <a:moveTo>
                      <a:pt x="1" y="0"/>
                    </a:moveTo>
                    <a:lnTo>
                      <a:pt x="1" y="435"/>
                    </a:lnTo>
                    <a:lnTo>
                      <a:pt x="109" y="435"/>
                    </a:lnTo>
                    <a:lnTo>
                      <a:pt x="109"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5" name="Google Shape;455;p6"/>
              <p:cNvSpPr/>
              <p:nvPr/>
            </p:nvSpPr>
            <p:spPr>
              <a:xfrm>
                <a:off x="2316262" y="2798218"/>
                <a:ext cx="13958" cy="55833"/>
              </a:xfrm>
              <a:custGeom>
                <a:avLst/>
                <a:gdLst/>
                <a:ahLst/>
                <a:cxnLst/>
                <a:rect l="l" t="t" r="r" b="b"/>
                <a:pathLst>
                  <a:path w="109" h="436" extrusionOk="0">
                    <a:moveTo>
                      <a:pt x="1" y="1"/>
                    </a:moveTo>
                    <a:lnTo>
                      <a:pt x="1" y="436"/>
                    </a:lnTo>
                    <a:lnTo>
                      <a:pt x="109" y="436"/>
                    </a:lnTo>
                    <a:lnTo>
                      <a:pt x="109"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6" name="Google Shape;456;p6"/>
              <p:cNvSpPr/>
              <p:nvPr/>
            </p:nvSpPr>
            <p:spPr>
              <a:xfrm>
                <a:off x="2012894" y="2072389"/>
                <a:ext cx="57370" cy="17800"/>
              </a:xfrm>
              <a:custGeom>
                <a:avLst/>
                <a:gdLst/>
                <a:ahLst/>
                <a:cxnLst/>
                <a:rect l="l" t="t" r="r" b="b"/>
                <a:pathLst>
                  <a:path w="448" h="139" extrusionOk="0">
                    <a:moveTo>
                      <a:pt x="0" y="1"/>
                    </a:moveTo>
                    <a:lnTo>
                      <a:pt x="0" y="112"/>
                    </a:lnTo>
                    <a:lnTo>
                      <a:pt x="95" y="112"/>
                    </a:lnTo>
                    <a:cubicBezTo>
                      <a:pt x="203" y="112"/>
                      <a:pt x="327" y="125"/>
                      <a:pt x="435" y="138"/>
                    </a:cubicBezTo>
                    <a:lnTo>
                      <a:pt x="448" y="30"/>
                    </a:lnTo>
                    <a:cubicBezTo>
                      <a:pt x="327" y="14"/>
                      <a:pt x="216" y="1"/>
                      <a:pt x="95"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7" name="Google Shape;457;p6"/>
              <p:cNvSpPr/>
              <p:nvPr/>
            </p:nvSpPr>
            <p:spPr>
              <a:xfrm>
                <a:off x="2314597" y="2346176"/>
                <a:ext cx="15623" cy="57882"/>
              </a:xfrm>
              <a:custGeom>
                <a:avLst/>
                <a:gdLst/>
                <a:ahLst/>
                <a:cxnLst/>
                <a:rect l="l" t="t" r="r" b="b"/>
                <a:pathLst>
                  <a:path w="122" h="452" extrusionOk="0">
                    <a:moveTo>
                      <a:pt x="109" y="1"/>
                    </a:moveTo>
                    <a:lnTo>
                      <a:pt x="1" y="17"/>
                    </a:lnTo>
                    <a:cubicBezTo>
                      <a:pt x="14" y="99"/>
                      <a:pt x="14" y="180"/>
                      <a:pt x="14" y="262"/>
                    </a:cubicBezTo>
                    <a:lnTo>
                      <a:pt x="14" y="452"/>
                    </a:lnTo>
                    <a:lnTo>
                      <a:pt x="122" y="452"/>
                    </a:lnTo>
                    <a:lnTo>
                      <a:pt x="122" y="262"/>
                    </a:lnTo>
                    <a:cubicBezTo>
                      <a:pt x="122" y="180"/>
                      <a:pt x="122" y="99"/>
                      <a:pt x="109"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8" name="Google Shape;458;p6"/>
              <p:cNvSpPr/>
              <p:nvPr/>
            </p:nvSpPr>
            <p:spPr>
              <a:xfrm>
                <a:off x="2283223" y="2238223"/>
                <a:ext cx="34832" cy="55833"/>
              </a:xfrm>
              <a:custGeom>
                <a:avLst/>
                <a:gdLst/>
                <a:ahLst/>
                <a:cxnLst/>
                <a:rect l="l" t="t" r="r" b="b"/>
                <a:pathLst>
                  <a:path w="272" h="436" extrusionOk="0">
                    <a:moveTo>
                      <a:pt x="108" y="0"/>
                    </a:moveTo>
                    <a:lnTo>
                      <a:pt x="1" y="43"/>
                    </a:lnTo>
                    <a:cubicBezTo>
                      <a:pt x="66" y="177"/>
                      <a:pt x="122" y="301"/>
                      <a:pt x="164" y="435"/>
                    </a:cubicBezTo>
                    <a:lnTo>
                      <a:pt x="272" y="409"/>
                    </a:lnTo>
                    <a:cubicBezTo>
                      <a:pt x="229" y="272"/>
                      <a:pt x="177" y="125"/>
                      <a:pt x="108"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9" name="Google Shape;459;p6"/>
              <p:cNvSpPr/>
              <p:nvPr/>
            </p:nvSpPr>
            <p:spPr>
              <a:xfrm>
                <a:off x="2216633" y="2147430"/>
                <a:ext cx="49174" cy="50711"/>
              </a:xfrm>
              <a:custGeom>
                <a:avLst/>
                <a:gdLst/>
                <a:ahLst/>
                <a:cxnLst/>
                <a:rect l="l" t="t" r="r" b="b"/>
                <a:pathLst>
                  <a:path w="384" h="396" extrusionOk="0">
                    <a:moveTo>
                      <a:pt x="70" y="0"/>
                    </a:moveTo>
                    <a:lnTo>
                      <a:pt x="1" y="82"/>
                    </a:lnTo>
                    <a:cubicBezTo>
                      <a:pt x="96" y="180"/>
                      <a:pt x="207" y="288"/>
                      <a:pt x="289" y="396"/>
                    </a:cubicBezTo>
                    <a:lnTo>
                      <a:pt x="383" y="327"/>
                    </a:lnTo>
                    <a:cubicBezTo>
                      <a:pt x="289" y="206"/>
                      <a:pt x="177" y="98"/>
                      <a:pt x="70"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0" name="Google Shape;460;p6"/>
              <p:cNvSpPr/>
              <p:nvPr/>
            </p:nvSpPr>
            <p:spPr>
              <a:xfrm>
                <a:off x="2120846" y="2090061"/>
                <a:ext cx="57882" cy="36496"/>
              </a:xfrm>
              <a:custGeom>
                <a:avLst/>
                <a:gdLst/>
                <a:ahLst/>
                <a:cxnLst/>
                <a:rect l="l" t="t" r="r" b="b"/>
                <a:pathLst>
                  <a:path w="452" h="285" extrusionOk="0">
                    <a:moveTo>
                      <a:pt x="43" y="0"/>
                    </a:moveTo>
                    <a:lnTo>
                      <a:pt x="0" y="108"/>
                    </a:lnTo>
                    <a:cubicBezTo>
                      <a:pt x="138" y="151"/>
                      <a:pt x="272" y="219"/>
                      <a:pt x="396" y="285"/>
                    </a:cubicBezTo>
                    <a:lnTo>
                      <a:pt x="451" y="190"/>
                    </a:lnTo>
                    <a:cubicBezTo>
                      <a:pt x="314" y="108"/>
                      <a:pt x="177" y="56"/>
                      <a:pt x="43"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1" name="Google Shape;461;p6"/>
              <p:cNvSpPr/>
              <p:nvPr/>
            </p:nvSpPr>
            <p:spPr>
              <a:xfrm>
                <a:off x="2316262" y="2911293"/>
                <a:ext cx="13958" cy="56217"/>
              </a:xfrm>
              <a:custGeom>
                <a:avLst/>
                <a:gdLst/>
                <a:ahLst/>
                <a:cxnLst/>
                <a:rect l="l" t="t" r="r" b="b"/>
                <a:pathLst>
                  <a:path w="109" h="439" extrusionOk="0">
                    <a:moveTo>
                      <a:pt x="1" y="0"/>
                    </a:moveTo>
                    <a:lnTo>
                      <a:pt x="1" y="438"/>
                    </a:lnTo>
                    <a:lnTo>
                      <a:pt x="109" y="438"/>
                    </a:lnTo>
                    <a:lnTo>
                      <a:pt x="109"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2" name="Google Shape;462;p6"/>
              <p:cNvSpPr/>
              <p:nvPr/>
            </p:nvSpPr>
            <p:spPr>
              <a:xfrm>
                <a:off x="1718105" y="4003368"/>
                <a:ext cx="15623" cy="55705"/>
              </a:xfrm>
              <a:custGeom>
                <a:avLst/>
                <a:gdLst/>
                <a:ahLst/>
                <a:cxnLst/>
                <a:rect l="l" t="t" r="r" b="b"/>
                <a:pathLst>
                  <a:path w="122" h="435" extrusionOk="0">
                    <a:moveTo>
                      <a:pt x="1" y="0"/>
                    </a:moveTo>
                    <a:lnTo>
                      <a:pt x="1" y="435"/>
                    </a:lnTo>
                    <a:lnTo>
                      <a:pt x="122" y="435"/>
                    </a:lnTo>
                    <a:lnTo>
                      <a:pt x="122"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3" name="Google Shape;463;p6"/>
              <p:cNvSpPr/>
              <p:nvPr/>
            </p:nvSpPr>
            <p:spPr>
              <a:xfrm>
                <a:off x="1718105" y="4114650"/>
                <a:ext cx="15623" cy="57882"/>
              </a:xfrm>
              <a:custGeom>
                <a:avLst/>
                <a:gdLst/>
                <a:ahLst/>
                <a:cxnLst/>
                <a:rect l="l" t="t" r="r" b="b"/>
                <a:pathLst>
                  <a:path w="122" h="452" extrusionOk="0">
                    <a:moveTo>
                      <a:pt x="1" y="1"/>
                    </a:moveTo>
                    <a:lnTo>
                      <a:pt x="1" y="452"/>
                    </a:lnTo>
                    <a:lnTo>
                      <a:pt x="122" y="452"/>
                    </a:lnTo>
                    <a:lnTo>
                      <a:pt x="122"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4" name="Google Shape;464;p6"/>
              <p:cNvSpPr/>
              <p:nvPr/>
            </p:nvSpPr>
            <p:spPr>
              <a:xfrm>
                <a:off x="1718105" y="3889909"/>
                <a:ext cx="15623" cy="57498"/>
              </a:xfrm>
              <a:custGeom>
                <a:avLst/>
                <a:gdLst/>
                <a:ahLst/>
                <a:cxnLst/>
                <a:rect l="l" t="t" r="r" b="b"/>
                <a:pathLst>
                  <a:path w="122" h="449" extrusionOk="0">
                    <a:moveTo>
                      <a:pt x="1" y="0"/>
                    </a:moveTo>
                    <a:lnTo>
                      <a:pt x="1" y="14"/>
                    </a:lnTo>
                    <a:lnTo>
                      <a:pt x="1" y="177"/>
                    </a:lnTo>
                    <a:lnTo>
                      <a:pt x="1" y="448"/>
                    </a:lnTo>
                    <a:lnTo>
                      <a:pt x="122" y="448"/>
                    </a:lnTo>
                    <a:lnTo>
                      <a:pt x="122"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5" name="Google Shape;465;p6"/>
              <p:cNvSpPr/>
              <p:nvPr/>
            </p:nvSpPr>
            <p:spPr>
              <a:xfrm>
                <a:off x="1718105" y="4228109"/>
                <a:ext cx="15623" cy="56217"/>
              </a:xfrm>
              <a:custGeom>
                <a:avLst/>
                <a:gdLst/>
                <a:ahLst/>
                <a:cxnLst/>
                <a:rect l="l" t="t" r="r" b="b"/>
                <a:pathLst>
                  <a:path w="122" h="439" extrusionOk="0">
                    <a:moveTo>
                      <a:pt x="1" y="0"/>
                    </a:moveTo>
                    <a:lnTo>
                      <a:pt x="1" y="438"/>
                    </a:lnTo>
                    <a:lnTo>
                      <a:pt x="122" y="438"/>
                    </a:lnTo>
                    <a:lnTo>
                      <a:pt x="122"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6" name="Google Shape;466;p6"/>
              <p:cNvSpPr/>
              <p:nvPr/>
            </p:nvSpPr>
            <p:spPr>
              <a:xfrm>
                <a:off x="1718105" y="4341568"/>
                <a:ext cx="15623" cy="55833"/>
              </a:xfrm>
              <a:custGeom>
                <a:avLst/>
                <a:gdLst/>
                <a:ahLst/>
                <a:cxnLst/>
                <a:rect l="l" t="t" r="r" b="b"/>
                <a:pathLst>
                  <a:path w="122" h="436" extrusionOk="0">
                    <a:moveTo>
                      <a:pt x="1" y="0"/>
                    </a:moveTo>
                    <a:lnTo>
                      <a:pt x="1" y="435"/>
                    </a:lnTo>
                    <a:lnTo>
                      <a:pt x="122" y="435"/>
                    </a:lnTo>
                    <a:lnTo>
                      <a:pt x="122"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7" name="Google Shape;467;p6"/>
              <p:cNvSpPr/>
              <p:nvPr/>
            </p:nvSpPr>
            <p:spPr>
              <a:xfrm>
                <a:off x="1718105" y="4453362"/>
                <a:ext cx="15623" cy="55705"/>
              </a:xfrm>
              <a:custGeom>
                <a:avLst/>
                <a:gdLst/>
                <a:ahLst/>
                <a:cxnLst/>
                <a:rect l="l" t="t" r="r" b="b"/>
                <a:pathLst>
                  <a:path w="122" h="435" extrusionOk="0">
                    <a:moveTo>
                      <a:pt x="1" y="0"/>
                    </a:moveTo>
                    <a:lnTo>
                      <a:pt x="1" y="435"/>
                    </a:lnTo>
                    <a:lnTo>
                      <a:pt x="122" y="435"/>
                    </a:lnTo>
                    <a:lnTo>
                      <a:pt x="122"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8" name="Google Shape;468;p6"/>
              <p:cNvSpPr/>
              <p:nvPr/>
            </p:nvSpPr>
            <p:spPr>
              <a:xfrm>
                <a:off x="1718105" y="4678103"/>
                <a:ext cx="15623" cy="59547"/>
              </a:xfrm>
              <a:custGeom>
                <a:avLst/>
                <a:gdLst/>
                <a:ahLst/>
                <a:cxnLst/>
                <a:rect l="l" t="t" r="r" b="b"/>
                <a:pathLst>
                  <a:path w="122" h="465" extrusionOk="0">
                    <a:moveTo>
                      <a:pt x="1" y="0"/>
                    </a:moveTo>
                    <a:lnTo>
                      <a:pt x="1" y="30"/>
                    </a:lnTo>
                    <a:lnTo>
                      <a:pt x="1" y="451"/>
                    </a:lnTo>
                    <a:lnTo>
                      <a:pt x="1" y="464"/>
                    </a:lnTo>
                    <a:lnTo>
                      <a:pt x="122" y="464"/>
                    </a:lnTo>
                    <a:lnTo>
                      <a:pt x="122" y="451"/>
                    </a:lnTo>
                    <a:lnTo>
                      <a:pt x="122" y="30"/>
                    </a:lnTo>
                    <a:lnTo>
                      <a:pt x="122"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9" name="Google Shape;469;p6"/>
              <p:cNvSpPr/>
              <p:nvPr/>
            </p:nvSpPr>
            <p:spPr>
              <a:xfrm>
                <a:off x="1718105" y="4566693"/>
                <a:ext cx="15623" cy="55833"/>
              </a:xfrm>
              <a:custGeom>
                <a:avLst/>
                <a:gdLst/>
                <a:ahLst/>
                <a:cxnLst/>
                <a:rect l="l" t="t" r="r" b="b"/>
                <a:pathLst>
                  <a:path w="122" h="436" extrusionOk="0">
                    <a:moveTo>
                      <a:pt x="1" y="1"/>
                    </a:moveTo>
                    <a:lnTo>
                      <a:pt x="1" y="436"/>
                    </a:lnTo>
                    <a:lnTo>
                      <a:pt x="122" y="436"/>
                    </a:lnTo>
                    <a:lnTo>
                      <a:pt x="122"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470" name="Google Shape;470;p6"/>
          <p:cNvGrpSpPr/>
          <p:nvPr/>
        </p:nvGrpSpPr>
        <p:grpSpPr>
          <a:xfrm rot="5400000">
            <a:off x="3794695" y="3373512"/>
            <a:ext cx="4143889" cy="6604850"/>
            <a:chOff x="1336575" y="1389950"/>
            <a:chExt cx="1583450" cy="2523825"/>
          </a:xfrm>
        </p:grpSpPr>
        <p:sp>
          <p:nvSpPr>
            <p:cNvPr id="471" name="Google Shape;471;p6"/>
            <p:cNvSpPr/>
            <p:nvPr/>
          </p:nvSpPr>
          <p:spPr>
            <a:xfrm>
              <a:off x="1336575" y="1389950"/>
              <a:ext cx="1583450" cy="2523825"/>
            </a:xfrm>
            <a:custGeom>
              <a:avLst/>
              <a:gdLst/>
              <a:ahLst/>
              <a:cxnLst/>
              <a:rect l="l" t="t" r="r" b="b"/>
              <a:pathLst>
                <a:path w="63338" h="100953" extrusionOk="0">
                  <a:moveTo>
                    <a:pt x="1" y="1"/>
                  </a:moveTo>
                  <a:lnTo>
                    <a:pt x="1" y="45116"/>
                  </a:lnTo>
                  <a:cubicBezTo>
                    <a:pt x="1" y="48401"/>
                    <a:pt x="1340" y="50320"/>
                    <a:pt x="2470" y="51366"/>
                  </a:cubicBezTo>
                  <a:cubicBezTo>
                    <a:pt x="4773" y="53543"/>
                    <a:pt x="7793" y="53571"/>
                    <a:pt x="8519" y="53571"/>
                  </a:cubicBezTo>
                  <a:lnTo>
                    <a:pt x="54938" y="53571"/>
                  </a:lnTo>
                  <a:lnTo>
                    <a:pt x="55057" y="53543"/>
                  </a:lnTo>
                  <a:cubicBezTo>
                    <a:pt x="55378" y="53543"/>
                    <a:pt x="56222" y="53633"/>
                    <a:pt x="56682" y="54094"/>
                  </a:cubicBezTo>
                  <a:cubicBezTo>
                    <a:pt x="57003" y="54415"/>
                    <a:pt x="57177" y="55001"/>
                    <a:pt x="57177" y="55838"/>
                  </a:cubicBezTo>
                  <a:lnTo>
                    <a:pt x="57177" y="100953"/>
                  </a:lnTo>
                  <a:lnTo>
                    <a:pt x="63337" y="100953"/>
                  </a:lnTo>
                  <a:lnTo>
                    <a:pt x="63337" y="55838"/>
                  </a:lnTo>
                  <a:cubicBezTo>
                    <a:pt x="63337" y="52587"/>
                    <a:pt x="62005" y="50641"/>
                    <a:pt x="60868" y="49594"/>
                  </a:cubicBezTo>
                  <a:cubicBezTo>
                    <a:pt x="58783" y="47611"/>
                    <a:pt x="56100" y="47406"/>
                    <a:pt x="55082" y="47406"/>
                  </a:cubicBezTo>
                  <a:cubicBezTo>
                    <a:pt x="54979" y="47406"/>
                    <a:pt x="54893" y="47408"/>
                    <a:pt x="54826" y="47411"/>
                  </a:cubicBezTo>
                  <a:lnTo>
                    <a:pt x="8463" y="47411"/>
                  </a:lnTo>
                  <a:lnTo>
                    <a:pt x="8400" y="47383"/>
                  </a:lnTo>
                  <a:lnTo>
                    <a:pt x="8289" y="47411"/>
                  </a:lnTo>
                  <a:cubicBezTo>
                    <a:pt x="7968" y="47411"/>
                    <a:pt x="7124" y="47327"/>
                    <a:pt x="6656" y="46888"/>
                  </a:cubicBezTo>
                  <a:cubicBezTo>
                    <a:pt x="6342" y="46539"/>
                    <a:pt x="6168" y="45960"/>
                    <a:pt x="6168" y="45116"/>
                  </a:cubicBezTo>
                  <a:lnTo>
                    <a:pt x="6168" y="1"/>
                  </a:lnTo>
                  <a:close/>
                </a:path>
              </a:pathLst>
            </a:custGeom>
            <a:solidFill>
              <a:schemeClr val="accent5"/>
            </a:solidFill>
            <a:ln>
              <a:noFill/>
            </a:ln>
            <a:effectLst>
              <a:outerShdw dist="57150" dir="6300000" algn="bl" rotWithShape="0">
                <a:schemeClr val="dk1">
                  <a:alpha val="35000"/>
                </a:scheme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endParaRPr/>
            </a:p>
          </p:txBody>
        </p:sp>
        <p:sp>
          <p:nvSpPr>
            <p:cNvPr id="472" name="Google Shape;472;p6"/>
            <p:cNvSpPr/>
            <p:nvPr/>
          </p:nvSpPr>
          <p:spPr>
            <a:xfrm>
              <a:off x="2510150" y="2649325"/>
              <a:ext cx="11700" cy="5775"/>
            </a:xfrm>
            <a:custGeom>
              <a:avLst/>
              <a:gdLst/>
              <a:ahLst/>
              <a:cxnLst/>
              <a:rect l="l" t="t" r="r" b="b"/>
              <a:pathLst>
                <a:path w="468" h="231" extrusionOk="0">
                  <a:moveTo>
                    <a:pt x="0" y="1"/>
                  </a:moveTo>
                  <a:lnTo>
                    <a:pt x="0" y="231"/>
                  </a:lnTo>
                  <a:lnTo>
                    <a:pt x="468" y="231"/>
                  </a:lnTo>
                  <a:lnTo>
                    <a:pt x="46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3" name="Google Shape;473;p6"/>
            <p:cNvSpPr/>
            <p:nvPr/>
          </p:nvSpPr>
          <p:spPr>
            <a:xfrm>
              <a:off x="1406350" y="1423450"/>
              <a:ext cx="1080625" cy="1231650"/>
            </a:xfrm>
            <a:custGeom>
              <a:avLst/>
              <a:gdLst/>
              <a:ahLst/>
              <a:cxnLst/>
              <a:rect l="l" t="t" r="r" b="b"/>
              <a:pathLst>
                <a:path w="43225" h="49266" extrusionOk="0">
                  <a:moveTo>
                    <a:pt x="0" y="0"/>
                  </a:moveTo>
                  <a:lnTo>
                    <a:pt x="0" y="928"/>
                  </a:lnTo>
                  <a:lnTo>
                    <a:pt x="238" y="928"/>
                  </a:lnTo>
                  <a:lnTo>
                    <a:pt x="238" y="0"/>
                  </a:lnTo>
                  <a:close/>
                  <a:moveTo>
                    <a:pt x="0" y="1863"/>
                  </a:moveTo>
                  <a:lnTo>
                    <a:pt x="0" y="2791"/>
                  </a:lnTo>
                  <a:lnTo>
                    <a:pt x="238" y="2791"/>
                  </a:lnTo>
                  <a:lnTo>
                    <a:pt x="238" y="1863"/>
                  </a:lnTo>
                  <a:close/>
                  <a:moveTo>
                    <a:pt x="0" y="3719"/>
                  </a:moveTo>
                  <a:lnTo>
                    <a:pt x="0" y="4653"/>
                  </a:lnTo>
                  <a:lnTo>
                    <a:pt x="238" y="4653"/>
                  </a:lnTo>
                  <a:lnTo>
                    <a:pt x="238" y="3719"/>
                  </a:lnTo>
                  <a:close/>
                  <a:moveTo>
                    <a:pt x="0" y="5581"/>
                  </a:moveTo>
                  <a:lnTo>
                    <a:pt x="0" y="6509"/>
                  </a:lnTo>
                  <a:lnTo>
                    <a:pt x="238" y="6509"/>
                  </a:lnTo>
                  <a:lnTo>
                    <a:pt x="238" y="5581"/>
                  </a:lnTo>
                  <a:close/>
                  <a:moveTo>
                    <a:pt x="0" y="7444"/>
                  </a:moveTo>
                  <a:lnTo>
                    <a:pt x="0" y="8372"/>
                  </a:lnTo>
                  <a:lnTo>
                    <a:pt x="238" y="8372"/>
                  </a:lnTo>
                  <a:lnTo>
                    <a:pt x="238" y="7444"/>
                  </a:lnTo>
                  <a:close/>
                  <a:moveTo>
                    <a:pt x="0" y="9300"/>
                  </a:moveTo>
                  <a:lnTo>
                    <a:pt x="0" y="10234"/>
                  </a:lnTo>
                  <a:lnTo>
                    <a:pt x="238" y="10234"/>
                  </a:lnTo>
                  <a:lnTo>
                    <a:pt x="238" y="9300"/>
                  </a:lnTo>
                  <a:close/>
                  <a:moveTo>
                    <a:pt x="0" y="11162"/>
                  </a:moveTo>
                  <a:lnTo>
                    <a:pt x="0" y="12090"/>
                  </a:lnTo>
                  <a:lnTo>
                    <a:pt x="238" y="12090"/>
                  </a:lnTo>
                  <a:lnTo>
                    <a:pt x="238" y="11162"/>
                  </a:lnTo>
                  <a:close/>
                  <a:moveTo>
                    <a:pt x="0" y="13025"/>
                  </a:moveTo>
                  <a:lnTo>
                    <a:pt x="0" y="13953"/>
                  </a:lnTo>
                  <a:lnTo>
                    <a:pt x="238" y="13953"/>
                  </a:lnTo>
                  <a:lnTo>
                    <a:pt x="238" y="13025"/>
                  </a:lnTo>
                  <a:close/>
                  <a:moveTo>
                    <a:pt x="0" y="14880"/>
                  </a:moveTo>
                  <a:lnTo>
                    <a:pt x="0" y="15815"/>
                  </a:lnTo>
                  <a:lnTo>
                    <a:pt x="238" y="15815"/>
                  </a:lnTo>
                  <a:lnTo>
                    <a:pt x="238" y="14880"/>
                  </a:lnTo>
                  <a:close/>
                  <a:moveTo>
                    <a:pt x="0" y="16743"/>
                  </a:moveTo>
                  <a:lnTo>
                    <a:pt x="0" y="17671"/>
                  </a:lnTo>
                  <a:lnTo>
                    <a:pt x="238" y="17671"/>
                  </a:lnTo>
                  <a:lnTo>
                    <a:pt x="238" y="16743"/>
                  </a:lnTo>
                  <a:close/>
                  <a:moveTo>
                    <a:pt x="0" y="18606"/>
                  </a:moveTo>
                  <a:lnTo>
                    <a:pt x="0" y="19534"/>
                  </a:lnTo>
                  <a:lnTo>
                    <a:pt x="238" y="19534"/>
                  </a:lnTo>
                  <a:lnTo>
                    <a:pt x="238" y="18606"/>
                  </a:lnTo>
                  <a:close/>
                  <a:moveTo>
                    <a:pt x="0" y="20461"/>
                  </a:moveTo>
                  <a:lnTo>
                    <a:pt x="0" y="21396"/>
                  </a:lnTo>
                  <a:lnTo>
                    <a:pt x="238" y="21396"/>
                  </a:lnTo>
                  <a:lnTo>
                    <a:pt x="238" y="20461"/>
                  </a:lnTo>
                  <a:close/>
                  <a:moveTo>
                    <a:pt x="0" y="22324"/>
                  </a:moveTo>
                  <a:lnTo>
                    <a:pt x="0" y="23252"/>
                  </a:lnTo>
                  <a:lnTo>
                    <a:pt x="238" y="23252"/>
                  </a:lnTo>
                  <a:lnTo>
                    <a:pt x="238" y="22324"/>
                  </a:lnTo>
                  <a:close/>
                  <a:moveTo>
                    <a:pt x="0" y="24187"/>
                  </a:moveTo>
                  <a:lnTo>
                    <a:pt x="0" y="25114"/>
                  </a:lnTo>
                  <a:lnTo>
                    <a:pt x="238" y="25114"/>
                  </a:lnTo>
                  <a:lnTo>
                    <a:pt x="238" y="24187"/>
                  </a:lnTo>
                  <a:close/>
                  <a:moveTo>
                    <a:pt x="0" y="26014"/>
                  </a:moveTo>
                  <a:lnTo>
                    <a:pt x="0" y="26942"/>
                  </a:lnTo>
                  <a:lnTo>
                    <a:pt x="238" y="26942"/>
                  </a:lnTo>
                  <a:lnTo>
                    <a:pt x="238" y="26014"/>
                  </a:lnTo>
                  <a:close/>
                  <a:moveTo>
                    <a:pt x="0" y="27877"/>
                  </a:moveTo>
                  <a:lnTo>
                    <a:pt x="0" y="28805"/>
                  </a:lnTo>
                  <a:lnTo>
                    <a:pt x="238" y="28805"/>
                  </a:lnTo>
                  <a:lnTo>
                    <a:pt x="238" y="27877"/>
                  </a:lnTo>
                  <a:close/>
                  <a:moveTo>
                    <a:pt x="0" y="29733"/>
                  </a:moveTo>
                  <a:lnTo>
                    <a:pt x="0" y="30667"/>
                  </a:lnTo>
                  <a:lnTo>
                    <a:pt x="238" y="30667"/>
                  </a:lnTo>
                  <a:lnTo>
                    <a:pt x="238" y="29733"/>
                  </a:lnTo>
                  <a:close/>
                  <a:moveTo>
                    <a:pt x="0" y="31595"/>
                  </a:moveTo>
                  <a:lnTo>
                    <a:pt x="0" y="32523"/>
                  </a:lnTo>
                  <a:lnTo>
                    <a:pt x="238" y="32523"/>
                  </a:lnTo>
                  <a:lnTo>
                    <a:pt x="238" y="31595"/>
                  </a:lnTo>
                  <a:close/>
                  <a:moveTo>
                    <a:pt x="0" y="33458"/>
                  </a:moveTo>
                  <a:lnTo>
                    <a:pt x="0" y="34386"/>
                  </a:lnTo>
                  <a:lnTo>
                    <a:pt x="238" y="34386"/>
                  </a:lnTo>
                  <a:lnTo>
                    <a:pt x="238" y="33458"/>
                  </a:lnTo>
                  <a:close/>
                  <a:moveTo>
                    <a:pt x="0" y="35314"/>
                  </a:moveTo>
                  <a:lnTo>
                    <a:pt x="0" y="36248"/>
                  </a:lnTo>
                  <a:lnTo>
                    <a:pt x="238" y="36248"/>
                  </a:lnTo>
                  <a:lnTo>
                    <a:pt x="238" y="35314"/>
                  </a:lnTo>
                  <a:close/>
                  <a:moveTo>
                    <a:pt x="0" y="37176"/>
                  </a:moveTo>
                  <a:lnTo>
                    <a:pt x="0" y="38104"/>
                  </a:lnTo>
                  <a:lnTo>
                    <a:pt x="238" y="38104"/>
                  </a:lnTo>
                  <a:lnTo>
                    <a:pt x="238" y="37176"/>
                  </a:lnTo>
                  <a:close/>
                  <a:moveTo>
                    <a:pt x="0" y="39039"/>
                  </a:moveTo>
                  <a:lnTo>
                    <a:pt x="0" y="39967"/>
                  </a:lnTo>
                  <a:lnTo>
                    <a:pt x="238" y="39967"/>
                  </a:lnTo>
                  <a:lnTo>
                    <a:pt x="238" y="39039"/>
                  </a:lnTo>
                  <a:close/>
                  <a:moveTo>
                    <a:pt x="0" y="40894"/>
                  </a:moveTo>
                  <a:lnTo>
                    <a:pt x="0" y="41829"/>
                  </a:lnTo>
                  <a:lnTo>
                    <a:pt x="238" y="41829"/>
                  </a:lnTo>
                  <a:lnTo>
                    <a:pt x="238" y="40894"/>
                  </a:lnTo>
                  <a:close/>
                  <a:moveTo>
                    <a:pt x="0" y="42757"/>
                  </a:moveTo>
                  <a:lnTo>
                    <a:pt x="0" y="43720"/>
                  </a:lnTo>
                  <a:lnTo>
                    <a:pt x="238" y="43720"/>
                  </a:lnTo>
                  <a:lnTo>
                    <a:pt x="238" y="42757"/>
                  </a:lnTo>
                  <a:close/>
                  <a:moveTo>
                    <a:pt x="293" y="44620"/>
                  </a:moveTo>
                  <a:lnTo>
                    <a:pt x="63" y="44648"/>
                  </a:lnTo>
                  <a:cubicBezTo>
                    <a:pt x="91" y="44969"/>
                    <a:pt x="147" y="45289"/>
                    <a:pt x="203" y="45575"/>
                  </a:cubicBezTo>
                  <a:lnTo>
                    <a:pt x="440" y="45520"/>
                  </a:lnTo>
                  <a:cubicBezTo>
                    <a:pt x="377" y="45227"/>
                    <a:pt x="321" y="44941"/>
                    <a:pt x="293" y="44620"/>
                  </a:cubicBezTo>
                  <a:close/>
                  <a:moveTo>
                    <a:pt x="726" y="46364"/>
                  </a:moveTo>
                  <a:lnTo>
                    <a:pt x="524" y="46475"/>
                  </a:lnTo>
                  <a:cubicBezTo>
                    <a:pt x="670" y="46768"/>
                    <a:pt x="817" y="47033"/>
                    <a:pt x="991" y="47292"/>
                  </a:cubicBezTo>
                  <a:lnTo>
                    <a:pt x="1193" y="47145"/>
                  </a:lnTo>
                  <a:cubicBezTo>
                    <a:pt x="1019" y="46915"/>
                    <a:pt x="872" y="46650"/>
                    <a:pt x="726" y="46364"/>
                  </a:cubicBezTo>
                  <a:close/>
                  <a:moveTo>
                    <a:pt x="1807" y="47815"/>
                  </a:moveTo>
                  <a:lnTo>
                    <a:pt x="1661" y="47989"/>
                  </a:lnTo>
                  <a:cubicBezTo>
                    <a:pt x="1891" y="48192"/>
                    <a:pt x="2156" y="48366"/>
                    <a:pt x="2414" y="48540"/>
                  </a:cubicBezTo>
                  <a:lnTo>
                    <a:pt x="2533" y="48338"/>
                  </a:lnTo>
                  <a:cubicBezTo>
                    <a:pt x="2268" y="48192"/>
                    <a:pt x="2037" y="48017"/>
                    <a:pt x="1807" y="47815"/>
                  </a:cubicBezTo>
                  <a:close/>
                  <a:moveTo>
                    <a:pt x="3377" y="48687"/>
                  </a:moveTo>
                  <a:lnTo>
                    <a:pt x="3286" y="48917"/>
                  </a:lnTo>
                  <a:cubicBezTo>
                    <a:pt x="3579" y="49008"/>
                    <a:pt x="3900" y="49091"/>
                    <a:pt x="4214" y="49154"/>
                  </a:cubicBezTo>
                  <a:lnTo>
                    <a:pt x="4249" y="48917"/>
                  </a:lnTo>
                  <a:cubicBezTo>
                    <a:pt x="3956" y="48861"/>
                    <a:pt x="3635" y="48805"/>
                    <a:pt x="3377" y="48687"/>
                  </a:cubicBezTo>
                  <a:close/>
                  <a:moveTo>
                    <a:pt x="5149" y="49036"/>
                  </a:moveTo>
                  <a:lnTo>
                    <a:pt x="5149" y="49266"/>
                  </a:lnTo>
                  <a:lnTo>
                    <a:pt x="6077" y="49266"/>
                  </a:lnTo>
                  <a:lnTo>
                    <a:pt x="6077" y="49036"/>
                  </a:lnTo>
                  <a:close/>
                  <a:moveTo>
                    <a:pt x="7004" y="49036"/>
                  </a:moveTo>
                  <a:lnTo>
                    <a:pt x="7004" y="49266"/>
                  </a:lnTo>
                  <a:lnTo>
                    <a:pt x="7939" y="49266"/>
                  </a:lnTo>
                  <a:lnTo>
                    <a:pt x="7939" y="49036"/>
                  </a:lnTo>
                  <a:close/>
                  <a:moveTo>
                    <a:pt x="8867" y="49036"/>
                  </a:moveTo>
                  <a:lnTo>
                    <a:pt x="8867" y="49266"/>
                  </a:lnTo>
                  <a:lnTo>
                    <a:pt x="9795" y="49266"/>
                  </a:lnTo>
                  <a:lnTo>
                    <a:pt x="9795" y="49036"/>
                  </a:lnTo>
                  <a:close/>
                  <a:moveTo>
                    <a:pt x="10730" y="49036"/>
                  </a:moveTo>
                  <a:lnTo>
                    <a:pt x="10730" y="49266"/>
                  </a:lnTo>
                  <a:lnTo>
                    <a:pt x="11658" y="49266"/>
                  </a:lnTo>
                  <a:lnTo>
                    <a:pt x="11658" y="49036"/>
                  </a:lnTo>
                  <a:close/>
                  <a:moveTo>
                    <a:pt x="12585" y="49036"/>
                  </a:moveTo>
                  <a:lnTo>
                    <a:pt x="12585" y="49266"/>
                  </a:lnTo>
                  <a:lnTo>
                    <a:pt x="13520" y="49266"/>
                  </a:lnTo>
                  <a:lnTo>
                    <a:pt x="13520" y="49036"/>
                  </a:lnTo>
                  <a:close/>
                  <a:moveTo>
                    <a:pt x="14448" y="49036"/>
                  </a:moveTo>
                  <a:lnTo>
                    <a:pt x="14448" y="49266"/>
                  </a:lnTo>
                  <a:lnTo>
                    <a:pt x="15376" y="49266"/>
                  </a:lnTo>
                  <a:lnTo>
                    <a:pt x="15376" y="49036"/>
                  </a:lnTo>
                  <a:close/>
                  <a:moveTo>
                    <a:pt x="16283" y="49036"/>
                  </a:moveTo>
                  <a:lnTo>
                    <a:pt x="16283" y="49266"/>
                  </a:lnTo>
                  <a:lnTo>
                    <a:pt x="17211" y="49266"/>
                  </a:lnTo>
                  <a:lnTo>
                    <a:pt x="17211" y="49036"/>
                  </a:lnTo>
                  <a:close/>
                  <a:moveTo>
                    <a:pt x="18138" y="49036"/>
                  </a:moveTo>
                  <a:lnTo>
                    <a:pt x="18138" y="49266"/>
                  </a:lnTo>
                  <a:lnTo>
                    <a:pt x="19073" y="49266"/>
                  </a:lnTo>
                  <a:lnTo>
                    <a:pt x="19073" y="49036"/>
                  </a:lnTo>
                  <a:close/>
                  <a:moveTo>
                    <a:pt x="20001" y="49036"/>
                  </a:moveTo>
                  <a:lnTo>
                    <a:pt x="20001" y="49266"/>
                  </a:lnTo>
                  <a:lnTo>
                    <a:pt x="20929" y="49266"/>
                  </a:lnTo>
                  <a:lnTo>
                    <a:pt x="20929" y="49036"/>
                  </a:lnTo>
                  <a:close/>
                  <a:moveTo>
                    <a:pt x="21864" y="49036"/>
                  </a:moveTo>
                  <a:lnTo>
                    <a:pt x="21864" y="49266"/>
                  </a:lnTo>
                  <a:lnTo>
                    <a:pt x="22791" y="49266"/>
                  </a:lnTo>
                  <a:lnTo>
                    <a:pt x="22791" y="49036"/>
                  </a:lnTo>
                  <a:close/>
                  <a:moveTo>
                    <a:pt x="23719" y="49036"/>
                  </a:moveTo>
                  <a:lnTo>
                    <a:pt x="23719" y="49266"/>
                  </a:lnTo>
                  <a:lnTo>
                    <a:pt x="24654" y="49266"/>
                  </a:lnTo>
                  <a:lnTo>
                    <a:pt x="24654" y="49036"/>
                  </a:lnTo>
                  <a:close/>
                  <a:moveTo>
                    <a:pt x="25582" y="49036"/>
                  </a:moveTo>
                  <a:lnTo>
                    <a:pt x="25582" y="49266"/>
                  </a:lnTo>
                  <a:lnTo>
                    <a:pt x="26510" y="49266"/>
                  </a:lnTo>
                  <a:lnTo>
                    <a:pt x="26510" y="49036"/>
                  </a:lnTo>
                  <a:close/>
                  <a:moveTo>
                    <a:pt x="27445" y="49036"/>
                  </a:moveTo>
                  <a:lnTo>
                    <a:pt x="27445" y="49266"/>
                  </a:lnTo>
                  <a:lnTo>
                    <a:pt x="28372" y="49266"/>
                  </a:lnTo>
                  <a:lnTo>
                    <a:pt x="28372" y="49036"/>
                  </a:lnTo>
                  <a:close/>
                  <a:moveTo>
                    <a:pt x="29300" y="49036"/>
                  </a:moveTo>
                  <a:lnTo>
                    <a:pt x="29300" y="49266"/>
                  </a:lnTo>
                  <a:lnTo>
                    <a:pt x="30235" y="49266"/>
                  </a:lnTo>
                  <a:lnTo>
                    <a:pt x="30235" y="49036"/>
                  </a:lnTo>
                  <a:close/>
                  <a:moveTo>
                    <a:pt x="31163" y="49036"/>
                  </a:moveTo>
                  <a:lnTo>
                    <a:pt x="31163" y="49266"/>
                  </a:lnTo>
                  <a:lnTo>
                    <a:pt x="32063" y="49266"/>
                  </a:lnTo>
                  <a:lnTo>
                    <a:pt x="32063" y="49036"/>
                  </a:lnTo>
                  <a:close/>
                  <a:moveTo>
                    <a:pt x="32991" y="49036"/>
                  </a:moveTo>
                  <a:lnTo>
                    <a:pt x="32991" y="49266"/>
                  </a:lnTo>
                  <a:lnTo>
                    <a:pt x="33925" y="49266"/>
                  </a:lnTo>
                  <a:lnTo>
                    <a:pt x="33925" y="49036"/>
                  </a:lnTo>
                  <a:close/>
                  <a:moveTo>
                    <a:pt x="34853" y="49036"/>
                  </a:moveTo>
                  <a:lnTo>
                    <a:pt x="34853" y="49266"/>
                  </a:lnTo>
                  <a:lnTo>
                    <a:pt x="35781" y="49266"/>
                  </a:lnTo>
                  <a:lnTo>
                    <a:pt x="35781" y="49036"/>
                  </a:lnTo>
                  <a:close/>
                  <a:moveTo>
                    <a:pt x="36716" y="49036"/>
                  </a:moveTo>
                  <a:lnTo>
                    <a:pt x="36716" y="49266"/>
                  </a:lnTo>
                  <a:lnTo>
                    <a:pt x="37644" y="49266"/>
                  </a:lnTo>
                  <a:lnTo>
                    <a:pt x="37644" y="49036"/>
                  </a:lnTo>
                  <a:close/>
                  <a:moveTo>
                    <a:pt x="38571" y="49036"/>
                  </a:moveTo>
                  <a:lnTo>
                    <a:pt x="38571" y="49266"/>
                  </a:lnTo>
                  <a:lnTo>
                    <a:pt x="39506" y="49266"/>
                  </a:lnTo>
                  <a:lnTo>
                    <a:pt x="39506" y="49036"/>
                  </a:lnTo>
                  <a:close/>
                  <a:moveTo>
                    <a:pt x="40434" y="49036"/>
                  </a:moveTo>
                  <a:lnTo>
                    <a:pt x="40434" y="49266"/>
                  </a:lnTo>
                  <a:lnTo>
                    <a:pt x="41362" y="49266"/>
                  </a:lnTo>
                  <a:lnTo>
                    <a:pt x="41362" y="49036"/>
                  </a:lnTo>
                  <a:close/>
                  <a:moveTo>
                    <a:pt x="42297" y="49036"/>
                  </a:moveTo>
                  <a:lnTo>
                    <a:pt x="42297" y="49266"/>
                  </a:lnTo>
                  <a:lnTo>
                    <a:pt x="43225" y="49266"/>
                  </a:lnTo>
                  <a:lnTo>
                    <a:pt x="43225" y="49036"/>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4" name="Google Shape;474;p6"/>
            <p:cNvSpPr/>
            <p:nvPr/>
          </p:nvSpPr>
          <p:spPr>
            <a:xfrm>
              <a:off x="1406350" y="1389950"/>
              <a:ext cx="5950" cy="11725"/>
            </a:xfrm>
            <a:custGeom>
              <a:avLst/>
              <a:gdLst/>
              <a:ahLst/>
              <a:cxnLst/>
              <a:rect l="l" t="t" r="r" b="b"/>
              <a:pathLst>
                <a:path w="238" h="469" extrusionOk="0">
                  <a:moveTo>
                    <a:pt x="0" y="1"/>
                  </a:moveTo>
                  <a:lnTo>
                    <a:pt x="0" y="468"/>
                  </a:lnTo>
                  <a:lnTo>
                    <a:pt x="238" y="468"/>
                  </a:lnTo>
                  <a:lnTo>
                    <a:pt x="23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5" name="Google Shape;475;p6"/>
            <p:cNvSpPr/>
            <p:nvPr/>
          </p:nvSpPr>
          <p:spPr>
            <a:xfrm>
              <a:off x="2841525" y="3857075"/>
              <a:ext cx="5950" cy="24100"/>
            </a:xfrm>
            <a:custGeom>
              <a:avLst/>
              <a:gdLst/>
              <a:ahLst/>
              <a:cxnLst/>
              <a:rect l="l" t="t" r="r" b="b"/>
              <a:pathLst>
                <a:path w="238" h="964" extrusionOk="0">
                  <a:moveTo>
                    <a:pt x="0" y="0"/>
                  </a:moveTo>
                  <a:lnTo>
                    <a:pt x="0" y="963"/>
                  </a:lnTo>
                  <a:lnTo>
                    <a:pt x="237" y="963"/>
                  </a:lnTo>
                  <a:lnTo>
                    <a:pt x="237"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6" name="Google Shape;476;p6"/>
            <p:cNvSpPr/>
            <p:nvPr/>
          </p:nvSpPr>
          <p:spPr>
            <a:xfrm>
              <a:off x="2841525" y="3810500"/>
              <a:ext cx="5950" cy="23400"/>
            </a:xfrm>
            <a:custGeom>
              <a:avLst/>
              <a:gdLst/>
              <a:ahLst/>
              <a:cxnLst/>
              <a:rect l="l" t="t" r="r" b="b"/>
              <a:pathLst>
                <a:path w="238" h="936" extrusionOk="0">
                  <a:moveTo>
                    <a:pt x="0" y="1"/>
                  </a:moveTo>
                  <a:lnTo>
                    <a:pt x="0" y="936"/>
                  </a:lnTo>
                  <a:lnTo>
                    <a:pt x="237" y="936"/>
                  </a:lnTo>
                  <a:lnTo>
                    <a:pt x="237"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7" name="Google Shape;477;p6"/>
            <p:cNvSpPr/>
            <p:nvPr/>
          </p:nvSpPr>
          <p:spPr>
            <a:xfrm>
              <a:off x="2836450" y="2740900"/>
              <a:ext cx="10325" cy="24075"/>
            </a:xfrm>
            <a:custGeom>
              <a:avLst/>
              <a:gdLst/>
              <a:ahLst/>
              <a:cxnLst/>
              <a:rect l="l" t="t" r="r" b="b"/>
              <a:pathLst>
                <a:path w="413" h="963" extrusionOk="0">
                  <a:moveTo>
                    <a:pt x="238" y="0"/>
                  </a:moveTo>
                  <a:lnTo>
                    <a:pt x="1" y="56"/>
                  </a:lnTo>
                  <a:cubicBezTo>
                    <a:pt x="91" y="349"/>
                    <a:pt x="147" y="642"/>
                    <a:pt x="175" y="963"/>
                  </a:cubicBezTo>
                  <a:lnTo>
                    <a:pt x="412" y="928"/>
                  </a:lnTo>
                  <a:cubicBezTo>
                    <a:pt x="350" y="614"/>
                    <a:pt x="322" y="293"/>
                    <a:pt x="238"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8" name="Google Shape;478;p6"/>
            <p:cNvSpPr/>
            <p:nvPr/>
          </p:nvSpPr>
          <p:spPr>
            <a:xfrm>
              <a:off x="2841525" y="3717550"/>
              <a:ext cx="5950" cy="23225"/>
            </a:xfrm>
            <a:custGeom>
              <a:avLst/>
              <a:gdLst/>
              <a:ahLst/>
              <a:cxnLst/>
              <a:rect l="l" t="t" r="r" b="b"/>
              <a:pathLst>
                <a:path w="238" h="929" extrusionOk="0">
                  <a:moveTo>
                    <a:pt x="0" y="1"/>
                  </a:moveTo>
                  <a:lnTo>
                    <a:pt x="0" y="928"/>
                  </a:lnTo>
                  <a:lnTo>
                    <a:pt x="237" y="928"/>
                  </a:lnTo>
                  <a:lnTo>
                    <a:pt x="237"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9" name="Google Shape;479;p6"/>
            <p:cNvSpPr/>
            <p:nvPr/>
          </p:nvSpPr>
          <p:spPr>
            <a:xfrm>
              <a:off x="2841525" y="3624600"/>
              <a:ext cx="5950" cy="23225"/>
            </a:xfrm>
            <a:custGeom>
              <a:avLst/>
              <a:gdLst/>
              <a:ahLst/>
              <a:cxnLst/>
              <a:rect l="l" t="t" r="r" b="b"/>
              <a:pathLst>
                <a:path w="238" h="929" extrusionOk="0">
                  <a:moveTo>
                    <a:pt x="0" y="0"/>
                  </a:moveTo>
                  <a:lnTo>
                    <a:pt x="0" y="928"/>
                  </a:lnTo>
                  <a:lnTo>
                    <a:pt x="237" y="928"/>
                  </a:lnTo>
                  <a:lnTo>
                    <a:pt x="237"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0" name="Google Shape;480;p6"/>
            <p:cNvSpPr/>
            <p:nvPr/>
          </p:nvSpPr>
          <p:spPr>
            <a:xfrm>
              <a:off x="2841525" y="3578025"/>
              <a:ext cx="5950" cy="23225"/>
            </a:xfrm>
            <a:custGeom>
              <a:avLst/>
              <a:gdLst/>
              <a:ahLst/>
              <a:cxnLst/>
              <a:rect l="l" t="t" r="r" b="b"/>
              <a:pathLst>
                <a:path w="238" h="929" extrusionOk="0">
                  <a:moveTo>
                    <a:pt x="0" y="1"/>
                  </a:moveTo>
                  <a:lnTo>
                    <a:pt x="0" y="928"/>
                  </a:lnTo>
                  <a:lnTo>
                    <a:pt x="237" y="928"/>
                  </a:lnTo>
                  <a:lnTo>
                    <a:pt x="237"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1" name="Google Shape;481;p6"/>
            <p:cNvSpPr/>
            <p:nvPr/>
          </p:nvSpPr>
          <p:spPr>
            <a:xfrm>
              <a:off x="2841525" y="3764125"/>
              <a:ext cx="5950" cy="23200"/>
            </a:xfrm>
            <a:custGeom>
              <a:avLst/>
              <a:gdLst/>
              <a:ahLst/>
              <a:cxnLst/>
              <a:rect l="l" t="t" r="r" b="b"/>
              <a:pathLst>
                <a:path w="238" h="928" extrusionOk="0">
                  <a:moveTo>
                    <a:pt x="0" y="0"/>
                  </a:moveTo>
                  <a:lnTo>
                    <a:pt x="0" y="928"/>
                  </a:lnTo>
                  <a:lnTo>
                    <a:pt x="237" y="928"/>
                  </a:lnTo>
                  <a:lnTo>
                    <a:pt x="237"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2" name="Google Shape;482;p6"/>
            <p:cNvSpPr/>
            <p:nvPr/>
          </p:nvSpPr>
          <p:spPr>
            <a:xfrm>
              <a:off x="2817625" y="2697975"/>
              <a:ext cx="16775" cy="23400"/>
            </a:xfrm>
            <a:custGeom>
              <a:avLst/>
              <a:gdLst/>
              <a:ahLst/>
              <a:cxnLst/>
              <a:rect l="l" t="t" r="r" b="b"/>
              <a:pathLst>
                <a:path w="671" h="936" extrusionOk="0">
                  <a:moveTo>
                    <a:pt x="203" y="1"/>
                  </a:moveTo>
                  <a:lnTo>
                    <a:pt x="0" y="147"/>
                  </a:lnTo>
                  <a:cubicBezTo>
                    <a:pt x="175" y="378"/>
                    <a:pt x="349" y="643"/>
                    <a:pt x="468" y="936"/>
                  </a:cubicBezTo>
                  <a:lnTo>
                    <a:pt x="670" y="845"/>
                  </a:lnTo>
                  <a:cubicBezTo>
                    <a:pt x="551" y="552"/>
                    <a:pt x="377" y="266"/>
                    <a:pt x="203"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3" name="Google Shape;483;p6"/>
            <p:cNvSpPr/>
            <p:nvPr/>
          </p:nvSpPr>
          <p:spPr>
            <a:xfrm>
              <a:off x="2841525" y="3670975"/>
              <a:ext cx="5950" cy="23400"/>
            </a:xfrm>
            <a:custGeom>
              <a:avLst/>
              <a:gdLst/>
              <a:ahLst/>
              <a:cxnLst/>
              <a:rect l="l" t="t" r="r" b="b"/>
              <a:pathLst>
                <a:path w="238" h="936" extrusionOk="0">
                  <a:moveTo>
                    <a:pt x="0" y="1"/>
                  </a:moveTo>
                  <a:lnTo>
                    <a:pt x="0" y="936"/>
                  </a:lnTo>
                  <a:lnTo>
                    <a:pt x="237" y="936"/>
                  </a:lnTo>
                  <a:lnTo>
                    <a:pt x="237"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4" name="Google Shape;484;p6"/>
            <p:cNvSpPr/>
            <p:nvPr/>
          </p:nvSpPr>
          <p:spPr>
            <a:xfrm>
              <a:off x="2510150" y="2649325"/>
              <a:ext cx="23400" cy="5775"/>
            </a:xfrm>
            <a:custGeom>
              <a:avLst/>
              <a:gdLst/>
              <a:ahLst/>
              <a:cxnLst/>
              <a:rect l="l" t="t" r="r" b="b"/>
              <a:pathLst>
                <a:path w="936" h="231" extrusionOk="0">
                  <a:moveTo>
                    <a:pt x="0" y="1"/>
                  </a:moveTo>
                  <a:lnTo>
                    <a:pt x="0" y="231"/>
                  </a:lnTo>
                  <a:lnTo>
                    <a:pt x="935" y="231"/>
                  </a:lnTo>
                  <a:lnTo>
                    <a:pt x="93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5" name="Google Shape;485;p6"/>
            <p:cNvSpPr/>
            <p:nvPr/>
          </p:nvSpPr>
          <p:spPr>
            <a:xfrm>
              <a:off x="2556725" y="2649325"/>
              <a:ext cx="22500" cy="5775"/>
            </a:xfrm>
            <a:custGeom>
              <a:avLst/>
              <a:gdLst/>
              <a:ahLst/>
              <a:cxnLst/>
              <a:rect l="l" t="t" r="r" b="b"/>
              <a:pathLst>
                <a:path w="900" h="231" extrusionOk="0">
                  <a:moveTo>
                    <a:pt x="0" y="1"/>
                  </a:moveTo>
                  <a:lnTo>
                    <a:pt x="0" y="231"/>
                  </a:lnTo>
                  <a:lnTo>
                    <a:pt x="900" y="231"/>
                  </a:lnTo>
                  <a:lnTo>
                    <a:pt x="900"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6" name="Google Shape;486;p6"/>
            <p:cNvSpPr/>
            <p:nvPr/>
          </p:nvSpPr>
          <p:spPr>
            <a:xfrm>
              <a:off x="2648975" y="2649325"/>
              <a:ext cx="23400" cy="5775"/>
            </a:xfrm>
            <a:custGeom>
              <a:avLst/>
              <a:gdLst/>
              <a:ahLst/>
              <a:cxnLst/>
              <a:rect l="l" t="t" r="r" b="b"/>
              <a:pathLst>
                <a:path w="936" h="231" extrusionOk="0">
                  <a:moveTo>
                    <a:pt x="0" y="1"/>
                  </a:moveTo>
                  <a:lnTo>
                    <a:pt x="0" y="231"/>
                  </a:lnTo>
                  <a:lnTo>
                    <a:pt x="935" y="231"/>
                  </a:lnTo>
                  <a:lnTo>
                    <a:pt x="93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7" name="Google Shape;487;p6"/>
            <p:cNvSpPr/>
            <p:nvPr/>
          </p:nvSpPr>
          <p:spPr>
            <a:xfrm>
              <a:off x="2602575" y="2649325"/>
              <a:ext cx="23225" cy="5775"/>
            </a:xfrm>
            <a:custGeom>
              <a:avLst/>
              <a:gdLst/>
              <a:ahLst/>
              <a:cxnLst/>
              <a:rect l="l" t="t" r="r" b="b"/>
              <a:pathLst>
                <a:path w="929" h="231" extrusionOk="0">
                  <a:moveTo>
                    <a:pt x="1" y="1"/>
                  </a:moveTo>
                  <a:lnTo>
                    <a:pt x="1" y="231"/>
                  </a:lnTo>
                  <a:lnTo>
                    <a:pt x="929" y="231"/>
                  </a:lnTo>
                  <a:lnTo>
                    <a:pt x="929"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8" name="Google Shape;488;p6"/>
            <p:cNvSpPr/>
            <p:nvPr/>
          </p:nvSpPr>
          <p:spPr>
            <a:xfrm>
              <a:off x="2695550" y="2648625"/>
              <a:ext cx="23200" cy="6475"/>
            </a:xfrm>
            <a:custGeom>
              <a:avLst/>
              <a:gdLst/>
              <a:ahLst/>
              <a:cxnLst/>
              <a:rect l="l" t="t" r="r" b="b"/>
              <a:pathLst>
                <a:path w="928" h="259" extrusionOk="0">
                  <a:moveTo>
                    <a:pt x="753" y="1"/>
                  </a:moveTo>
                  <a:cubicBezTo>
                    <a:pt x="670" y="1"/>
                    <a:pt x="607" y="29"/>
                    <a:pt x="607" y="29"/>
                  </a:cubicBezTo>
                  <a:lnTo>
                    <a:pt x="0" y="29"/>
                  </a:lnTo>
                  <a:lnTo>
                    <a:pt x="0" y="259"/>
                  </a:lnTo>
                  <a:lnTo>
                    <a:pt x="607" y="259"/>
                  </a:lnTo>
                  <a:cubicBezTo>
                    <a:pt x="607" y="259"/>
                    <a:pt x="670" y="231"/>
                    <a:pt x="753" y="231"/>
                  </a:cubicBezTo>
                  <a:cubicBezTo>
                    <a:pt x="816" y="231"/>
                    <a:pt x="872" y="231"/>
                    <a:pt x="928" y="259"/>
                  </a:cubicBezTo>
                  <a:lnTo>
                    <a:pt x="928" y="29"/>
                  </a:lnTo>
                  <a:cubicBezTo>
                    <a:pt x="872" y="1"/>
                    <a:pt x="816" y="1"/>
                    <a:pt x="753"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9" name="Google Shape;489;p6"/>
            <p:cNvSpPr/>
            <p:nvPr/>
          </p:nvSpPr>
          <p:spPr>
            <a:xfrm>
              <a:off x="2741225" y="2651600"/>
              <a:ext cx="24100" cy="11525"/>
            </a:xfrm>
            <a:custGeom>
              <a:avLst/>
              <a:gdLst/>
              <a:ahLst/>
              <a:cxnLst/>
              <a:rect l="l" t="t" r="r" b="b"/>
              <a:pathLst>
                <a:path w="964" h="461" extrusionOk="0">
                  <a:moveTo>
                    <a:pt x="64" y="0"/>
                  </a:moveTo>
                  <a:lnTo>
                    <a:pt x="1" y="231"/>
                  </a:lnTo>
                  <a:cubicBezTo>
                    <a:pt x="322" y="286"/>
                    <a:pt x="615" y="349"/>
                    <a:pt x="908" y="461"/>
                  </a:cubicBezTo>
                  <a:lnTo>
                    <a:pt x="964" y="231"/>
                  </a:lnTo>
                  <a:cubicBezTo>
                    <a:pt x="671" y="140"/>
                    <a:pt x="384" y="56"/>
                    <a:pt x="64"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0" name="Google Shape;490;p6"/>
            <p:cNvSpPr/>
            <p:nvPr/>
          </p:nvSpPr>
          <p:spPr>
            <a:xfrm>
              <a:off x="2784125" y="2667475"/>
              <a:ext cx="22525" cy="17450"/>
            </a:xfrm>
            <a:custGeom>
              <a:avLst/>
              <a:gdLst/>
              <a:ahLst/>
              <a:cxnLst/>
              <a:rect l="l" t="t" r="r" b="b"/>
              <a:pathLst>
                <a:path w="901" h="698" extrusionOk="0">
                  <a:moveTo>
                    <a:pt x="120" y="0"/>
                  </a:moveTo>
                  <a:lnTo>
                    <a:pt x="1" y="202"/>
                  </a:lnTo>
                  <a:cubicBezTo>
                    <a:pt x="266" y="349"/>
                    <a:pt x="524" y="523"/>
                    <a:pt x="726" y="698"/>
                  </a:cubicBezTo>
                  <a:lnTo>
                    <a:pt x="901" y="523"/>
                  </a:lnTo>
                  <a:cubicBezTo>
                    <a:pt x="671" y="321"/>
                    <a:pt x="413" y="147"/>
                    <a:pt x="120"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1" name="Google Shape;491;p6"/>
            <p:cNvSpPr/>
            <p:nvPr/>
          </p:nvSpPr>
          <p:spPr>
            <a:xfrm>
              <a:off x="2841525" y="2927675"/>
              <a:ext cx="5950" cy="23225"/>
            </a:xfrm>
            <a:custGeom>
              <a:avLst/>
              <a:gdLst/>
              <a:ahLst/>
              <a:cxnLst/>
              <a:rect l="l" t="t" r="r" b="b"/>
              <a:pathLst>
                <a:path w="238" h="929" extrusionOk="0">
                  <a:moveTo>
                    <a:pt x="0" y="1"/>
                  </a:moveTo>
                  <a:lnTo>
                    <a:pt x="0" y="928"/>
                  </a:lnTo>
                  <a:lnTo>
                    <a:pt x="237" y="928"/>
                  </a:lnTo>
                  <a:lnTo>
                    <a:pt x="237"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2" name="Google Shape;492;p6"/>
            <p:cNvSpPr/>
            <p:nvPr/>
          </p:nvSpPr>
          <p:spPr>
            <a:xfrm>
              <a:off x="2841525" y="2974250"/>
              <a:ext cx="5950" cy="23225"/>
            </a:xfrm>
            <a:custGeom>
              <a:avLst/>
              <a:gdLst/>
              <a:ahLst/>
              <a:cxnLst/>
              <a:rect l="l" t="t" r="r" b="b"/>
              <a:pathLst>
                <a:path w="238" h="929" extrusionOk="0">
                  <a:moveTo>
                    <a:pt x="0" y="0"/>
                  </a:moveTo>
                  <a:lnTo>
                    <a:pt x="0" y="928"/>
                  </a:lnTo>
                  <a:lnTo>
                    <a:pt x="237" y="928"/>
                  </a:lnTo>
                  <a:lnTo>
                    <a:pt x="237"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3" name="Google Shape;493;p6"/>
            <p:cNvSpPr/>
            <p:nvPr/>
          </p:nvSpPr>
          <p:spPr>
            <a:xfrm>
              <a:off x="2841525" y="3020625"/>
              <a:ext cx="5950" cy="23400"/>
            </a:xfrm>
            <a:custGeom>
              <a:avLst/>
              <a:gdLst/>
              <a:ahLst/>
              <a:cxnLst/>
              <a:rect l="l" t="t" r="r" b="b"/>
              <a:pathLst>
                <a:path w="238" h="936" extrusionOk="0">
                  <a:moveTo>
                    <a:pt x="0" y="1"/>
                  </a:moveTo>
                  <a:lnTo>
                    <a:pt x="0" y="936"/>
                  </a:lnTo>
                  <a:lnTo>
                    <a:pt x="237" y="936"/>
                  </a:lnTo>
                  <a:lnTo>
                    <a:pt x="237"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4" name="Google Shape;494;p6"/>
            <p:cNvSpPr/>
            <p:nvPr/>
          </p:nvSpPr>
          <p:spPr>
            <a:xfrm>
              <a:off x="2841525" y="3113775"/>
              <a:ext cx="5950" cy="23200"/>
            </a:xfrm>
            <a:custGeom>
              <a:avLst/>
              <a:gdLst/>
              <a:ahLst/>
              <a:cxnLst/>
              <a:rect l="l" t="t" r="r" b="b"/>
              <a:pathLst>
                <a:path w="238" h="928" extrusionOk="0">
                  <a:moveTo>
                    <a:pt x="0" y="0"/>
                  </a:moveTo>
                  <a:lnTo>
                    <a:pt x="0" y="928"/>
                  </a:lnTo>
                  <a:lnTo>
                    <a:pt x="237" y="928"/>
                  </a:lnTo>
                  <a:lnTo>
                    <a:pt x="237"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5" name="Google Shape;495;p6"/>
            <p:cNvSpPr/>
            <p:nvPr/>
          </p:nvSpPr>
          <p:spPr>
            <a:xfrm>
              <a:off x="2841525" y="3067200"/>
              <a:ext cx="5950" cy="23225"/>
            </a:xfrm>
            <a:custGeom>
              <a:avLst/>
              <a:gdLst/>
              <a:ahLst/>
              <a:cxnLst/>
              <a:rect l="l" t="t" r="r" b="b"/>
              <a:pathLst>
                <a:path w="238" h="929" extrusionOk="0">
                  <a:moveTo>
                    <a:pt x="0" y="0"/>
                  </a:moveTo>
                  <a:lnTo>
                    <a:pt x="0" y="928"/>
                  </a:lnTo>
                  <a:lnTo>
                    <a:pt x="237" y="928"/>
                  </a:lnTo>
                  <a:lnTo>
                    <a:pt x="237"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6" name="Google Shape;496;p6"/>
            <p:cNvSpPr/>
            <p:nvPr/>
          </p:nvSpPr>
          <p:spPr>
            <a:xfrm>
              <a:off x="2841525" y="2788150"/>
              <a:ext cx="5950" cy="23225"/>
            </a:xfrm>
            <a:custGeom>
              <a:avLst/>
              <a:gdLst/>
              <a:ahLst/>
              <a:cxnLst/>
              <a:rect l="l" t="t" r="r" b="b"/>
              <a:pathLst>
                <a:path w="238" h="929" extrusionOk="0">
                  <a:moveTo>
                    <a:pt x="0" y="1"/>
                  </a:moveTo>
                  <a:lnTo>
                    <a:pt x="0" y="928"/>
                  </a:lnTo>
                  <a:lnTo>
                    <a:pt x="237" y="928"/>
                  </a:lnTo>
                  <a:lnTo>
                    <a:pt x="237"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7" name="Google Shape;497;p6"/>
            <p:cNvSpPr/>
            <p:nvPr/>
          </p:nvSpPr>
          <p:spPr>
            <a:xfrm>
              <a:off x="2841525" y="2834725"/>
              <a:ext cx="5950" cy="23225"/>
            </a:xfrm>
            <a:custGeom>
              <a:avLst/>
              <a:gdLst/>
              <a:ahLst/>
              <a:cxnLst/>
              <a:rect l="l" t="t" r="r" b="b"/>
              <a:pathLst>
                <a:path w="238" h="929" extrusionOk="0">
                  <a:moveTo>
                    <a:pt x="0" y="0"/>
                  </a:moveTo>
                  <a:lnTo>
                    <a:pt x="0" y="928"/>
                  </a:lnTo>
                  <a:lnTo>
                    <a:pt x="237" y="928"/>
                  </a:lnTo>
                  <a:lnTo>
                    <a:pt x="237"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8" name="Google Shape;498;p6"/>
            <p:cNvSpPr/>
            <p:nvPr/>
          </p:nvSpPr>
          <p:spPr>
            <a:xfrm>
              <a:off x="2841525" y="3531450"/>
              <a:ext cx="5950" cy="23400"/>
            </a:xfrm>
            <a:custGeom>
              <a:avLst/>
              <a:gdLst/>
              <a:ahLst/>
              <a:cxnLst/>
              <a:rect l="l" t="t" r="r" b="b"/>
              <a:pathLst>
                <a:path w="238" h="936" extrusionOk="0">
                  <a:moveTo>
                    <a:pt x="0" y="1"/>
                  </a:moveTo>
                  <a:lnTo>
                    <a:pt x="0" y="936"/>
                  </a:lnTo>
                  <a:lnTo>
                    <a:pt x="237" y="936"/>
                  </a:lnTo>
                  <a:lnTo>
                    <a:pt x="237"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9" name="Google Shape;499;p6"/>
            <p:cNvSpPr/>
            <p:nvPr/>
          </p:nvSpPr>
          <p:spPr>
            <a:xfrm>
              <a:off x="2841525" y="2881100"/>
              <a:ext cx="5950" cy="23400"/>
            </a:xfrm>
            <a:custGeom>
              <a:avLst/>
              <a:gdLst/>
              <a:ahLst/>
              <a:cxnLst/>
              <a:rect l="l" t="t" r="r" b="b"/>
              <a:pathLst>
                <a:path w="238" h="936" extrusionOk="0">
                  <a:moveTo>
                    <a:pt x="0" y="1"/>
                  </a:moveTo>
                  <a:lnTo>
                    <a:pt x="0" y="936"/>
                  </a:lnTo>
                  <a:lnTo>
                    <a:pt x="237" y="936"/>
                  </a:lnTo>
                  <a:lnTo>
                    <a:pt x="237"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0" name="Google Shape;500;p6"/>
            <p:cNvSpPr/>
            <p:nvPr/>
          </p:nvSpPr>
          <p:spPr>
            <a:xfrm>
              <a:off x="2841525" y="3346250"/>
              <a:ext cx="5950" cy="23225"/>
            </a:xfrm>
            <a:custGeom>
              <a:avLst/>
              <a:gdLst/>
              <a:ahLst/>
              <a:cxnLst/>
              <a:rect l="l" t="t" r="r" b="b"/>
              <a:pathLst>
                <a:path w="238" h="929" extrusionOk="0">
                  <a:moveTo>
                    <a:pt x="0" y="0"/>
                  </a:moveTo>
                  <a:lnTo>
                    <a:pt x="0" y="928"/>
                  </a:lnTo>
                  <a:lnTo>
                    <a:pt x="237" y="928"/>
                  </a:lnTo>
                  <a:lnTo>
                    <a:pt x="237"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1" name="Google Shape;501;p6"/>
            <p:cNvSpPr/>
            <p:nvPr/>
          </p:nvSpPr>
          <p:spPr>
            <a:xfrm>
              <a:off x="2841525" y="3392800"/>
              <a:ext cx="5950" cy="23225"/>
            </a:xfrm>
            <a:custGeom>
              <a:avLst/>
              <a:gdLst/>
              <a:ahLst/>
              <a:cxnLst/>
              <a:rect l="l" t="t" r="r" b="b"/>
              <a:pathLst>
                <a:path w="238" h="929" extrusionOk="0">
                  <a:moveTo>
                    <a:pt x="0" y="1"/>
                  </a:moveTo>
                  <a:lnTo>
                    <a:pt x="0" y="929"/>
                  </a:lnTo>
                  <a:lnTo>
                    <a:pt x="237" y="929"/>
                  </a:lnTo>
                  <a:lnTo>
                    <a:pt x="237"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2" name="Google Shape;502;p6"/>
            <p:cNvSpPr/>
            <p:nvPr/>
          </p:nvSpPr>
          <p:spPr>
            <a:xfrm>
              <a:off x="2841525" y="3439200"/>
              <a:ext cx="5950" cy="23400"/>
            </a:xfrm>
            <a:custGeom>
              <a:avLst/>
              <a:gdLst/>
              <a:ahLst/>
              <a:cxnLst/>
              <a:rect l="l" t="t" r="r" b="b"/>
              <a:pathLst>
                <a:path w="238" h="936" extrusionOk="0">
                  <a:moveTo>
                    <a:pt x="0" y="1"/>
                  </a:moveTo>
                  <a:lnTo>
                    <a:pt x="0" y="935"/>
                  </a:lnTo>
                  <a:lnTo>
                    <a:pt x="237" y="935"/>
                  </a:lnTo>
                  <a:lnTo>
                    <a:pt x="237"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3" name="Google Shape;503;p6"/>
            <p:cNvSpPr/>
            <p:nvPr/>
          </p:nvSpPr>
          <p:spPr>
            <a:xfrm>
              <a:off x="2841525" y="3160150"/>
              <a:ext cx="5950" cy="23400"/>
            </a:xfrm>
            <a:custGeom>
              <a:avLst/>
              <a:gdLst/>
              <a:ahLst/>
              <a:cxnLst/>
              <a:rect l="l" t="t" r="r" b="b"/>
              <a:pathLst>
                <a:path w="238" h="936" extrusionOk="0">
                  <a:moveTo>
                    <a:pt x="0" y="1"/>
                  </a:moveTo>
                  <a:lnTo>
                    <a:pt x="0" y="936"/>
                  </a:lnTo>
                  <a:lnTo>
                    <a:pt x="237" y="936"/>
                  </a:lnTo>
                  <a:lnTo>
                    <a:pt x="237"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4" name="Google Shape;504;p6"/>
            <p:cNvSpPr/>
            <p:nvPr/>
          </p:nvSpPr>
          <p:spPr>
            <a:xfrm>
              <a:off x="2841525" y="3485075"/>
              <a:ext cx="5950" cy="23225"/>
            </a:xfrm>
            <a:custGeom>
              <a:avLst/>
              <a:gdLst/>
              <a:ahLst/>
              <a:cxnLst/>
              <a:rect l="l" t="t" r="r" b="b"/>
              <a:pathLst>
                <a:path w="238" h="929" extrusionOk="0">
                  <a:moveTo>
                    <a:pt x="0" y="0"/>
                  </a:moveTo>
                  <a:lnTo>
                    <a:pt x="0" y="928"/>
                  </a:lnTo>
                  <a:lnTo>
                    <a:pt x="237" y="928"/>
                  </a:lnTo>
                  <a:lnTo>
                    <a:pt x="237"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5" name="Google Shape;505;p6"/>
            <p:cNvSpPr/>
            <p:nvPr/>
          </p:nvSpPr>
          <p:spPr>
            <a:xfrm>
              <a:off x="2841525" y="3206725"/>
              <a:ext cx="5950" cy="23225"/>
            </a:xfrm>
            <a:custGeom>
              <a:avLst/>
              <a:gdLst/>
              <a:ahLst/>
              <a:cxnLst/>
              <a:rect l="l" t="t" r="r" b="b"/>
              <a:pathLst>
                <a:path w="238" h="929" extrusionOk="0">
                  <a:moveTo>
                    <a:pt x="0" y="0"/>
                  </a:moveTo>
                  <a:lnTo>
                    <a:pt x="0" y="928"/>
                  </a:lnTo>
                  <a:lnTo>
                    <a:pt x="237" y="928"/>
                  </a:lnTo>
                  <a:lnTo>
                    <a:pt x="237"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6" name="Google Shape;506;p6"/>
            <p:cNvSpPr/>
            <p:nvPr/>
          </p:nvSpPr>
          <p:spPr>
            <a:xfrm>
              <a:off x="2841525" y="3253300"/>
              <a:ext cx="5950" cy="23200"/>
            </a:xfrm>
            <a:custGeom>
              <a:avLst/>
              <a:gdLst/>
              <a:ahLst/>
              <a:cxnLst/>
              <a:rect l="l" t="t" r="r" b="b"/>
              <a:pathLst>
                <a:path w="238" h="928" extrusionOk="0">
                  <a:moveTo>
                    <a:pt x="0" y="0"/>
                  </a:moveTo>
                  <a:lnTo>
                    <a:pt x="0" y="928"/>
                  </a:lnTo>
                  <a:lnTo>
                    <a:pt x="237" y="928"/>
                  </a:lnTo>
                  <a:lnTo>
                    <a:pt x="237"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7" name="Google Shape;507;p6"/>
            <p:cNvSpPr/>
            <p:nvPr/>
          </p:nvSpPr>
          <p:spPr>
            <a:xfrm>
              <a:off x="2841525" y="3299675"/>
              <a:ext cx="5950" cy="23400"/>
            </a:xfrm>
            <a:custGeom>
              <a:avLst/>
              <a:gdLst/>
              <a:ahLst/>
              <a:cxnLst/>
              <a:rect l="l" t="t" r="r" b="b"/>
              <a:pathLst>
                <a:path w="238" h="936" extrusionOk="0">
                  <a:moveTo>
                    <a:pt x="0" y="1"/>
                  </a:moveTo>
                  <a:lnTo>
                    <a:pt x="0" y="935"/>
                  </a:lnTo>
                  <a:lnTo>
                    <a:pt x="237" y="935"/>
                  </a:lnTo>
                  <a:lnTo>
                    <a:pt x="237"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8" name="Google Shape;508;p6"/>
            <p:cNvSpPr/>
            <p:nvPr/>
          </p:nvSpPr>
          <p:spPr>
            <a:xfrm>
              <a:off x="2841525" y="3902075"/>
              <a:ext cx="5950" cy="11700"/>
            </a:xfrm>
            <a:custGeom>
              <a:avLst/>
              <a:gdLst/>
              <a:ahLst/>
              <a:cxnLst/>
              <a:rect l="l" t="t" r="r" b="b"/>
              <a:pathLst>
                <a:path w="238" h="468" extrusionOk="0">
                  <a:moveTo>
                    <a:pt x="0" y="0"/>
                  </a:moveTo>
                  <a:lnTo>
                    <a:pt x="0" y="468"/>
                  </a:lnTo>
                  <a:lnTo>
                    <a:pt x="237" y="468"/>
                  </a:lnTo>
                  <a:lnTo>
                    <a:pt x="237"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09" name="Google Shape;509;p6"/>
          <p:cNvGrpSpPr/>
          <p:nvPr/>
        </p:nvGrpSpPr>
        <p:grpSpPr>
          <a:xfrm>
            <a:off x="8243439" y="4320295"/>
            <a:ext cx="374657" cy="463150"/>
            <a:chOff x="8243489" y="4050570"/>
            <a:chExt cx="374657" cy="463150"/>
          </a:xfrm>
        </p:grpSpPr>
        <p:sp>
          <p:nvSpPr>
            <p:cNvPr id="510" name="Google Shape;510;p6"/>
            <p:cNvSpPr/>
            <p:nvPr/>
          </p:nvSpPr>
          <p:spPr>
            <a:xfrm>
              <a:off x="8243489" y="4051225"/>
              <a:ext cx="374657" cy="461828"/>
            </a:xfrm>
            <a:custGeom>
              <a:avLst/>
              <a:gdLst/>
              <a:ahLst/>
              <a:cxnLst/>
              <a:rect l="l" t="t" r="r" b="b"/>
              <a:pathLst>
                <a:path w="107815" h="132900" extrusionOk="0">
                  <a:moveTo>
                    <a:pt x="53908" y="30499"/>
                  </a:moveTo>
                  <a:cubicBezTo>
                    <a:pt x="65243" y="30499"/>
                    <a:pt x="74444" y="39725"/>
                    <a:pt x="74444" y="51162"/>
                  </a:cubicBezTo>
                  <a:cubicBezTo>
                    <a:pt x="74444" y="62472"/>
                    <a:pt x="65243" y="71698"/>
                    <a:pt x="53908" y="71698"/>
                  </a:cubicBezTo>
                  <a:cubicBezTo>
                    <a:pt x="42572" y="71698"/>
                    <a:pt x="33372" y="62472"/>
                    <a:pt x="33372" y="51162"/>
                  </a:cubicBezTo>
                  <a:cubicBezTo>
                    <a:pt x="33372" y="39725"/>
                    <a:pt x="42572" y="30499"/>
                    <a:pt x="53908" y="30499"/>
                  </a:cubicBezTo>
                  <a:close/>
                  <a:moveTo>
                    <a:pt x="53908" y="0"/>
                  </a:moveTo>
                  <a:cubicBezTo>
                    <a:pt x="24146" y="0"/>
                    <a:pt x="1" y="24145"/>
                    <a:pt x="1" y="53907"/>
                  </a:cubicBezTo>
                  <a:cubicBezTo>
                    <a:pt x="1" y="72867"/>
                    <a:pt x="9125" y="89489"/>
                    <a:pt x="19800" y="102629"/>
                  </a:cubicBezTo>
                  <a:cubicBezTo>
                    <a:pt x="35176" y="121462"/>
                    <a:pt x="53908" y="132899"/>
                    <a:pt x="53908" y="132899"/>
                  </a:cubicBezTo>
                  <a:cubicBezTo>
                    <a:pt x="53908" y="132899"/>
                    <a:pt x="107815" y="101460"/>
                    <a:pt x="107815" y="53907"/>
                  </a:cubicBezTo>
                  <a:cubicBezTo>
                    <a:pt x="107815" y="49993"/>
                    <a:pt x="107383" y="46282"/>
                    <a:pt x="106646" y="42571"/>
                  </a:cubicBezTo>
                  <a:cubicBezTo>
                    <a:pt x="101461" y="18223"/>
                    <a:pt x="79857" y="0"/>
                    <a:pt x="5390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1" name="Google Shape;511;p6"/>
            <p:cNvSpPr/>
            <p:nvPr/>
          </p:nvSpPr>
          <p:spPr>
            <a:xfrm>
              <a:off x="8244307" y="4050570"/>
              <a:ext cx="257600" cy="463150"/>
            </a:xfrm>
            <a:custGeom>
              <a:avLst/>
              <a:gdLst/>
              <a:ahLst/>
              <a:cxnLst/>
              <a:rect l="l" t="t" r="r" b="b"/>
              <a:pathLst>
                <a:path w="10304" h="18526" extrusionOk="0">
                  <a:moveTo>
                    <a:pt x="10304" y="569"/>
                  </a:moveTo>
                  <a:cubicBezTo>
                    <a:pt x="10352" y="391"/>
                    <a:pt x="7780" y="-157"/>
                    <a:pt x="6521" y="43"/>
                  </a:cubicBezTo>
                  <a:cubicBezTo>
                    <a:pt x="5262" y="243"/>
                    <a:pt x="3802" y="856"/>
                    <a:pt x="2749" y="1767"/>
                  </a:cubicBezTo>
                  <a:cubicBezTo>
                    <a:pt x="1697" y="2678"/>
                    <a:pt x="575" y="4056"/>
                    <a:pt x="206" y="5509"/>
                  </a:cubicBezTo>
                  <a:cubicBezTo>
                    <a:pt x="-163" y="6962"/>
                    <a:pt x="-24" y="8869"/>
                    <a:pt x="533" y="10485"/>
                  </a:cubicBezTo>
                  <a:cubicBezTo>
                    <a:pt x="1090" y="12102"/>
                    <a:pt x="2383" y="13868"/>
                    <a:pt x="3548" y="15208"/>
                  </a:cubicBezTo>
                  <a:cubicBezTo>
                    <a:pt x="4713" y="16548"/>
                    <a:pt x="7296" y="18466"/>
                    <a:pt x="7523" y="18525"/>
                  </a:cubicBezTo>
                  <a:cubicBezTo>
                    <a:pt x="7750" y="18584"/>
                    <a:pt x="5678" y="16542"/>
                    <a:pt x="4908" y="15561"/>
                  </a:cubicBezTo>
                  <a:cubicBezTo>
                    <a:pt x="4138" y="14580"/>
                    <a:pt x="3455" y="13897"/>
                    <a:pt x="2903" y="12640"/>
                  </a:cubicBezTo>
                  <a:cubicBezTo>
                    <a:pt x="2351" y="11383"/>
                    <a:pt x="1592" y="9536"/>
                    <a:pt x="1595" y="8020"/>
                  </a:cubicBezTo>
                  <a:cubicBezTo>
                    <a:pt x="1598" y="6504"/>
                    <a:pt x="2149" y="4697"/>
                    <a:pt x="2922" y="3546"/>
                  </a:cubicBezTo>
                  <a:cubicBezTo>
                    <a:pt x="3696" y="2395"/>
                    <a:pt x="5006" y="1609"/>
                    <a:pt x="6236" y="1113"/>
                  </a:cubicBezTo>
                  <a:cubicBezTo>
                    <a:pt x="7466" y="617"/>
                    <a:pt x="10257" y="747"/>
                    <a:pt x="10304" y="569"/>
                  </a:cubicBezTo>
                  <a:close/>
                </a:path>
              </a:pathLst>
            </a:custGeom>
            <a:solidFill>
              <a:srgbClr val="8162A7">
                <a:alpha val="45910"/>
              </a:srgbClr>
            </a:solidFill>
            <a:ln>
              <a:noFill/>
            </a:ln>
          </p:spPr>
        </p:sp>
      </p:grpSp>
      <p:grpSp>
        <p:nvGrpSpPr>
          <p:cNvPr id="512" name="Google Shape;512;p6"/>
          <p:cNvGrpSpPr/>
          <p:nvPr/>
        </p:nvGrpSpPr>
        <p:grpSpPr>
          <a:xfrm>
            <a:off x="366588" y="4512987"/>
            <a:ext cx="514249" cy="630515"/>
            <a:chOff x="366588" y="4512987"/>
            <a:chExt cx="514249" cy="630515"/>
          </a:xfrm>
        </p:grpSpPr>
        <p:grpSp>
          <p:nvGrpSpPr>
            <p:cNvPr id="513" name="Google Shape;513;p6"/>
            <p:cNvGrpSpPr/>
            <p:nvPr/>
          </p:nvGrpSpPr>
          <p:grpSpPr>
            <a:xfrm>
              <a:off x="366588" y="4512987"/>
              <a:ext cx="347653" cy="630515"/>
              <a:chOff x="3816307" y="2352225"/>
              <a:chExt cx="1213027" cy="2199981"/>
            </a:xfrm>
          </p:grpSpPr>
          <p:sp>
            <p:nvSpPr>
              <p:cNvPr id="514" name="Google Shape;514;p6"/>
              <p:cNvSpPr/>
              <p:nvPr/>
            </p:nvSpPr>
            <p:spPr>
              <a:xfrm>
                <a:off x="3816307" y="2353110"/>
                <a:ext cx="1213027" cy="1210194"/>
              </a:xfrm>
              <a:custGeom>
                <a:avLst/>
                <a:gdLst/>
                <a:ahLst/>
                <a:cxnLst/>
                <a:rect l="l" t="t" r="r" b="b"/>
                <a:pathLst>
                  <a:path w="6852" h="6836" extrusionOk="0">
                    <a:moveTo>
                      <a:pt x="3422" y="1"/>
                    </a:moveTo>
                    <a:cubicBezTo>
                      <a:pt x="1540" y="1"/>
                      <a:pt x="14" y="1519"/>
                      <a:pt x="1" y="3404"/>
                    </a:cubicBezTo>
                    <a:cubicBezTo>
                      <a:pt x="1" y="5299"/>
                      <a:pt x="1524" y="6836"/>
                      <a:pt x="3420" y="6836"/>
                    </a:cubicBezTo>
                    <a:cubicBezTo>
                      <a:pt x="3430" y="6836"/>
                      <a:pt x="3440" y="6836"/>
                      <a:pt x="3450" y="6836"/>
                    </a:cubicBezTo>
                    <a:cubicBezTo>
                      <a:pt x="5316" y="6836"/>
                      <a:pt x="6836" y="5315"/>
                      <a:pt x="6852" y="3433"/>
                    </a:cubicBezTo>
                    <a:cubicBezTo>
                      <a:pt x="6852" y="1540"/>
                      <a:pt x="5326" y="1"/>
                      <a:pt x="3446" y="1"/>
                    </a:cubicBezTo>
                    <a:cubicBezTo>
                      <a:pt x="3438" y="1"/>
                      <a:pt x="3430" y="1"/>
                      <a:pt x="342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5" name="Google Shape;515;p6"/>
              <p:cNvSpPr/>
              <p:nvPr/>
            </p:nvSpPr>
            <p:spPr>
              <a:xfrm>
                <a:off x="4199402" y="2832867"/>
                <a:ext cx="361854" cy="1719340"/>
              </a:xfrm>
              <a:custGeom>
                <a:avLst/>
                <a:gdLst/>
                <a:ahLst/>
                <a:cxnLst/>
                <a:rect l="l" t="t" r="r" b="b"/>
                <a:pathLst>
                  <a:path w="2044" h="9712" extrusionOk="0">
                    <a:moveTo>
                      <a:pt x="1187" y="1"/>
                    </a:moveTo>
                    <a:lnTo>
                      <a:pt x="929" y="3420"/>
                    </a:lnTo>
                    <a:lnTo>
                      <a:pt x="14" y="2262"/>
                    </a:lnTo>
                    <a:lnTo>
                      <a:pt x="1" y="2276"/>
                    </a:lnTo>
                    <a:lnTo>
                      <a:pt x="900" y="3815"/>
                    </a:lnTo>
                    <a:lnTo>
                      <a:pt x="736" y="9712"/>
                    </a:lnTo>
                    <a:lnTo>
                      <a:pt x="1635" y="9712"/>
                    </a:lnTo>
                    <a:lnTo>
                      <a:pt x="1364" y="1854"/>
                    </a:lnTo>
                    <a:lnTo>
                      <a:pt x="2044" y="1020"/>
                    </a:lnTo>
                    <a:lnTo>
                      <a:pt x="2031" y="1007"/>
                    </a:lnTo>
                    <a:lnTo>
                      <a:pt x="1351" y="1648"/>
                    </a:lnTo>
                    <a:lnTo>
                      <a:pt x="1240" y="14"/>
                    </a:lnTo>
                    <a:lnTo>
                      <a:pt x="118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6" name="Google Shape;516;p6"/>
              <p:cNvSpPr/>
              <p:nvPr/>
            </p:nvSpPr>
            <p:spPr>
              <a:xfrm>
                <a:off x="4331999" y="2352225"/>
                <a:ext cx="697331" cy="1211079"/>
              </a:xfrm>
              <a:custGeom>
                <a:avLst/>
                <a:gdLst/>
                <a:ahLst/>
                <a:cxnLst/>
                <a:rect l="l" t="t" r="r" b="b"/>
                <a:pathLst>
                  <a:path w="3939" h="6841" extrusionOk="0">
                    <a:moveTo>
                      <a:pt x="383" y="1"/>
                    </a:moveTo>
                    <a:cubicBezTo>
                      <a:pt x="248" y="1"/>
                      <a:pt x="120" y="13"/>
                      <a:pt x="0" y="32"/>
                    </a:cubicBezTo>
                    <a:cubicBezTo>
                      <a:pt x="1651" y="290"/>
                      <a:pt x="2903" y="1722"/>
                      <a:pt x="2903" y="3438"/>
                    </a:cubicBezTo>
                    <a:cubicBezTo>
                      <a:pt x="2890" y="5141"/>
                      <a:pt x="1635" y="6556"/>
                      <a:pt x="0" y="6801"/>
                    </a:cubicBezTo>
                    <a:cubicBezTo>
                      <a:pt x="164" y="6828"/>
                      <a:pt x="327" y="6841"/>
                      <a:pt x="507" y="6841"/>
                    </a:cubicBezTo>
                    <a:cubicBezTo>
                      <a:pt x="517" y="6841"/>
                      <a:pt x="527" y="6841"/>
                      <a:pt x="537" y="6841"/>
                    </a:cubicBezTo>
                    <a:cubicBezTo>
                      <a:pt x="2403" y="6841"/>
                      <a:pt x="3923" y="5320"/>
                      <a:pt x="3939" y="3438"/>
                    </a:cubicBezTo>
                    <a:cubicBezTo>
                      <a:pt x="3939" y="1545"/>
                      <a:pt x="2413" y="6"/>
                      <a:pt x="533" y="6"/>
                    </a:cubicBezTo>
                    <a:cubicBezTo>
                      <a:pt x="482" y="2"/>
                      <a:pt x="432" y="1"/>
                      <a:pt x="383" y="1"/>
                    </a:cubicBezTo>
                    <a:close/>
                  </a:path>
                </a:pathLst>
              </a:custGeom>
              <a:solidFill>
                <a:srgbClr val="473A50">
                  <a:alpha val="434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17" name="Google Shape;517;p6"/>
            <p:cNvGrpSpPr/>
            <p:nvPr/>
          </p:nvGrpSpPr>
          <p:grpSpPr>
            <a:xfrm>
              <a:off x="714046" y="4839586"/>
              <a:ext cx="166791" cy="302717"/>
              <a:chOff x="3816307" y="2352225"/>
              <a:chExt cx="1213027" cy="2199981"/>
            </a:xfrm>
          </p:grpSpPr>
          <p:sp>
            <p:nvSpPr>
              <p:cNvPr id="518" name="Google Shape;518;p6"/>
              <p:cNvSpPr/>
              <p:nvPr/>
            </p:nvSpPr>
            <p:spPr>
              <a:xfrm>
                <a:off x="3816307" y="2353110"/>
                <a:ext cx="1213027" cy="1210194"/>
              </a:xfrm>
              <a:custGeom>
                <a:avLst/>
                <a:gdLst/>
                <a:ahLst/>
                <a:cxnLst/>
                <a:rect l="l" t="t" r="r" b="b"/>
                <a:pathLst>
                  <a:path w="6852" h="6836" extrusionOk="0">
                    <a:moveTo>
                      <a:pt x="3422" y="1"/>
                    </a:moveTo>
                    <a:cubicBezTo>
                      <a:pt x="1540" y="1"/>
                      <a:pt x="14" y="1519"/>
                      <a:pt x="1" y="3404"/>
                    </a:cubicBezTo>
                    <a:cubicBezTo>
                      <a:pt x="1" y="5299"/>
                      <a:pt x="1524" y="6836"/>
                      <a:pt x="3420" y="6836"/>
                    </a:cubicBezTo>
                    <a:cubicBezTo>
                      <a:pt x="3430" y="6836"/>
                      <a:pt x="3440" y="6836"/>
                      <a:pt x="3450" y="6836"/>
                    </a:cubicBezTo>
                    <a:cubicBezTo>
                      <a:pt x="5316" y="6836"/>
                      <a:pt x="6836" y="5315"/>
                      <a:pt x="6852" y="3433"/>
                    </a:cubicBezTo>
                    <a:cubicBezTo>
                      <a:pt x="6852" y="1540"/>
                      <a:pt x="5326" y="1"/>
                      <a:pt x="3446" y="1"/>
                    </a:cubicBezTo>
                    <a:cubicBezTo>
                      <a:pt x="3438" y="1"/>
                      <a:pt x="3430" y="1"/>
                      <a:pt x="342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9" name="Google Shape;519;p6"/>
              <p:cNvSpPr/>
              <p:nvPr/>
            </p:nvSpPr>
            <p:spPr>
              <a:xfrm>
                <a:off x="4199402" y="2832867"/>
                <a:ext cx="361854" cy="1719340"/>
              </a:xfrm>
              <a:custGeom>
                <a:avLst/>
                <a:gdLst/>
                <a:ahLst/>
                <a:cxnLst/>
                <a:rect l="l" t="t" r="r" b="b"/>
                <a:pathLst>
                  <a:path w="2044" h="9712" extrusionOk="0">
                    <a:moveTo>
                      <a:pt x="1187" y="1"/>
                    </a:moveTo>
                    <a:lnTo>
                      <a:pt x="929" y="3420"/>
                    </a:lnTo>
                    <a:lnTo>
                      <a:pt x="14" y="2262"/>
                    </a:lnTo>
                    <a:lnTo>
                      <a:pt x="1" y="2276"/>
                    </a:lnTo>
                    <a:lnTo>
                      <a:pt x="900" y="3815"/>
                    </a:lnTo>
                    <a:lnTo>
                      <a:pt x="736" y="9712"/>
                    </a:lnTo>
                    <a:lnTo>
                      <a:pt x="1635" y="9712"/>
                    </a:lnTo>
                    <a:lnTo>
                      <a:pt x="1364" y="1854"/>
                    </a:lnTo>
                    <a:lnTo>
                      <a:pt x="2044" y="1020"/>
                    </a:lnTo>
                    <a:lnTo>
                      <a:pt x="2031" y="1007"/>
                    </a:lnTo>
                    <a:lnTo>
                      <a:pt x="1351" y="1648"/>
                    </a:lnTo>
                    <a:lnTo>
                      <a:pt x="1240" y="14"/>
                    </a:lnTo>
                    <a:lnTo>
                      <a:pt x="118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0" name="Google Shape;520;p6"/>
              <p:cNvSpPr/>
              <p:nvPr/>
            </p:nvSpPr>
            <p:spPr>
              <a:xfrm>
                <a:off x="4331999" y="2352225"/>
                <a:ext cx="697331" cy="1211079"/>
              </a:xfrm>
              <a:custGeom>
                <a:avLst/>
                <a:gdLst/>
                <a:ahLst/>
                <a:cxnLst/>
                <a:rect l="l" t="t" r="r" b="b"/>
                <a:pathLst>
                  <a:path w="3939" h="6841" extrusionOk="0">
                    <a:moveTo>
                      <a:pt x="383" y="1"/>
                    </a:moveTo>
                    <a:cubicBezTo>
                      <a:pt x="248" y="1"/>
                      <a:pt x="120" y="13"/>
                      <a:pt x="0" y="32"/>
                    </a:cubicBezTo>
                    <a:cubicBezTo>
                      <a:pt x="1651" y="290"/>
                      <a:pt x="2903" y="1722"/>
                      <a:pt x="2903" y="3438"/>
                    </a:cubicBezTo>
                    <a:cubicBezTo>
                      <a:pt x="2890" y="5141"/>
                      <a:pt x="1635" y="6556"/>
                      <a:pt x="0" y="6801"/>
                    </a:cubicBezTo>
                    <a:cubicBezTo>
                      <a:pt x="164" y="6828"/>
                      <a:pt x="327" y="6841"/>
                      <a:pt x="507" y="6841"/>
                    </a:cubicBezTo>
                    <a:cubicBezTo>
                      <a:pt x="517" y="6841"/>
                      <a:pt x="527" y="6841"/>
                      <a:pt x="537" y="6841"/>
                    </a:cubicBezTo>
                    <a:cubicBezTo>
                      <a:pt x="2403" y="6841"/>
                      <a:pt x="3923" y="5320"/>
                      <a:pt x="3939" y="3438"/>
                    </a:cubicBezTo>
                    <a:cubicBezTo>
                      <a:pt x="3939" y="1545"/>
                      <a:pt x="2413" y="6"/>
                      <a:pt x="533" y="6"/>
                    </a:cubicBezTo>
                    <a:cubicBezTo>
                      <a:pt x="482" y="2"/>
                      <a:pt x="432" y="1"/>
                      <a:pt x="383" y="1"/>
                    </a:cubicBezTo>
                    <a:close/>
                  </a:path>
                </a:pathLst>
              </a:custGeom>
              <a:solidFill>
                <a:srgbClr val="473A50">
                  <a:alpha val="434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521" name="Google Shape;521;p6"/>
          <p:cNvSpPr txBox="1">
            <a:spLocks noGrp="1"/>
          </p:cNvSpPr>
          <p:nvPr>
            <p:ph type="title"/>
          </p:nvPr>
        </p:nvSpPr>
        <p:spPr>
          <a:xfrm>
            <a:off x="720000" y="3688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522"/>
        <p:cNvGrpSpPr/>
        <p:nvPr/>
      </p:nvGrpSpPr>
      <p:grpSpPr>
        <a:xfrm>
          <a:off x="0" y="0"/>
          <a:ext cx="0" cy="0"/>
          <a:chOff x="0" y="0"/>
          <a:chExt cx="0" cy="0"/>
        </a:xfrm>
      </p:grpSpPr>
      <p:sp>
        <p:nvSpPr>
          <p:cNvPr id="523" name="Google Shape;523;p7"/>
          <p:cNvSpPr txBox="1">
            <a:spLocks noGrp="1"/>
          </p:cNvSpPr>
          <p:nvPr>
            <p:ph type="title"/>
          </p:nvPr>
        </p:nvSpPr>
        <p:spPr>
          <a:xfrm>
            <a:off x="1032800" y="1028200"/>
            <a:ext cx="3327000" cy="572700"/>
          </a:xfrm>
          <a:prstGeom prst="rect">
            <a:avLst/>
          </a:prstGeom>
        </p:spPr>
        <p:txBody>
          <a:bodyPr spcFirstLastPara="1" wrap="square" lIns="91425" tIns="91425" rIns="91425" bIns="91425" anchor="b" anchorCtr="0">
            <a:noAutofit/>
          </a:bodyPr>
          <a:lstStyle>
            <a:lvl1pPr lvl="0" algn="l" rtl="0">
              <a:spcBef>
                <a:spcPts val="0"/>
              </a:spcBef>
              <a:spcAft>
                <a:spcPts val="0"/>
              </a:spcAft>
              <a:buSzPts val="30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524" name="Google Shape;524;p7"/>
          <p:cNvSpPr txBox="1">
            <a:spLocks noGrp="1"/>
          </p:cNvSpPr>
          <p:nvPr>
            <p:ph type="subTitle" idx="1"/>
          </p:nvPr>
        </p:nvSpPr>
        <p:spPr>
          <a:xfrm>
            <a:off x="1032800" y="1600900"/>
            <a:ext cx="3327000" cy="18534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Font typeface="Nunito Light"/>
              <a:buChar char="●"/>
              <a:defRPr/>
            </a:lvl1pPr>
            <a:lvl2pPr lvl="1" algn="ctr" rtl="0">
              <a:lnSpc>
                <a:spcPct val="100000"/>
              </a:lnSpc>
              <a:spcBef>
                <a:spcPts val="0"/>
              </a:spcBef>
              <a:spcAft>
                <a:spcPts val="0"/>
              </a:spcAft>
              <a:buClr>
                <a:srgbClr val="E76A28"/>
              </a:buClr>
              <a:buSzPts val="1200"/>
              <a:buFont typeface="Nunito Light"/>
              <a:buChar char="○"/>
              <a:defRPr/>
            </a:lvl2pPr>
            <a:lvl3pPr lvl="2" algn="ctr" rtl="0">
              <a:lnSpc>
                <a:spcPct val="100000"/>
              </a:lnSpc>
              <a:spcBef>
                <a:spcPts val="1600"/>
              </a:spcBef>
              <a:spcAft>
                <a:spcPts val="0"/>
              </a:spcAft>
              <a:buClr>
                <a:srgbClr val="E76A28"/>
              </a:buClr>
              <a:buSzPts val="1200"/>
              <a:buFont typeface="Nunito Light"/>
              <a:buChar char="■"/>
              <a:defRPr/>
            </a:lvl3pPr>
            <a:lvl4pPr lvl="3" algn="ctr" rtl="0">
              <a:lnSpc>
                <a:spcPct val="100000"/>
              </a:lnSpc>
              <a:spcBef>
                <a:spcPts val="1600"/>
              </a:spcBef>
              <a:spcAft>
                <a:spcPts val="0"/>
              </a:spcAft>
              <a:buClr>
                <a:srgbClr val="E76A28"/>
              </a:buClr>
              <a:buSzPts val="1200"/>
              <a:buFont typeface="Nunito Light"/>
              <a:buChar char="●"/>
              <a:defRPr/>
            </a:lvl4pPr>
            <a:lvl5pPr lvl="4" algn="ctr" rtl="0">
              <a:lnSpc>
                <a:spcPct val="100000"/>
              </a:lnSpc>
              <a:spcBef>
                <a:spcPts val="1600"/>
              </a:spcBef>
              <a:spcAft>
                <a:spcPts val="0"/>
              </a:spcAft>
              <a:buClr>
                <a:srgbClr val="E76A28"/>
              </a:buClr>
              <a:buSzPts val="1200"/>
              <a:buFont typeface="Nunito Light"/>
              <a:buChar char="○"/>
              <a:defRPr/>
            </a:lvl5pPr>
            <a:lvl6pPr lvl="5" algn="ctr" rtl="0">
              <a:lnSpc>
                <a:spcPct val="100000"/>
              </a:lnSpc>
              <a:spcBef>
                <a:spcPts val="1600"/>
              </a:spcBef>
              <a:spcAft>
                <a:spcPts val="0"/>
              </a:spcAft>
              <a:buClr>
                <a:srgbClr val="999999"/>
              </a:buClr>
              <a:buSzPts val="1200"/>
              <a:buFont typeface="Nunito Light"/>
              <a:buChar char="■"/>
              <a:defRPr/>
            </a:lvl6pPr>
            <a:lvl7pPr lvl="6" algn="ctr" rtl="0">
              <a:lnSpc>
                <a:spcPct val="100000"/>
              </a:lnSpc>
              <a:spcBef>
                <a:spcPts val="1600"/>
              </a:spcBef>
              <a:spcAft>
                <a:spcPts val="0"/>
              </a:spcAft>
              <a:buClr>
                <a:srgbClr val="999999"/>
              </a:buClr>
              <a:buSzPts val="1200"/>
              <a:buFont typeface="Nunito Light"/>
              <a:buChar char="●"/>
              <a:defRPr/>
            </a:lvl7pPr>
            <a:lvl8pPr lvl="7" algn="ctr" rtl="0">
              <a:lnSpc>
                <a:spcPct val="100000"/>
              </a:lnSpc>
              <a:spcBef>
                <a:spcPts val="1600"/>
              </a:spcBef>
              <a:spcAft>
                <a:spcPts val="0"/>
              </a:spcAft>
              <a:buClr>
                <a:srgbClr val="999999"/>
              </a:buClr>
              <a:buSzPts val="1200"/>
              <a:buFont typeface="Nunito Light"/>
              <a:buChar char="○"/>
              <a:defRPr/>
            </a:lvl8pPr>
            <a:lvl9pPr lvl="8" algn="ctr" rtl="0">
              <a:lnSpc>
                <a:spcPct val="100000"/>
              </a:lnSpc>
              <a:spcBef>
                <a:spcPts val="1600"/>
              </a:spcBef>
              <a:spcAft>
                <a:spcPts val="1600"/>
              </a:spcAft>
              <a:buClr>
                <a:srgbClr val="999999"/>
              </a:buClr>
              <a:buSzPts val="1200"/>
              <a:buFont typeface="Nunito Light"/>
              <a:buChar char="■"/>
              <a:defRPr/>
            </a:lvl9pPr>
          </a:lstStyle>
          <a:p>
            <a:endParaRPr/>
          </a:p>
        </p:txBody>
      </p:sp>
      <p:sp>
        <p:nvSpPr>
          <p:cNvPr id="525" name="Google Shape;525;p7"/>
          <p:cNvSpPr>
            <a:spLocks noGrp="1"/>
          </p:cNvSpPr>
          <p:nvPr>
            <p:ph type="pic" idx="2"/>
          </p:nvPr>
        </p:nvSpPr>
        <p:spPr>
          <a:xfrm rot="573118">
            <a:off x="5391556" y="1391138"/>
            <a:ext cx="1513179" cy="2622381"/>
          </a:xfrm>
          <a:prstGeom prst="rect">
            <a:avLst/>
          </a:prstGeom>
          <a:noFill/>
          <a:ln>
            <a:noFill/>
          </a:ln>
        </p:spPr>
      </p:sp>
      <p:grpSp>
        <p:nvGrpSpPr>
          <p:cNvPr id="526" name="Google Shape;526;p7"/>
          <p:cNvGrpSpPr/>
          <p:nvPr/>
        </p:nvGrpSpPr>
        <p:grpSpPr>
          <a:xfrm>
            <a:off x="544013" y="4513064"/>
            <a:ext cx="750012" cy="630423"/>
            <a:chOff x="1507450" y="3919292"/>
            <a:chExt cx="953486" cy="801453"/>
          </a:xfrm>
        </p:grpSpPr>
        <p:grpSp>
          <p:nvGrpSpPr>
            <p:cNvPr id="527" name="Google Shape;527;p7"/>
            <p:cNvGrpSpPr/>
            <p:nvPr/>
          </p:nvGrpSpPr>
          <p:grpSpPr>
            <a:xfrm>
              <a:off x="1806988" y="3919292"/>
              <a:ext cx="441906" cy="801453"/>
              <a:chOff x="3816307" y="2352225"/>
              <a:chExt cx="1213027" cy="2199981"/>
            </a:xfrm>
          </p:grpSpPr>
          <p:sp>
            <p:nvSpPr>
              <p:cNvPr id="528" name="Google Shape;528;p7"/>
              <p:cNvSpPr/>
              <p:nvPr/>
            </p:nvSpPr>
            <p:spPr>
              <a:xfrm>
                <a:off x="3816307" y="2353110"/>
                <a:ext cx="1213027" cy="1210194"/>
              </a:xfrm>
              <a:custGeom>
                <a:avLst/>
                <a:gdLst/>
                <a:ahLst/>
                <a:cxnLst/>
                <a:rect l="l" t="t" r="r" b="b"/>
                <a:pathLst>
                  <a:path w="6852" h="6836" extrusionOk="0">
                    <a:moveTo>
                      <a:pt x="3422" y="1"/>
                    </a:moveTo>
                    <a:cubicBezTo>
                      <a:pt x="1540" y="1"/>
                      <a:pt x="14" y="1519"/>
                      <a:pt x="1" y="3404"/>
                    </a:cubicBezTo>
                    <a:cubicBezTo>
                      <a:pt x="1" y="5299"/>
                      <a:pt x="1524" y="6836"/>
                      <a:pt x="3420" y="6836"/>
                    </a:cubicBezTo>
                    <a:cubicBezTo>
                      <a:pt x="3430" y="6836"/>
                      <a:pt x="3440" y="6836"/>
                      <a:pt x="3450" y="6836"/>
                    </a:cubicBezTo>
                    <a:cubicBezTo>
                      <a:pt x="5316" y="6836"/>
                      <a:pt x="6836" y="5315"/>
                      <a:pt x="6852" y="3433"/>
                    </a:cubicBezTo>
                    <a:cubicBezTo>
                      <a:pt x="6852" y="1540"/>
                      <a:pt x="5326" y="1"/>
                      <a:pt x="3446" y="1"/>
                    </a:cubicBezTo>
                    <a:cubicBezTo>
                      <a:pt x="3438" y="1"/>
                      <a:pt x="3430" y="1"/>
                      <a:pt x="342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9" name="Google Shape;529;p7"/>
              <p:cNvSpPr/>
              <p:nvPr/>
            </p:nvSpPr>
            <p:spPr>
              <a:xfrm>
                <a:off x="4199402" y="2832867"/>
                <a:ext cx="361854" cy="1719340"/>
              </a:xfrm>
              <a:custGeom>
                <a:avLst/>
                <a:gdLst/>
                <a:ahLst/>
                <a:cxnLst/>
                <a:rect l="l" t="t" r="r" b="b"/>
                <a:pathLst>
                  <a:path w="2044" h="9712" extrusionOk="0">
                    <a:moveTo>
                      <a:pt x="1187" y="1"/>
                    </a:moveTo>
                    <a:lnTo>
                      <a:pt x="929" y="3420"/>
                    </a:lnTo>
                    <a:lnTo>
                      <a:pt x="14" y="2262"/>
                    </a:lnTo>
                    <a:lnTo>
                      <a:pt x="1" y="2276"/>
                    </a:lnTo>
                    <a:lnTo>
                      <a:pt x="900" y="3815"/>
                    </a:lnTo>
                    <a:lnTo>
                      <a:pt x="736" y="9712"/>
                    </a:lnTo>
                    <a:lnTo>
                      <a:pt x="1635" y="9712"/>
                    </a:lnTo>
                    <a:lnTo>
                      <a:pt x="1364" y="1854"/>
                    </a:lnTo>
                    <a:lnTo>
                      <a:pt x="2044" y="1020"/>
                    </a:lnTo>
                    <a:lnTo>
                      <a:pt x="2031" y="1007"/>
                    </a:lnTo>
                    <a:lnTo>
                      <a:pt x="1351" y="1648"/>
                    </a:lnTo>
                    <a:lnTo>
                      <a:pt x="1240" y="14"/>
                    </a:lnTo>
                    <a:lnTo>
                      <a:pt x="118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0" name="Google Shape;530;p7"/>
              <p:cNvSpPr/>
              <p:nvPr/>
            </p:nvSpPr>
            <p:spPr>
              <a:xfrm>
                <a:off x="4331999" y="2352225"/>
                <a:ext cx="697331" cy="1211079"/>
              </a:xfrm>
              <a:custGeom>
                <a:avLst/>
                <a:gdLst/>
                <a:ahLst/>
                <a:cxnLst/>
                <a:rect l="l" t="t" r="r" b="b"/>
                <a:pathLst>
                  <a:path w="3939" h="6841" extrusionOk="0">
                    <a:moveTo>
                      <a:pt x="383" y="1"/>
                    </a:moveTo>
                    <a:cubicBezTo>
                      <a:pt x="248" y="1"/>
                      <a:pt x="120" y="13"/>
                      <a:pt x="0" y="32"/>
                    </a:cubicBezTo>
                    <a:cubicBezTo>
                      <a:pt x="1651" y="290"/>
                      <a:pt x="2903" y="1722"/>
                      <a:pt x="2903" y="3438"/>
                    </a:cubicBezTo>
                    <a:cubicBezTo>
                      <a:pt x="2890" y="5141"/>
                      <a:pt x="1635" y="6556"/>
                      <a:pt x="0" y="6801"/>
                    </a:cubicBezTo>
                    <a:cubicBezTo>
                      <a:pt x="164" y="6828"/>
                      <a:pt x="327" y="6841"/>
                      <a:pt x="507" y="6841"/>
                    </a:cubicBezTo>
                    <a:cubicBezTo>
                      <a:pt x="517" y="6841"/>
                      <a:pt x="527" y="6841"/>
                      <a:pt x="537" y="6841"/>
                    </a:cubicBezTo>
                    <a:cubicBezTo>
                      <a:pt x="2403" y="6841"/>
                      <a:pt x="3923" y="5320"/>
                      <a:pt x="3939" y="3438"/>
                    </a:cubicBezTo>
                    <a:cubicBezTo>
                      <a:pt x="3939" y="1545"/>
                      <a:pt x="2413" y="6"/>
                      <a:pt x="533" y="6"/>
                    </a:cubicBezTo>
                    <a:cubicBezTo>
                      <a:pt x="482" y="2"/>
                      <a:pt x="432" y="1"/>
                      <a:pt x="383" y="1"/>
                    </a:cubicBezTo>
                    <a:close/>
                  </a:path>
                </a:pathLst>
              </a:custGeom>
              <a:solidFill>
                <a:srgbClr val="473A50">
                  <a:alpha val="434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31" name="Google Shape;531;p7"/>
            <p:cNvGrpSpPr/>
            <p:nvPr/>
          </p:nvGrpSpPr>
          <p:grpSpPr>
            <a:xfrm>
              <a:off x="2248899" y="4334549"/>
              <a:ext cx="212037" cy="384777"/>
              <a:chOff x="3816307" y="2352225"/>
              <a:chExt cx="1213027" cy="2199981"/>
            </a:xfrm>
          </p:grpSpPr>
          <p:sp>
            <p:nvSpPr>
              <p:cNvPr id="532" name="Google Shape;532;p7"/>
              <p:cNvSpPr/>
              <p:nvPr/>
            </p:nvSpPr>
            <p:spPr>
              <a:xfrm>
                <a:off x="3816307" y="2353110"/>
                <a:ext cx="1213027" cy="1210194"/>
              </a:xfrm>
              <a:custGeom>
                <a:avLst/>
                <a:gdLst/>
                <a:ahLst/>
                <a:cxnLst/>
                <a:rect l="l" t="t" r="r" b="b"/>
                <a:pathLst>
                  <a:path w="6852" h="6836" extrusionOk="0">
                    <a:moveTo>
                      <a:pt x="3422" y="1"/>
                    </a:moveTo>
                    <a:cubicBezTo>
                      <a:pt x="1540" y="1"/>
                      <a:pt x="14" y="1519"/>
                      <a:pt x="1" y="3404"/>
                    </a:cubicBezTo>
                    <a:cubicBezTo>
                      <a:pt x="1" y="5299"/>
                      <a:pt x="1524" y="6836"/>
                      <a:pt x="3420" y="6836"/>
                    </a:cubicBezTo>
                    <a:cubicBezTo>
                      <a:pt x="3430" y="6836"/>
                      <a:pt x="3440" y="6836"/>
                      <a:pt x="3450" y="6836"/>
                    </a:cubicBezTo>
                    <a:cubicBezTo>
                      <a:pt x="5316" y="6836"/>
                      <a:pt x="6836" y="5315"/>
                      <a:pt x="6852" y="3433"/>
                    </a:cubicBezTo>
                    <a:cubicBezTo>
                      <a:pt x="6852" y="1540"/>
                      <a:pt x="5326" y="1"/>
                      <a:pt x="3446" y="1"/>
                    </a:cubicBezTo>
                    <a:cubicBezTo>
                      <a:pt x="3438" y="1"/>
                      <a:pt x="3430" y="1"/>
                      <a:pt x="342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3" name="Google Shape;533;p7"/>
              <p:cNvSpPr/>
              <p:nvPr/>
            </p:nvSpPr>
            <p:spPr>
              <a:xfrm>
                <a:off x="4199402" y="2832867"/>
                <a:ext cx="361854" cy="1719340"/>
              </a:xfrm>
              <a:custGeom>
                <a:avLst/>
                <a:gdLst/>
                <a:ahLst/>
                <a:cxnLst/>
                <a:rect l="l" t="t" r="r" b="b"/>
                <a:pathLst>
                  <a:path w="2044" h="9712" extrusionOk="0">
                    <a:moveTo>
                      <a:pt x="1187" y="1"/>
                    </a:moveTo>
                    <a:lnTo>
                      <a:pt x="929" y="3420"/>
                    </a:lnTo>
                    <a:lnTo>
                      <a:pt x="14" y="2262"/>
                    </a:lnTo>
                    <a:lnTo>
                      <a:pt x="1" y="2276"/>
                    </a:lnTo>
                    <a:lnTo>
                      <a:pt x="900" y="3815"/>
                    </a:lnTo>
                    <a:lnTo>
                      <a:pt x="736" y="9712"/>
                    </a:lnTo>
                    <a:lnTo>
                      <a:pt x="1635" y="9712"/>
                    </a:lnTo>
                    <a:lnTo>
                      <a:pt x="1364" y="1854"/>
                    </a:lnTo>
                    <a:lnTo>
                      <a:pt x="2044" y="1020"/>
                    </a:lnTo>
                    <a:lnTo>
                      <a:pt x="2031" y="1007"/>
                    </a:lnTo>
                    <a:lnTo>
                      <a:pt x="1351" y="1648"/>
                    </a:lnTo>
                    <a:lnTo>
                      <a:pt x="1240" y="14"/>
                    </a:lnTo>
                    <a:lnTo>
                      <a:pt x="118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4" name="Google Shape;534;p7"/>
              <p:cNvSpPr/>
              <p:nvPr/>
            </p:nvSpPr>
            <p:spPr>
              <a:xfrm>
                <a:off x="4331999" y="2352225"/>
                <a:ext cx="697331" cy="1211079"/>
              </a:xfrm>
              <a:custGeom>
                <a:avLst/>
                <a:gdLst/>
                <a:ahLst/>
                <a:cxnLst/>
                <a:rect l="l" t="t" r="r" b="b"/>
                <a:pathLst>
                  <a:path w="3939" h="6841" extrusionOk="0">
                    <a:moveTo>
                      <a:pt x="383" y="1"/>
                    </a:moveTo>
                    <a:cubicBezTo>
                      <a:pt x="248" y="1"/>
                      <a:pt x="120" y="13"/>
                      <a:pt x="0" y="32"/>
                    </a:cubicBezTo>
                    <a:cubicBezTo>
                      <a:pt x="1651" y="290"/>
                      <a:pt x="2903" y="1722"/>
                      <a:pt x="2903" y="3438"/>
                    </a:cubicBezTo>
                    <a:cubicBezTo>
                      <a:pt x="2890" y="5141"/>
                      <a:pt x="1635" y="6556"/>
                      <a:pt x="0" y="6801"/>
                    </a:cubicBezTo>
                    <a:cubicBezTo>
                      <a:pt x="164" y="6828"/>
                      <a:pt x="327" y="6841"/>
                      <a:pt x="507" y="6841"/>
                    </a:cubicBezTo>
                    <a:cubicBezTo>
                      <a:pt x="517" y="6841"/>
                      <a:pt x="527" y="6841"/>
                      <a:pt x="537" y="6841"/>
                    </a:cubicBezTo>
                    <a:cubicBezTo>
                      <a:pt x="2403" y="6841"/>
                      <a:pt x="3923" y="5320"/>
                      <a:pt x="3939" y="3438"/>
                    </a:cubicBezTo>
                    <a:cubicBezTo>
                      <a:pt x="3939" y="1545"/>
                      <a:pt x="2413" y="6"/>
                      <a:pt x="533" y="6"/>
                    </a:cubicBezTo>
                    <a:cubicBezTo>
                      <a:pt x="482" y="2"/>
                      <a:pt x="432" y="1"/>
                      <a:pt x="383" y="1"/>
                    </a:cubicBezTo>
                    <a:close/>
                  </a:path>
                </a:pathLst>
              </a:custGeom>
              <a:solidFill>
                <a:srgbClr val="473A50">
                  <a:alpha val="434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35" name="Google Shape;535;p7"/>
            <p:cNvGrpSpPr/>
            <p:nvPr/>
          </p:nvGrpSpPr>
          <p:grpSpPr>
            <a:xfrm>
              <a:off x="1507450" y="4205080"/>
              <a:ext cx="212025" cy="514245"/>
              <a:chOff x="3816313" y="1611982"/>
              <a:chExt cx="1212958" cy="2940225"/>
            </a:xfrm>
          </p:grpSpPr>
          <p:sp>
            <p:nvSpPr>
              <p:cNvPr id="536" name="Google Shape;536;p7"/>
              <p:cNvSpPr/>
              <p:nvPr/>
            </p:nvSpPr>
            <p:spPr>
              <a:xfrm>
                <a:off x="3816313" y="1613408"/>
                <a:ext cx="1212958" cy="1949969"/>
              </a:xfrm>
              <a:custGeom>
                <a:avLst/>
                <a:gdLst/>
                <a:ahLst/>
                <a:cxnLst/>
                <a:rect l="l" t="t" r="r" b="b"/>
                <a:pathLst>
                  <a:path w="6852" h="6836" extrusionOk="0">
                    <a:moveTo>
                      <a:pt x="3422" y="1"/>
                    </a:moveTo>
                    <a:cubicBezTo>
                      <a:pt x="1540" y="1"/>
                      <a:pt x="14" y="1519"/>
                      <a:pt x="1" y="3404"/>
                    </a:cubicBezTo>
                    <a:cubicBezTo>
                      <a:pt x="1" y="5299"/>
                      <a:pt x="1524" y="6836"/>
                      <a:pt x="3420" y="6836"/>
                    </a:cubicBezTo>
                    <a:cubicBezTo>
                      <a:pt x="3430" y="6836"/>
                      <a:pt x="3440" y="6836"/>
                      <a:pt x="3450" y="6836"/>
                    </a:cubicBezTo>
                    <a:cubicBezTo>
                      <a:pt x="5316" y="6836"/>
                      <a:pt x="6836" y="5315"/>
                      <a:pt x="6852" y="3433"/>
                    </a:cubicBezTo>
                    <a:cubicBezTo>
                      <a:pt x="6852" y="1540"/>
                      <a:pt x="5326" y="1"/>
                      <a:pt x="3446" y="1"/>
                    </a:cubicBezTo>
                    <a:cubicBezTo>
                      <a:pt x="3438" y="1"/>
                      <a:pt x="3430" y="1"/>
                      <a:pt x="342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7" name="Google Shape;537;p7"/>
              <p:cNvSpPr/>
              <p:nvPr/>
            </p:nvSpPr>
            <p:spPr>
              <a:xfrm>
                <a:off x="4199464" y="2602232"/>
                <a:ext cx="351972" cy="1949975"/>
              </a:xfrm>
              <a:custGeom>
                <a:avLst/>
                <a:gdLst/>
                <a:ahLst/>
                <a:cxnLst/>
                <a:rect l="l" t="t" r="r" b="b"/>
                <a:pathLst>
                  <a:path w="2044" h="9712" extrusionOk="0">
                    <a:moveTo>
                      <a:pt x="1187" y="1"/>
                    </a:moveTo>
                    <a:lnTo>
                      <a:pt x="929" y="3420"/>
                    </a:lnTo>
                    <a:lnTo>
                      <a:pt x="14" y="2262"/>
                    </a:lnTo>
                    <a:lnTo>
                      <a:pt x="1" y="2276"/>
                    </a:lnTo>
                    <a:lnTo>
                      <a:pt x="900" y="3815"/>
                    </a:lnTo>
                    <a:lnTo>
                      <a:pt x="736" y="9712"/>
                    </a:lnTo>
                    <a:lnTo>
                      <a:pt x="1635" y="9712"/>
                    </a:lnTo>
                    <a:lnTo>
                      <a:pt x="1364" y="1854"/>
                    </a:lnTo>
                    <a:lnTo>
                      <a:pt x="2044" y="1020"/>
                    </a:lnTo>
                    <a:lnTo>
                      <a:pt x="2031" y="1007"/>
                    </a:lnTo>
                    <a:lnTo>
                      <a:pt x="1351" y="1648"/>
                    </a:lnTo>
                    <a:lnTo>
                      <a:pt x="1240" y="14"/>
                    </a:lnTo>
                    <a:lnTo>
                      <a:pt x="118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8" name="Google Shape;538;p7"/>
              <p:cNvSpPr/>
              <p:nvPr/>
            </p:nvSpPr>
            <p:spPr>
              <a:xfrm>
                <a:off x="4331976" y="1611982"/>
                <a:ext cx="697292" cy="1951395"/>
              </a:xfrm>
              <a:custGeom>
                <a:avLst/>
                <a:gdLst/>
                <a:ahLst/>
                <a:cxnLst/>
                <a:rect l="l" t="t" r="r" b="b"/>
                <a:pathLst>
                  <a:path w="3939" h="6841" extrusionOk="0">
                    <a:moveTo>
                      <a:pt x="383" y="1"/>
                    </a:moveTo>
                    <a:cubicBezTo>
                      <a:pt x="248" y="1"/>
                      <a:pt x="120" y="13"/>
                      <a:pt x="0" y="32"/>
                    </a:cubicBezTo>
                    <a:cubicBezTo>
                      <a:pt x="1651" y="290"/>
                      <a:pt x="2903" y="1722"/>
                      <a:pt x="2903" y="3438"/>
                    </a:cubicBezTo>
                    <a:cubicBezTo>
                      <a:pt x="2890" y="5141"/>
                      <a:pt x="1635" y="6556"/>
                      <a:pt x="0" y="6801"/>
                    </a:cubicBezTo>
                    <a:cubicBezTo>
                      <a:pt x="164" y="6828"/>
                      <a:pt x="327" y="6841"/>
                      <a:pt x="507" y="6841"/>
                    </a:cubicBezTo>
                    <a:cubicBezTo>
                      <a:pt x="517" y="6841"/>
                      <a:pt x="527" y="6841"/>
                      <a:pt x="537" y="6841"/>
                    </a:cubicBezTo>
                    <a:cubicBezTo>
                      <a:pt x="2403" y="6841"/>
                      <a:pt x="3923" y="5320"/>
                      <a:pt x="3939" y="3438"/>
                    </a:cubicBezTo>
                    <a:cubicBezTo>
                      <a:pt x="3939" y="1545"/>
                      <a:pt x="2413" y="6"/>
                      <a:pt x="533" y="6"/>
                    </a:cubicBezTo>
                    <a:cubicBezTo>
                      <a:pt x="482" y="2"/>
                      <a:pt x="432" y="1"/>
                      <a:pt x="383" y="1"/>
                    </a:cubicBezTo>
                    <a:close/>
                  </a:path>
                </a:pathLst>
              </a:custGeom>
              <a:solidFill>
                <a:srgbClr val="473A50">
                  <a:alpha val="434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539"/>
        <p:cNvGrpSpPr/>
        <p:nvPr/>
      </p:nvGrpSpPr>
      <p:grpSpPr>
        <a:xfrm>
          <a:off x="0" y="0"/>
          <a:ext cx="0" cy="0"/>
          <a:chOff x="0" y="0"/>
          <a:chExt cx="0" cy="0"/>
        </a:xfrm>
      </p:grpSpPr>
      <p:sp>
        <p:nvSpPr>
          <p:cNvPr id="540" name="Google Shape;540;p8"/>
          <p:cNvSpPr txBox="1">
            <a:spLocks noGrp="1"/>
          </p:cNvSpPr>
          <p:nvPr>
            <p:ph type="title"/>
          </p:nvPr>
        </p:nvSpPr>
        <p:spPr>
          <a:xfrm>
            <a:off x="2317950" y="1307100"/>
            <a:ext cx="4508100" cy="2529300"/>
          </a:xfrm>
          <a:prstGeom prst="rect">
            <a:avLst/>
          </a:prstGeom>
        </p:spPr>
        <p:txBody>
          <a:bodyPr spcFirstLastPara="1" wrap="square" lIns="91425" tIns="91425" rIns="91425" bIns="91425" anchor="ctr" anchorCtr="0">
            <a:noAutofit/>
          </a:bodyPr>
          <a:lstStyle>
            <a:lvl1pPr lvl="0" algn="ctr">
              <a:lnSpc>
                <a:spcPct val="80000"/>
              </a:lnSpc>
              <a:spcBef>
                <a:spcPts val="0"/>
              </a:spcBef>
              <a:spcAft>
                <a:spcPts val="0"/>
              </a:spcAft>
              <a:buSzPts val="4800"/>
              <a:buNone/>
              <a:defRPr sz="100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541"/>
        <p:cNvGrpSpPr/>
        <p:nvPr/>
      </p:nvGrpSpPr>
      <p:grpSpPr>
        <a:xfrm>
          <a:off x="0" y="0"/>
          <a:ext cx="0" cy="0"/>
          <a:chOff x="0" y="0"/>
          <a:chExt cx="0" cy="0"/>
        </a:xfrm>
      </p:grpSpPr>
      <p:sp>
        <p:nvSpPr>
          <p:cNvPr id="542" name="Google Shape;542;p9"/>
          <p:cNvSpPr txBox="1">
            <a:spLocks noGrp="1"/>
          </p:cNvSpPr>
          <p:nvPr>
            <p:ph type="title"/>
          </p:nvPr>
        </p:nvSpPr>
        <p:spPr>
          <a:xfrm>
            <a:off x="2135550" y="1189100"/>
            <a:ext cx="4872900" cy="19644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000"/>
              <a:buNone/>
              <a:defRPr sz="15000"/>
            </a:lvl1pPr>
            <a:lvl2pPr lvl="1" algn="ctr" rtl="0">
              <a:spcBef>
                <a:spcPts val="0"/>
              </a:spcBef>
              <a:spcAft>
                <a:spcPts val="0"/>
              </a:spcAft>
              <a:buSzPts val="3500"/>
              <a:buNone/>
              <a:defRPr/>
            </a:lvl2pPr>
            <a:lvl3pPr lvl="2" algn="ctr" rtl="0">
              <a:spcBef>
                <a:spcPts val="0"/>
              </a:spcBef>
              <a:spcAft>
                <a:spcPts val="0"/>
              </a:spcAft>
              <a:buSzPts val="3500"/>
              <a:buNone/>
              <a:defRPr/>
            </a:lvl3pPr>
            <a:lvl4pPr lvl="3" algn="ctr" rtl="0">
              <a:spcBef>
                <a:spcPts val="0"/>
              </a:spcBef>
              <a:spcAft>
                <a:spcPts val="0"/>
              </a:spcAft>
              <a:buSzPts val="3500"/>
              <a:buNone/>
              <a:defRPr/>
            </a:lvl4pPr>
            <a:lvl5pPr lvl="4" algn="ctr" rtl="0">
              <a:spcBef>
                <a:spcPts val="0"/>
              </a:spcBef>
              <a:spcAft>
                <a:spcPts val="0"/>
              </a:spcAft>
              <a:buSzPts val="3500"/>
              <a:buNone/>
              <a:defRPr/>
            </a:lvl5pPr>
            <a:lvl6pPr lvl="5" algn="ctr" rtl="0">
              <a:spcBef>
                <a:spcPts val="0"/>
              </a:spcBef>
              <a:spcAft>
                <a:spcPts val="0"/>
              </a:spcAft>
              <a:buSzPts val="3500"/>
              <a:buNone/>
              <a:defRPr/>
            </a:lvl6pPr>
            <a:lvl7pPr lvl="6" algn="ctr" rtl="0">
              <a:spcBef>
                <a:spcPts val="0"/>
              </a:spcBef>
              <a:spcAft>
                <a:spcPts val="0"/>
              </a:spcAft>
              <a:buSzPts val="3500"/>
              <a:buNone/>
              <a:defRPr/>
            </a:lvl7pPr>
            <a:lvl8pPr lvl="7" algn="ctr" rtl="0">
              <a:spcBef>
                <a:spcPts val="0"/>
              </a:spcBef>
              <a:spcAft>
                <a:spcPts val="0"/>
              </a:spcAft>
              <a:buSzPts val="3500"/>
              <a:buNone/>
              <a:defRPr/>
            </a:lvl8pPr>
            <a:lvl9pPr lvl="8" algn="ctr" rtl="0">
              <a:spcBef>
                <a:spcPts val="0"/>
              </a:spcBef>
              <a:spcAft>
                <a:spcPts val="0"/>
              </a:spcAft>
              <a:buSzPts val="3500"/>
              <a:buNone/>
              <a:defRPr/>
            </a:lvl9pPr>
          </a:lstStyle>
          <a:p>
            <a:endParaRPr/>
          </a:p>
        </p:txBody>
      </p:sp>
      <p:sp>
        <p:nvSpPr>
          <p:cNvPr id="543" name="Google Shape;543;p9"/>
          <p:cNvSpPr txBox="1">
            <a:spLocks noGrp="1"/>
          </p:cNvSpPr>
          <p:nvPr>
            <p:ph type="subTitle" idx="1"/>
          </p:nvPr>
        </p:nvSpPr>
        <p:spPr>
          <a:xfrm>
            <a:off x="2135550" y="3153500"/>
            <a:ext cx="4872900" cy="6711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200"/>
              <a:buNone/>
              <a:defRPr sz="1600"/>
            </a:lvl1pPr>
            <a:lvl2pPr lvl="1" algn="ctr" rtl="0">
              <a:lnSpc>
                <a:spcPct val="100000"/>
              </a:lnSpc>
              <a:spcBef>
                <a:spcPts val="0"/>
              </a:spcBef>
              <a:spcAft>
                <a:spcPts val="0"/>
              </a:spcAft>
              <a:buSzPts val="1200"/>
              <a:buNone/>
              <a:defRPr/>
            </a:lvl2pPr>
            <a:lvl3pPr lvl="2" algn="ctr" rtl="0">
              <a:lnSpc>
                <a:spcPct val="100000"/>
              </a:lnSpc>
              <a:spcBef>
                <a:spcPts val="1600"/>
              </a:spcBef>
              <a:spcAft>
                <a:spcPts val="0"/>
              </a:spcAft>
              <a:buSzPts val="1200"/>
              <a:buNone/>
              <a:defRPr/>
            </a:lvl3pPr>
            <a:lvl4pPr lvl="3" algn="ctr" rtl="0">
              <a:lnSpc>
                <a:spcPct val="100000"/>
              </a:lnSpc>
              <a:spcBef>
                <a:spcPts val="1600"/>
              </a:spcBef>
              <a:spcAft>
                <a:spcPts val="0"/>
              </a:spcAft>
              <a:buSzPts val="1200"/>
              <a:buNone/>
              <a:defRPr/>
            </a:lvl4pPr>
            <a:lvl5pPr lvl="4" algn="ctr" rtl="0">
              <a:lnSpc>
                <a:spcPct val="100000"/>
              </a:lnSpc>
              <a:spcBef>
                <a:spcPts val="1600"/>
              </a:spcBef>
              <a:spcAft>
                <a:spcPts val="0"/>
              </a:spcAft>
              <a:buSzPts val="1200"/>
              <a:buNone/>
              <a:defRPr/>
            </a:lvl5pPr>
            <a:lvl6pPr lvl="5" algn="ctr" rtl="0">
              <a:lnSpc>
                <a:spcPct val="100000"/>
              </a:lnSpc>
              <a:spcBef>
                <a:spcPts val="1600"/>
              </a:spcBef>
              <a:spcAft>
                <a:spcPts val="0"/>
              </a:spcAft>
              <a:buSzPts val="1200"/>
              <a:buNone/>
              <a:defRPr/>
            </a:lvl6pPr>
            <a:lvl7pPr lvl="6" algn="ctr" rtl="0">
              <a:lnSpc>
                <a:spcPct val="100000"/>
              </a:lnSpc>
              <a:spcBef>
                <a:spcPts val="1600"/>
              </a:spcBef>
              <a:spcAft>
                <a:spcPts val="0"/>
              </a:spcAft>
              <a:buSzPts val="1200"/>
              <a:buNone/>
              <a:defRPr/>
            </a:lvl7pPr>
            <a:lvl8pPr lvl="7" algn="ctr" rtl="0">
              <a:lnSpc>
                <a:spcPct val="100000"/>
              </a:lnSpc>
              <a:spcBef>
                <a:spcPts val="1600"/>
              </a:spcBef>
              <a:spcAft>
                <a:spcPts val="0"/>
              </a:spcAft>
              <a:buSzPts val="1200"/>
              <a:buNone/>
              <a:defRPr/>
            </a:lvl8pPr>
            <a:lvl9pPr lvl="8" algn="ctr" rtl="0">
              <a:lnSpc>
                <a:spcPct val="100000"/>
              </a:lnSpc>
              <a:spcBef>
                <a:spcPts val="1600"/>
              </a:spcBef>
              <a:spcAft>
                <a:spcPts val="1600"/>
              </a:spcAft>
              <a:buSzPts val="1200"/>
              <a:buNone/>
              <a:defRPr/>
            </a:lvl9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544"/>
        <p:cNvGrpSpPr/>
        <p:nvPr/>
      </p:nvGrpSpPr>
      <p:grpSpPr>
        <a:xfrm>
          <a:off x="0" y="0"/>
          <a:ext cx="0" cy="0"/>
          <a:chOff x="0" y="0"/>
          <a:chExt cx="0" cy="0"/>
        </a:xfrm>
      </p:grpSpPr>
      <p:sp>
        <p:nvSpPr>
          <p:cNvPr id="545" name="Google Shape;545;p10"/>
          <p:cNvSpPr txBox="1">
            <a:spLocks noGrp="1"/>
          </p:cNvSpPr>
          <p:nvPr>
            <p:ph type="title"/>
          </p:nvPr>
        </p:nvSpPr>
        <p:spPr>
          <a:xfrm>
            <a:off x="720000" y="4014450"/>
            <a:ext cx="7704000" cy="572700"/>
          </a:xfrm>
          <a:prstGeom prst="rect">
            <a:avLst/>
          </a:prstGeom>
          <a:solidFill>
            <a:schemeClr val="accent5"/>
          </a:solidFill>
        </p:spPr>
        <p:txBody>
          <a:bodyPr spcFirstLastPara="1" wrap="square" lIns="91425" tIns="91425" rIns="91425" bIns="91425" anchor="t" anchorCtr="0">
            <a:noAutofit/>
          </a:bodyPr>
          <a:lstStyle>
            <a:lvl1pPr lvl="0" algn="ctr" rtl="0">
              <a:spcBef>
                <a:spcPts val="0"/>
              </a:spcBef>
              <a:spcAft>
                <a:spcPts val="0"/>
              </a:spcAft>
              <a:buSzPts val="3000"/>
              <a:buNone/>
              <a:defRPr/>
            </a:lvl1pPr>
            <a:lvl2pPr lvl="1" algn="ctr" rtl="0">
              <a:spcBef>
                <a:spcPts val="0"/>
              </a:spcBef>
              <a:spcAft>
                <a:spcPts val="0"/>
              </a:spcAft>
              <a:buSzPts val="3500"/>
              <a:buNone/>
              <a:defRPr/>
            </a:lvl2pPr>
            <a:lvl3pPr lvl="2" algn="ctr" rtl="0">
              <a:spcBef>
                <a:spcPts val="0"/>
              </a:spcBef>
              <a:spcAft>
                <a:spcPts val="0"/>
              </a:spcAft>
              <a:buSzPts val="3500"/>
              <a:buNone/>
              <a:defRPr/>
            </a:lvl3pPr>
            <a:lvl4pPr lvl="3" algn="ctr" rtl="0">
              <a:spcBef>
                <a:spcPts val="0"/>
              </a:spcBef>
              <a:spcAft>
                <a:spcPts val="0"/>
              </a:spcAft>
              <a:buSzPts val="3500"/>
              <a:buNone/>
              <a:defRPr/>
            </a:lvl4pPr>
            <a:lvl5pPr lvl="4" algn="ctr" rtl="0">
              <a:spcBef>
                <a:spcPts val="0"/>
              </a:spcBef>
              <a:spcAft>
                <a:spcPts val="0"/>
              </a:spcAft>
              <a:buSzPts val="3500"/>
              <a:buNone/>
              <a:defRPr/>
            </a:lvl5pPr>
            <a:lvl6pPr lvl="5" algn="ctr" rtl="0">
              <a:spcBef>
                <a:spcPts val="0"/>
              </a:spcBef>
              <a:spcAft>
                <a:spcPts val="0"/>
              </a:spcAft>
              <a:buSzPts val="3500"/>
              <a:buNone/>
              <a:defRPr/>
            </a:lvl6pPr>
            <a:lvl7pPr lvl="6" algn="ctr" rtl="0">
              <a:spcBef>
                <a:spcPts val="0"/>
              </a:spcBef>
              <a:spcAft>
                <a:spcPts val="0"/>
              </a:spcAft>
              <a:buSzPts val="3500"/>
              <a:buNone/>
              <a:defRPr/>
            </a:lvl7pPr>
            <a:lvl8pPr lvl="7" algn="ctr" rtl="0">
              <a:spcBef>
                <a:spcPts val="0"/>
              </a:spcBef>
              <a:spcAft>
                <a:spcPts val="0"/>
              </a:spcAft>
              <a:buSzPts val="3500"/>
              <a:buNone/>
              <a:defRPr/>
            </a:lvl8pPr>
            <a:lvl9pPr lvl="8" algn="ctr" rtl="0">
              <a:spcBef>
                <a:spcPts val="0"/>
              </a:spcBef>
              <a:spcAft>
                <a:spcPts val="0"/>
              </a:spcAft>
              <a:buSzPts val="3500"/>
              <a:buNone/>
              <a:defRPr/>
            </a:lvl9p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546"/>
        <p:cNvGrpSpPr/>
        <p:nvPr/>
      </p:nvGrpSpPr>
      <p:grpSpPr>
        <a:xfrm>
          <a:off x="0" y="0"/>
          <a:ext cx="0" cy="0"/>
          <a:chOff x="0" y="0"/>
          <a:chExt cx="0" cy="0"/>
        </a:xfrm>
      </p:grpSpPr>
      <p:sp>
        <p:nvSpPr>
          <p:cNvPr id="547" name="Google Shape;547;p11"/>
          <p:cNvSpPr txBox="1">
            <a:spLocks noGrp="1"/>
          </p:cNvSpPr>
          <p:nvPr>
            <p:ph type="title" hasCustomPrompt="1"/>
          </p:nvPr>
        </p:nvSpPr>
        <p:spPr>
          <a:xfrm>
            <a:off x="2980075" y="1560925"/>
            <a:ext cx="5450700" cy="964500"/>
          </a:xfrm>
          <a:prstGeom prst="rect">
            <a:avLst/>
          </a:prstGeom>
          <a:solidFill>
            <a:schemeClr val="accent5"/>
          </a:solidFill>
          <a:ln w="38100" cap="flat" cmpd="sng">
            <a:solidFill>
              <a:schemeClr val="accent5"/>
            </a:solidFill>
            <a:prstDash val="solid"/>
            <a:round/>
            <a:headEnd type="none" w="sm" len="sm"/>
            <a:tailEnd type="none" w="sm" len="sm"/>
          </a:ln>
        </p:spPr>
        <p:txBody>
          <a:bodyPr spcFirstLastPara="1" wrap="square" lIns="91425" tIns="91425" rIns="91425" bIns="91425" anchor="b" anchorCtr="0">
            <a:noAutofit/>
          </a:bodyPr>
          <a:lstStyle>
            <a:lvl1pPr lvl="0" algn="ctr">
              <a:spcBef>
                <a:spcPts val="0"/>
              </a:spcBef>
              <a:spcAft>
                <a:spcPts val="0"/>
              </a:spcAft>
              <a:buSzPts val="9600"/>
              <a:buNone/>
              <a:defRPr sz="5100">
                <a:solidFill>
                  <a:schemeClr val="accent1"/>
                </a:solidFill>
              </a:defRPr>
            </a:lvl1pPr>
            <a:lvl2pPr lvl="1" algn="ctr">
              <a:spcBef>
                <a:spcPts val="0"/>
              </a:spcBef>
              <a:spcAft>
                <a:spcPts val="0"/>
              </a:spcAft>
              <a:buSzPts val="9600"/>
              <a:buNone/>
              <a:defRPr sz="9600"/>
            </a:lvl2pPr>
            <a:lvl3pPr lvl="2" algn="ctr">
              <a:spcBef>
                <a:spcPts val="0"/>
              </a:spcBef>
              <a:spcAft>
                <a:spcPts val="0"/>
              </a:spcAft>
              <a:buSzPts val="9600"/>
              <a:buNone/>
              <a:defRPr sz="9600"/>
            </a:lvl3pPr>
            <a:lvl4pPr lvl="3" algn="ctr">
              <a:spcBef>
                <a:spcPts val="0"/>
              </a:spcBef>
              <a:spcAft>
                <a:spcPts val="0"/>
              </a:spcAft>
              <a:buSzPts val="9600"/>
              <a:buNone/>
              <a:defRPr sz="9600"/>
            </a:lvl4pPr>
            <a:lvl5pPr lvl="4" algn="ctr">
              <a:spcBef>
                <a:spcPts val="0"/>
              </a:spcBef>
              <a:spcAft>
                <a:spcPts val="0"/>
              </a:spcAft>
              <a:buSzPts val="9600"/>
              <a:buNone/>
              <a:defRPr sz="9600"/>
            </a:lvl5pPr>
            <a:lvl6pPr lvl="5" algn="ctr">
              <a:spcBef>
                <a:spcPts val="0"/>
              </a:spcBef>
              <a:spcAft>
                <a:spcPts val="0"/>
              </a:spcAft>
              <a:buSzPts val="9600"/>
              <a:buNone/>
              <a:defRPr sz="9600"/>
            </a:lvl6pPr>
            <a:lvl7pPr lvl="6" algn="ctr">
              <a:spcBef>
                <a:spcPts val="0"/>
              </a:spcBef>
              <a:spcAft>
                <a:spcPts val="0"/>
              </a:spcAft>
              <a:buSzPts val="9600"/>
              <a:buNone/>
              <a:defRPr sz="9600"/>
            </a:lvl7pPr>
            <a:lvl8pPr lvl="7" algn="ctr">
              <a:spcBef>
                <a:spcPts val="0"/>
              </a:spcBef>
              <a:spcAft>
                <a:spcPts val="0"/>
              </a:spcAft>
              <a:buSzPts val="9600"/>
              <a:buNone/>
              <a:defRPr sz="9600"/>
            </a:lvl8pPr>
            <a:lvl9pPr lvl="8" algn="ctr">
              <a:spcBef>
                <a:spcPts val="0"/>
              </a:spcBef>
              <a:spcAft>
                <a:spcPts val="0"/>
              </a:spcAft>
              <a:buSzPts val="9600"/>
              <a:buNone/>
              <a:defRPr sz="9600"/>
            </a:lvl9pPr>
          </a:lstStyle>
          <a:p>
            <a:r>
              <a:t>xx%</a:t>
            </a:r>
          </a:p>
        </p:txBody>
      </p:sp>
      <p:sp>
        <p:nvSpPr>
          <p:cNvPr id="548" name="Google Shape;548;p11"/>
          <p:cNvSpPr txBox="1">
            <a:spLocks noGrp="1"/>
          </p:cNvSpPr>
          <p:nvPr>
            <p:ph type="subTitle" idx="1"/>
          </p:nvPr>
        </p:nvSpPr>
        <p:spPr>
          <a:xfrm>
            <a:off x="2980075" y="2593225"/>
            <a:ext cx="5450700" cy="419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600"/>
              <a:buNone/>
              <a:defRPr sz="1500"/>
            </a:lvl1pPr>
            <a:lvl2pPr lvl="1" algn="ctr" rtl="0">
              <a:lnSpc>
                <a:spcPct val="100000"/>
              </a:lnSpc>
              <a:spcBef>
                <a:spcPts val="0"/>
              </a:spcBef>
              <a:spcAft>
                <a:spcPts val="0"/>
              </a:spcAft>
              <a:buSzPts val="1600"/>
              <a:buNone/>
              <a:defRPr sz="1600"/>
            </a:lvl2pPr>
            <a:lvl3pPr lvl="2" algn="ctr" rtl="0">
              <a:lnSpc>
                <a:spcPct val="100000"/>
              </a:lnSpc>
              <a:spcBef>
                <a:spcPts val="1600"/>
              </a:spcBef>
              <a:spcAft>
                <a:spcPts val="0"/>
              </a:spcAft>
              <a:buSzPts val="1600"/>
              <a:buNone/>
              <a:defRPr sz="1600"/>
            </a:lvl3pPr>
            <a:lvl4pPr lvl="3" algn="ctr" rtl="0">
              <a:lnSpc>
                <a:spcPct val="100000"/>
              </a:lnSpc>
              <a:spcBef>
                <a:spcPts val="1600"/>
              </a:spcBef>
              <a:spcAft>
                <a:spcPts val="0"/>
              </a:spcAft>
              <a:buSzPts val="1600"/>
              <a:buNone/>
              <a:defRPr sz="1600"/>
            </a:lvl4pPr>
            <a:lvl5pPr lvl="4" algn="ctr" rtl="0">
              <a:lnSpc>
                <a:spcPct val="100000"/>
              </a:lnSpc>
              <a:spcBef>
                <a:spcPts val="1600"/>
              </a:spcBef>
              <a:spcAft>
                <a:spcPts val="0"/>
              </a:spcAft>
              <a:buSzPts val="1600"/>
              <a:buNone/>
              <a:defRPr sz="1600"/>
            </a:lvl5pPr>
            <a:lvl6pPr lvl="5" algn="ctr" rtl="0">
              <a:lnSpc>
                <a:spcPct val="100000"/>
              </a:lnSpc>
              <a:spcBef>
                <a:spcPts val="1600"/>
              </a:spcBef>
              <a:spcAft>
                <a:spcPts val="0"/>
              </a:spcAft>
              <a:buSzPts val="1600"/>
              <a:buNone/>
              <a:defRPr sz="1600"/>
            </a:lvl6pPr>
            <a:lvl7pPr lvl="6" algn="ctr" rtl="0">
              <a:lnSpc>
                <a:spcPct val="100000"/>
              </a:lnSpc>
              <a:spcBef>
                <a:spcPts val="1600"/>
              </a:spcBef>
              <a:spcAft>
                <a:spcPts val="0"/>
              </a:spcAft>
              <a:buSzPts val="1600"/>
              <a:buNone/>
              <a:defRPr sz="1600"/>
            </a:lvl7pPr>
            <a:lvl8pPr lvl="7" algn="ctr" rtl="0">
              <a:lnSpc>
                <a:spcPct val="100000"/>
              </a:lnSpc>
              <a:spcBef>
                <a:spcPts val="1600"/>
              </a:spcBef>
              <a:spcAft>
                <a:spcPts val="0"/>
              </a:spcAft>
              <a:buSzPts val="1600"/>
              <a:buNone/>
              <a:defRPr sz="1600"/>
            </a:lvl8pPr>
            <a:lvl9pPr lvl="8" algn="ctr" rtl="0">
              <a:lnSpc>
                <a:spcPct val="100000"/>
              </a:lnSpc>
              <a:spcBef>
                <a:spcPts val="1600"/>
              </a:spcBef>
              <a:spcAft>
                <a:spcPts val="1600"/>
              </a:spcAft>
              <a:buSzPts val="1600"/>
              <a:buNone/>
              <a:defRPr sz="1600"/>
            </a:lvl9pPr>
          </a:lstStyle>
          <a:p>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bg>
      <p:bgPr>
        <a:solidFill>
          <a:schemeClr val="accent6"/>
        </a:solidFill>
        <a:effectLst/>
      </p:bgPr>
    </p:bg>
    <p:spTree>
      <p:nvGrpSpPr>
        <p:cNvPr id="1" name="Shape 549"/>
        <p:cNvGrpSpPr/>
        <p:nvPr/>
      </p:nvGrpSpPr>
      <p:grpSpPr>
        <a:xfrm>
          <a:off x="0" y="0"/>
          <a:ext cx="0" cy="0"/>
          <a:chOff x="0" y="0"/>
          <a:chExt cx="0" cy="0"/>
        </a:xfrm>
      </p:grpSpPr>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able of contents">
  <p:cSld name="BLANK_1_1_1_1_1_1">
    <p:spTree>
      <p:nvGrpSpPr>
        <p:cNvPr id="1" name="Shape 550"/>
        <p:cNvGrpSpPr/>
        <p:nvPr/>
      </p:nvGrpSpPr>
      <p:grpSpPr>
        <a:xfrm>
          <a:off x="0" y="0"/>
          <a:ext cx="0" cy="0"/>
          <a:chOff x="0" y="0"/>
          <a:chExt cx="0" cy="0"/>
        </a:xfrm>
      </p:grpSpPr>
      <p:sp>
        <p:nvSpPr>
          <p:cNvPr id="551" name="Google Shape;551;p13"/>
          <p:cNvSpPr txBox="1">
            <a:spLocks noGrp="1"/>
          </p:cNvSpPr>
          <p:nvPr>
            <p:ph type="title"/>
          </p:nvPr>
        </p:nvSpPr>
        <p:spPr>
          <a:xfrm>
            <a:off x="720000" y="3688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552" name="Google Shape;552;p13"/>
          <p:cNvSpPr txBox="1">
            <a:spLocks noGrp="1"/>
          </p:cNvSpPr>
          <p:nvPr>
            <p:ph type="title" idx="2" hasCustomPrompt="1"/>
          </p:nvPr>
        </p:nvSpPr>
        <p:spPr>
          <a:xfrm>
            <a:off x="1692288" y="1402575"/>
            <a:ext cx="1055400" cy="447600"/>
          </a:xfrm>
          <a:prstGeom prst="rect">
            <a:avLst/>
          </a:prstGeom>
          <a:solidFill>
            <a:schemeClr val="accent5"/>
          </a:solidFill>
          <a:ln w="38100"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lvl1pPr lvl="0" rtl="0">
              <a:spcBef>
                <a:spcPts val="0"/>
              </a:spcBef>
              <a:spcAft>
                <a:spcPts val="0"/>
              </a:spcAft>
              <a:buSzPts val="3000"/>
              <a:buNone/>
              <a:defRPr sz="2400">
                <a:solidFill>
                  <a:schemeClr val="accent1"/>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553" name="Google Shape;553;p13"/>
          <p:cNvSpPr txBox="1">
            <a:spLocks noGrp="1"/>
          </p:cNvSpPr>
          <p:nvPr>
            <p:ph type="title" idx="3" hasCustomPrompt="1"/>
          </p:nvPr>
        </p:nvSpPr>
        <p:spPr>
          <a:xfrm>
            <a:off x="1692288" y="2905100"/>
            <a:ext cx="1055400" cy="447600"/>
          </a:xfrm>
          <a:prstGeom prst="rect">
            <a:avLst/>
          </a:prstGeom>
          <a:solidFill>
            <a:schemeClr val="accent5"/>
          </a:solidFill>
          <a:ln w="38100"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lvl1pPr lvl="0" rtl="0">
              <a:spcBef>
                <a:spcPts val="0"/>
              </a:spcBef>
              <a:spcAft>
                <a:spcPts val="0"/>
              </a:spcAft>
              <a:buSzPts val="3000"/>
              <a:buNone/>
              <a:defRPr sz="2400">
                <a:solidFill>
                  <a:schemeClr val="accent1"/>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554" name="Google Shape;554;p13"/>
          <p:cNvSpPr txBox="1">
            <a:spLocks noGrp="1"/>
          </p:cNvSpPr>
          <p:nvPr>
            <p:ph type="title" idx="4" hasCustomPrompt="1"/>
          </p:nvPr>
        </p:nvSpPr>
        <p:spPr>
          <a:xfrm>
            <a:off x="4044300" y="1402575"/>
            <a:ext cx="1055400" cy="447600"/>
          </a:xfrm>
          <a:prstGeom prst="rect">
            <a:avLst/>
          </a:prstGeom>
          <a:solidFill>
            <a:schemeClr val="accent5"/>
          </a:solidFill>
          <a:ln w="38100"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lvl1pPr lvl="0" rtl="0">
              <a:spcBef>
                <a:spcPts val="0"/>
              </a:spcBef>
              <a:spcAft>
                <a:spcPts val="0"/>
              </a:spcAft>
              <a:buSzPts val="3000"/>
              <a:buNone/>
              <a:defRPr sz="2400">
                <a:solidFill>
                  <a:schemeClr val="accent1"/>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555" name="Google Shape;555;p13"/>
          <p:cNvSpPr txBox="1">
            <a:spLocks noGrp="1"/>
          </p:cNvSpPr>
          <p:nvPr>
            <p:ph type="title" idx="5" hasCustomPrompt="1"/>
          </p:nvPr>
        </p:nvSpPr>
        <p:spPr>
          <a:xfrm>
            <a:off x="4044300" y="2905100"/>
            <a:ext cx="1055400" cy="447600"/>
          </a:xfrm>
          <a:prstGeom prst="rect">
            <a:avLst/>
          </a:prstGeom>
          <a:solidFill>
            <a:schemeClr val="accent5"/>
          </a:solidFill>
          <a:ln w="38100"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lvl1pPr lvl="0" rtl="0">
              <a:spcBef>
                <a:spcPts val="0"/>
              </a:spcBef>
              <a:spcAft>
                <a:spcPts val="0"/>
              </a:spcAft>
              <a:buSzPts val="3000"/>
              <a:buNone/>
              <a:defRPr sz="2400">
                <a:solidFill>
                  <a:schemeClr val="accent1"/>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556" name="Google Shape;556;p13"/>
          <p:cNvSpPr txBox="1">
            <a:spLocks noGrp="1"/>
          </p:cNvSpPr>
          <p:nvPr>
            <p:ph type="title" idx="6" hasCustomPrompt="1"/>
          </p:nvPr>
        </p:nvSpPr>
        <p:spPr>
          <a:xfrm>
            <a:off x="6394512" y="1402575"/>
            <a:ext cx="1055400" cy="447600"/>
          </a:xfrm>
          <a:prstGeom prst="rect">
            <a:avLst/>
          </a:prstGeom>
          <a:solidFill>
            <a:schemeClr val="accent5"/>
          </a:solidFill>
          <a:ln w="38100"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lvl1pPr lvl="0" rtl="0">
              <a:spcBef>
                <a:spcPts val="0"/>
              </a:spcBef>
              <a:spcAft>
                <a:spcPts val="0"/>
              </a:spcAft>
              <a:buSzPts val="3000"/>
              <a:buNone/>
              <a:defRPr sz="2400">
                <a:solidFill>
                  <a:schemeClr val="accent1"/>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557" name="Google Shape;557;p13"/>
          <p:cNvSpPr txBox="1">
            <a:spLocks noGrp="1"/>
          </p:cNvSpPr>
          <p:nvPr>
            <p:ph type="title" idx="7" hasCustomPrompt="1"/>
          </p:nvPr>
        </p:nvSpPr>
        <p:spPr>
          <a:xfrm>
            <a:off x="6394512" y="2905100"/>
            <a:ext cx="1055400" cy="447600"/>
          </a:xfrm>
          <a:prstGeom prst="rect">
            <a:avLst/>
          </a:prstGeom>
          <a:solidFill>
            <a:schemeClr val="accent5"/>
          </a:solidFill>
          <a:ln w="38100"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lvl1pPr lvl="0" rtl="0">
              <a:spcBef>
                <a:spcPts val="0"/>
              </a:spcBef>
              <a:spcAft>
                <a:spcPts val="0"/>
              </a:spcAft>
              <a:buSzPts val="3000"/>
              <a:buNone/>
              <a:defRPr sz="2400">
                <a:solidFill>
                  <a:schemeClr val="accent1"/>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558" name="Google Shape;558;p13"/>
          <p:cNvSpPr txBox="1">
            <a:spLocks noGrp="1"/>
          </p:cNvSpPr>
          <p:nvPr>
            <p:ph type="subTitle" idx="1"/>
          </p:nvPr>
        </p:nvSpPr>
        <p:spPr>
          <a:xfrm>
            <a:off x="1346688" y="2002563"/>
            <a:ext cx="1746600" cy="3945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2400"/>
              <a:buFont typeface="Bebas Neue"/>
              <a:buNone/>
              <a:defRPr sz="2100">
                <a:solidFill>
                  <a:schemeClr val="dk1"/>
                </a:solidFill>
                <a:latin typeface="Poppins ExtraBold"/>
                <a:ea typeface="Poppins ExtraBold"/>
                <a:cs typeface="Poppins ExtraBold"/>
                <a:sym typeface="Poppins ExtraBold"/>
              </a:defRPr>
            </a:lvl1pPr>
            <a:lvl2pPr lvl="1"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559" name="Google Shape;559;p13"/>
          <p:cNvSpPr txBox="1">
            <a:spLocks noGrp="1"/>
          </p:cNvSpPr>
          <p:nvPr>
            <p:ph type="subTitle" idx="8"/>
          </p:nvPr>
        </p:nvSpPr>
        <p:spPr>
          <a:xfrm>
            <a:off x="3698700" y="2002563"/>
            <a:ext cx="1746600" cy="3945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2400"/>
              <a:buFont typeface="Bebas Neue"/>
              <a:buNone/>
              <a:defRPr sz="2100">
                <a:solidFill>
                  <a:schemeClr val="dk1"/>
                </a:solidFill>
                <a:latin typeface="Poppins ExtraBold"/>
                <a:ea typeface="Poppins ExtraBold"/>
                <a:cs typeface="Poppins ExtraBold"/>
                <a:sym typeface="Poppins ExtraBold"/>
              </a:defRPr>
            </a:lvl1pPr>
            <a:lvl2pPr lvl="1"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560" name="Google Shape;560;p13"/>
          <p:cNvSpPr txBox="1">
            <a:spLocks noGrp="1"/>
          </p:cNvSpPr>
          <p:nvPr>
            <p:ph type="subTitle" idx="9"/>
          </p:nvPr>
        </p:nvSpPr>
        <p:spPr>
          <a:xfrm>
            <a:off x="6047112" y="2002575"/>
            <a:ext cx="1750200" cy="3945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2400"/>
              <a:buFont typeface="Bebas Neue"/>
              <a:buNone/>
              <a:defRPr sz="2100">
                <a:solidFill>
                  <a:schemeClr val="dk1"/>
                </a:solidFill>
                <a:latin typeface="Poppins ExtraBold"/>
                <a:ea typeface="Poppins ExtraBold"/>
                <a:cs typeface="Poppins ExtraBold"/>
                <a:sym typeface="Poppins ExtraBold"/>
              </a:defRPr>
            </a:lvl1pPr>
            <a:lvl2pPr lvl="1"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561" name="Google Shape;561;p13"/>
          <p:cNvSpPr txBox="1">
            <a:spLocks noGrp="1"/>
          </p:cNvSpPr>
          <p:nvPr>
            <p:ph type="subTitle" idx="13"/>
          </p:nvPr>
        </p:nvSpPr>
        <p:spPr>
          <a:xfrm>
            <a:off x="1346688" y="3505100"/>
            <a:ext cx="1746600" cy="3945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2400"/>
              <a:buFont typeface="Bebas Neue"/>
              <a:buNone/>
              <a:defRPr sz="2100">
                <a:solidFill>
                  <a:schemeClr val="dk1"/>
                </a:solidFill>
                <a:latin typeface="Poppins ExtraBold"/>
                <a:ea typeface="Poppins ExtraBold"/>
                <a:cs typeface="Poppins ExtraBold"/>
                <a:sym typeface="Poppins ExtraBold"/>
              </a:defRPr>
            </a:lvl1pPr>
            <a:lvl2pPr lvl="1"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562" name="Google Shape;562;p13"/>
          <p:cNvSpPr txBox="1">
            <a:spLocks noGrp="1"/>
          </p:cNvSpPr>
          <p:nvPr>
            <p:ph type="subTitle" idx="14"/>
          </p:nvPr>
        </p:nvSpPr>
        <p:spPr>
          <a:xfrm>
            <a:off x="3698700" y="3505100"/>
            <a:ext cx="1746600" cy="3945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2400"/>
              <a:buFont typeface="Bebas Neue"/>
              <a:buNone/>
              <a:defRPr sz="2100">
                <a:solidFill>
                  <a:schemeClr val="dk1"/>
                </a:solidFill>
                <a:latin typeface="Poppins ExtraBold"/>
                <a:ea typeface="Poppins ExtraBold"/>
                <a:cs typeface="Poppins ExtraBold"/>
                <a:sym typeface="Poppins ExtraBold"/>
              </a:defRPr>
            </a:lvl1pPr>
            <a:lvl2pPr lvl="1"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563" name="Google Shape;563;p13"/>
          <p:cNvSpPr txBox="1">
            <a:spLocks noGrp="1"/>
          </p:cNvSpPr>
          <p:nvPr>
            <p:ph type="subTitle" idx="15"/>
          </p:nvPr>
        </p:nvSpPr>
        <p:spPr>
          <a:xfrm>
            <a:off x="6047112" y="3505103"/>
            <a:ext cx="1750200" cy="3945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2400"/>
              <a:buFont typeface="Bebas Neue"/>
              <a:buNone/>
              <a:defRPr sz="2100">
                <a:solidFill>
                  <a:schemeClr val="dk1"/>
                </a:solidFill>
                <a:latin typeface="Poppins ExtraBold"/>
                <a:ea typeface="Poppins ExtraBold"/>
                <a:cs typeface="Poppins ExtraBold"/>
                <a:sym typeface="Poppins ExtraBold"/>
              </a:defRPr>
            </a:lvl1pPr>
            <a:lvl2pPr lvl="1"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564" name="Google Shape;564;p13"/>
          <p:cNvSpPr/>
          <p:nvPr/>
        </p:nvSpPr>
        <p:spPr>
          <a:xfrm>
            <a:off x="-1874837" y="3995688"/>
            <a:ext cx="3059100" cy="3059100"/>
          </a:xfrm>
          <a:prstGeom prst="ellipse">
            <a:avLst/>
          </a:prstGeom>
          <a:solidFill>
            <a:srgbClr val="897FBB">
              <a:alpha val="291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65" name="Google Shape;565;p13"/>
          <p:cNvGrpSpPr/>
          <p:nvPr/>
        </p:nvGrpSpPr>
        <p:grpSpPr>
          <a:xfrm flipH="1">
            <a:off x="5481470" y="1514187"/>
            <a:ext cx="4143889" cy="6604850"/>
            <a:chOff x="1336575" y="1389950"/>
            <a:chExt cx="1583450" cy="2523825"/>
          </a:xfrm>
        </p:grpSpPr>
        <p:sp>
          <p:nvSpPr>
            <p:cNvPr id="566" name="Google Shape;566;p13"/>
            <p:cNvSpPr/>
            <p:nvPr/>
          </p:nvSpPr>
          <p:spPr>
            <a:xfrm>
              <a:off x="1336575" y="1389950"/>
              <a:ext cx="1583450" cy="2523825"/>
            </a:xfrm>
            <a:custGeom>
              <a:avLst/>
              <a:gdLst/>
              <a:ahLst/>
              <a:cxnLst/>
              <a:rect l="l" t="t" r="r" b="b"/>
              <a:pathLst>
                <a:path w="63338" h="100953" extrusionOk="0">
                  <a:moveTo>
                    <a:pt x="1" y="1"/>
                  </a:moveTo>
                  <a:lnTo>
                    <a:pt x="1" y="45116"/>
                  </a:lnTo>
                  <a:cubicBezTo>
                    <a:pt x="1" y="48401"/>
                    <a:pt x="1340" y="50320"/>
                    <a:pt x="2470" y="51366"/>
                  </a:cubicBezTo>
                  <a:cubicBezTo>
                    <a:pt x="4773" y="53543"/>
                    <a:pt x="7793" y="53571"/>
                    <a:pt x="8519" y="53571"/>
                  </a:cubicBezTo>
                  <a:lnTo>
                    <a:pt x="54938" y="53571"/>
                  </a:lnTo>
                  <a:lnTo>
                    <a:pt x="55057" y="53543"/>
                  </a:lnTo>
                  <a:cubicBezTo>
                    <a:pt x="55378" y="53543"/>
                    <a:pt x="56222" y="53633"/>
                    <a:pt x="56682" y="54094"/>
                  </a:cubicBezTo>
                  <a:cubicBezTo>
                    <a:pt x="57003" y="54415"/>
                    <a:pt x="57177" y="55001"/>
                    <a:pt x="57177" y="55838"/>
                  </a:cubicBezTo>
                  <a:lnTo>
                    <a:pt x="57177" y="100953"/>
                  </a:lnTo>
                  <a:lnTo>
                    <a:pt x="63337" y="100953"/>
                  </a:lnTo>
                  <a:lnTo>
                    <a:pt x="63337" y="55838"/>
                  </a:lnTo>
                  <a:cubicBezTo>
                    <a:pt x="63337" y="52587"/>
                    <a:pt x="62005" y="50641"/>
                    <a:pt x="60868" y="49594"/>
                  </a:cubicBezTo>
                  <a:cubicBezTo>
                    <a:pt x="58783" y="47611"/>
                    <a:pt x="56100" y="47406"/>
                    <a:pt x="55082" y="47406"/>
                  </a:cubicBezTo>
                  <a:cubicBezTo>
                    <a:pt x="54979" y="47406"/>
                    <a:pt x="54893" y="47408"/>
                    <a:pt x="54826" y="47411"/>
                  </a:cubicBezTo>
                  <a:lnTo>
                    <a:pt x="8463" y="47411"/>
                  </a:lnTo>
                  <a:lnTo>
                    <a:pt x="8400" y="47383"/>
                  </a:lnTo>
                  <a:lnTo>
                    <a:pt x="8289" y="47411"/>
                  </a:lnTo>
                  <a:cubicBezTo>
                    <a:pt x="7968" y="47411"/>
                    <a:pt x="7124" y="47327"/>
                    <a:pt x="6656" y="46888"/>
                  </a:cubicBezTo>
                  <a:cubicBezTo>
                    <a:pt x="6342" y="46539"/>
                    <a:pt x="6168" y="45960"/>
                    <a:pt x="6168" y="45116"/>
                  </a:cubicBezTo>
                  <a:lnTo>
                    <a:pt x="6168" y="1"/>
                  </a:lnTo>
                  <a:close/>
                </a:path>
              </a:pathLst>
            </a:custGeom>
            <a:solidFill>
              <a:schemeClr val="accent5"/>
            </a:solidFill>
            <a:ln>
              <a:noFill/>
            </a:ln>
            <a:effectLst>
              <a:outerShdw dist="57150" dir="6300000" algn="bl" rotWithShape="0">
                <a:schemeClr val="dk1">
                  <a:alpha val="35000"/>
                </a:scheme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endParaRPr/>
            </a:p>
          </p:txBody>
        </p:sp>
        <p:sp>
          <p:nvSpPr>
            <p:cNvPr id="567" name="Google Shape;567;p13"/>
            <p:cNvSpPr/>
            <p:nvPr/>
          </p:nvSpPr>
          <p:spPr>
            <a:xfrm>
              <a:off x="2510150" y="2649325"/>
              <a:ext cx="11700" cy="5775"/>
            </a:xfrm>
            <a:custGeom>
              <a:avLst/>
              <a:gdLst/>
              <a:ahLst/>
              <a:cxnLst/>
              <a:rect l="l" t="t" r="r" b="b"/>
              <a:pathLst>
                <a:path w="468" h="231" extrusionOk="0">
                  <a:moveTo>
                    <a:pt x="0" y="1"/>
                  </a:moveTo>
                  <a:lnTo>
                    <a:pt x="0" y="231"/>
                  </a:lnTo>
                  <a:lnTo>
                    <a:pt x="468" y="231"/>
                  </a:lnTo>
                  <a:lnTo>
                    <a:pt x="46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8" name="Google Shape;568;p13"/>
            <p:cNvSpPr/>
            <p:nvPr/>
          </p:nvSpPr>
          <p:spPr>
            <a:xfrm>
              <a:off x="1406350" y="1423450"/>
              <a:ext cx="1080625" cy="1231650"/>
            </a:xfrm>
            <a:custGeom>
              <a:avLst/>
              <a:gdLst/>
              <a:ahLst/>
              <a:cxnLst/>
              <a:rect l="l" t="t" r="r" b="b"/>
              <a:pathLst>
                <a:path w="43225" h="49266" extrusionOk="0">
                  <a:moveTo>
                    <a:pt x="0" y="0"/>
                  </a:moveTo>
                  <a:lnTo>
                    <a:pt x="0" y="928"/>
                  </a:lnTo>
                  <a:lnTo>
                    <a:pt x="238" y="928"/>
                  </a:lnTo>
                  <a:lnTo>
                    <a:pt x="238" y="0"/>
                  </a:lnTo>
                  <a:close/>
                  <a:moveTo>
                    <a:pt x="0" y="1863"/>
                  </a:moveTo>
                  <a:lnTo>
                    <a:pt x="0" y="2791"/>
                  </a:lnTo>
                  <a:lnTo>
                    <a:pt x="238" y="2791"/>
                  </a:lnTo>
                  <a:lnTo>
                    <a:pt x="238" y="1863"/>
                  </a:lnTo>
                  <a:close/>
                  <a:moveTo>
                    <a:pt x="0" y="3719"/>
                  </a:moveTo>
                  <a:lnTo>
                    <a:pt x="0" y="4653"/>
                  </a:lnTo>
                  <a:lnTo>
                    <a:pt x="238" y="4653"/>
                  </a:lnTo>
                  <a:lnTo>
                    <a:pt x="238" y="3719"/>
                  </a:lnTo>
                  <a:close/>
                  <a:moveTo>
                    <a:pt x="0" y="5581"/>
                  </a:moveTo>
                  <a:lnTo>
                    <a:pt x="0" y="6509"/>
                  </a:lnTo>
                  <a:lnTo>
                    <a:pt x="238" y="6509"/>
                  </a:lnTo>
                  <a:lnTo>
                    <a:pt x="238" y="5581"/>
                  </a:lnTo>
                  <a:close/>
                  <a:moveTo>
                    <a:pt x="0" y="7444"/>
                  </a:moveTo>
                  <a:lnTo>
                    <a:pt x="0" y="8372"/>
                  </a:lnTo>
                  <a:lnTo>
                    <a:pt x="238" y="8372"/>
                  </a:lnTo>
                  <a:lnTo>
                    <a:pt x="238" y="7444"/>
                  </a:lnTo>
                  <a:close/>
                  <a:moveTo>
                    <a:pt x="0" y="9300"/>
                  </a:moveTo>
                  <a:lnTo>
                    <a:pt x="0" y="10234"/>
                  </a:lnTo>
                  <a:lnTo>
                    <a:pt x="238" y="10234"/>
                  </a:lnTo>
                  <a:lnTo>
                    <a:pt x="238" y="9300"/>
                  </a:lnTo>
                  <a:close/>
                  <a:moveTo>
                    <a:pt x="0" y="11162"/>
                  </a:moveTo>
                  <a:lnTo>
                    <a:pt x="0" y="12090"/>
                  </a:lnTo>
                  <a:lnTo>
                    <a:pt x="238" y="12090"/>
                  </a:lnTo>
                  <a:lnTo>
                    <a:pt x="238" y="11162"/>
                  </a:lnTo>
                  <a:close/>
                  <a:moveTo>
                    <a:pt x="0" y="13025"/>
                  </a:moveTo>
                  <a:lnTo>
                    <a:pt x="0" y="13953"/>
                  </a:lnTo>
                  <a:lnTo>
                    <a:pt x="238" y="13953"/>
                  </a:lnTo>
                  <a:lnTo>
                    <a:pt x="238" y="13025"/>
                  </a:lnTo>
                  <a:close/>
                  <a:moveTo>
                    <a:pt x="0" y="14880"/>
                  </a:moveTo>
                  <a:lnTo>
                    <a:pt x="0" y="15815"/>
                  </a:lnTo>
                  <a:lnTo>
                    <a:pt x="238" y="15815"/>
                  </a:lnTo>
                  <a:lnTo>
                    <a:pt x="238" y="14880"/>
                  </a:lnTo>
                  <a:close/>
                  <a:moveTo>
                    <a:pt x="0" y="16743"/>
                  </a:moveTo>
                  <a:lnTo>
                    <a:pt x="0" y="17671"/>
                  </a:lnTo>
                  <a:lnTo>
                    <a:pt x="238" y="17671"/>
                  </a:lnTo>
                  <a:lnTo>
                    <a:pt x="238" y="16743"/>
                  </a:lnTo>
                  <a:close/>
                  <a:moveTo>
                    <a:pt x="0" y="18606"/>
                  </a:moveTo>
                  <a:lnTo>
                    <a:pt x="0" y="19534"/>
                  </a:lnTo>
                  <a:lnTo>
                    <a:pt x="238" y="19534"/>
                  </a:lnTo>
                  <a:lnTo>
                    <a:pt x="238" y="18606"/>
                  </a:lnTo>
                  <a:close/>
                  <a:moveTo>
                    <a:pt x="0" y="20461"/>
                  </a:moveTo>
                  <a:lnTo>
                    <a:pt x="0" y="21396"/>
                  </a:lnTo>
                  <a:lnTo>
                    <a:pt x="238" y="21396"/>
                  </a:lnTo>
                  <a:lnTo>
                    <a:pt x="238" y="20461"/>
                  </a:lnTo>
                  <a:close/>
                  <a:moveTo>
                    <a:pt x="0" y="22324"/>
                  </a:moveTo>
                  <a:lnTo>
                    <a:pt x="0" y="23252"/>
                  </a:lnTo>
                  <a:lnTo>
                    <a:pt x="238" y="23252"/>
                  </a:lnTo>
                  <a:lnTo>
                    <a:pt x="238" y="22324"/>
                  </a:lnTo>
                  <a:close/>
                  <a:moveTo>
                    <a:pt x="0" y="24187"/>
                  </a:moveTo>
                  <a:lnTo>
                    <a:pt x="0" y="25114"/>
                  </a:lnTo>
                  <a:lnTo>
                    <a:pt x="238" y="25114"/>
                  </a:lnTo>
                  <a:lnTo>
                    <a:pt x="238" y="24187"/>
                  </a:lnTo>
                  <a:close/>
                  <a:moveTo>
                    <a:pt x="0" y="26014"/>
                  </a:moveTo>
                  <a:lnTo>
                    <a:pt x="0" y="26942"/>
                  </a:lnTo>
                  <a:lnTo>
                    <a:pt x="238" y="26942"/>
                  </a:lnTo>
                  <a:lnTo>
                    <a:pt x="238" y="26014"/>
                  </a:lnTo>
                  <a:close/>
                  <a:moveTo>
                    <a:pt x="0" y="27877"/>
                  </a:moveTo>
                  <a:lnTo>
                    <a:pt x="0" y="28805"/>
                  </a:lnTo>
                  <a:lnTo>
                    <a:pt x="238" y="28805"/>
                  </a:lnTo>
                  <a:lnTo>
                    <a:pt x="238" y="27877"/>
                  </a:lnTo>
                  <a:close/>
                  <a:moveTo>
                    <a:pt x="0" y="29733"/>
                  </a:moveTo>
                  <a:lnTo>
                    <a:pt x="0" y="30667"/>
                  </a:lnTo>
                  <a:lnTo>
                    <a:pt x="238" y="30667"/>
                  </a:lnTo>
                  <a:lnTo>
                    <a:pt x="238" y="29733"/>
                  </a:lnTo>
                  <a:close/>
                  <a:moveTo>
                    <a:pt x="0" y="31595"/>
                  </a:moveTo>
                  <a:lnTo>
                    <a:pt x="0" y="32523"/>
                  </a:lnTo>
                  <a:lnTo>
                    <a:pt x="238" y="32523"/>
                  </a:lnTo>
                  <a:lnTo>
                    <a:pt x="238" y="31595"/>
                  </a:lnTo>
                  <a:close/>
                  <a:moveTo>
                    <a:pt x="0" y="33458"/>
                  </a:moveTo>
                  <a:lnTo>
                    <a:pt x="0" y="34386"/>
                  </a:lnTo>
                  <a:lnTo>
                    <a:pt x="238" y="34386"/>
                  </a:lnTo>
                  <a:lnTo>
                    <a:pt x="238" y="33458"/>
                  </a:lnTo>
                  <a:close/>
                  <a:moveTo>
                    <a:pt x="0" y="35314"/>
                  </a:moveTo>
                  <a:lnTo>
                    <a:pt x="0" y="36248"/>
                  </a:lnTo>
                  <a:lnTo>
                    <a:pt x="238" y="36248"/>
                  </a:lnTo>
                  <a:lnTo>
                    <a:pt x="238" y="35314"/>
                  </a:lnTo>
                  <a:close/>
                  <a:moveTo>
                    <a:pt x="0" y="37176"/>
                  </a:moveTo>
                  <a:lnTo>
                    <a:pt x="0" y="38104"/>
                  </a:lnTo>
                  <a:lnTo>
                    <a:pt x="238" y="38104"/>
                  </a:lnTo>
                  <a:lnTo>
                    <a:pt x="238" y="37176"/>
                  </a:lnTo>
                  <a:close/>
                  <a:moveTo>
                    <a:pt x="0" y="39039"/>
                  </a:moveTo>
                  <a:lnTo>
                    <a:pt x="0" y="39967"/>
                  </a:lnTo>
                  <a:lnTo>
                    <a:pt x="238" y="39967"/>
                  </a:lnTo>
                  <a:lnTo>
                    <a:pt x="238" y="39039"/>
                  </a:lnTo>
                  <a:close/>
                  <a:moveTo>
                    <a:pt x="0" y="40894"/>
                  </a:moveTo>
                  <a:lnTo>
                    <a:pt x="0" y="41829"/>
                  </a:lnTo>
                  <a:lnTo>
                    <a:pt x="238" y="41829"/>
                  </a:lnTo>
                  <a:lnTo>
                    <a:pt x="238" y="40894"/>
                  </a:lnTo>
                  <a:close/>
                  <a:moveTo>
                    <a:pt x="0" y="42757"/>
                  </a:moveTo>
                  <a:lnTo>
                    <a:pt x="0" y="43720"/>
                  </a:lnTo>
                  <a:lnTo>
                    <a:pt x="238" y="43720"/>
                  </a:lnTo>
                  <a:lnTo>
                    <a:pt x="238" y="42757"/>
                  </a:lnTo>
                  <a:close/>
                  <a:moveTo>
                    <a:pt x="293" y="44620"/>
                  </a:moveTo>
                  <a:lnTo>
                    <a:pt x="63" y="44648"/>
                  </a:lnTo>
                  <a:cubicBezTo>
                    <a:pt x="91" y="44969"/>
                    <a:pt x="147" y="45289"/>
                    <a:pt x="203" y="45575"/>
                  </a:cubicBezTo>
                  <a:lnTo>
                    <a:pt x="440" y="45520"/>
                  </a:lnTo>
                  <a:cubicBezTo>
                    <a:pt x="377" y="45227"/>
                    <a:pt x="321" y="44941"/>
                    <a:pt x="293" y="44620"/>
                  </a:cubicBezTo>
                  <a:close/>
                  <a:moveTo>
                    <a:pt x="726" y="46364"/>
                  </a:moveTo>
                  <a:lnTo>
                    <a:pt x="524" y="46475"/>
                  </a:lnTo>
                  <a:cubicBezTo>
                    <a:pt x="670" y="46768"/>
                    <a:pt x="817" y="47033"/>
                    <a:pt x="991" y="47292"/>
                  </a:cubicBezTo>
                  <a:lnTo>
                    <a:pt x="1193" y="47145"/>
                  </a:lnTo>
                  <a:cubicBezTo>
                    <a:pt x="1019" y="46915"/>
                    <a:pt x="872" y="46650"/>
                    <a:pt x="726" y="46364"/>
                  </a:cubicBezTo>
                  <a:close/>
                  <a:moveTo>
                    <a:pt x="1807" y="47815"/>
                  </a:moveTo>
                  <a:lnTo>
                    <a:pt x="1661" y="47989"/>
                  </a:lnTo>
                  <a:cubicBezTo>
                    <a:pt x="1891" y="48192"/>
                    <a:pt x="2156" y="48366"/>
                    <a:pt x="2414" y="48540"/>
                  </a:cubicBezTo>
                  <a:lnTo>
                    <a:pt x="2533" y="48338"/>
                  </a:lnTo>
                  <a:cubicBezTo>
                    <a:pt x="2268" y="48192"/>
                    <a:pt x="2037" y="48017"/>
                    <a:pt x="1807" y="47815"/>
                  </a:cubicBezTo>
                  <a:close/>
                  <a:moveTo>
                    <a:pt x="3377" y="48687"/>
                  </a:moveTo>
                  <a:lnTo>
                    <a:pt x="3286" y="48917"/>
                  </a:lnTo>
                  <a:cubicBezTo>
                    <a:pt x="3579" y="49008"/>
                    <a:pt x="3900" y="49091"/>
                    <a:pt x="4214" y="49154"/>
                  </a:cubicBezTo>
                  <a:lnTo>
                    <a:pt x="4249" y="48917"/>
                  </a:lnTo>
                  <a:cubicBezTo>
                    <a:pt x="3956" y="48861"/>
                    <a:pt x="3635" y="48805"/>
                    <a:pt x="3377" y="48687"/>
                  </a:cubicBezTo>
                  <a:close/>
                  <a:moveTo>
                    <a:pt x="5149" y="49036"/>
                  </a:moveTo>
                  <a:lnTo>
                    <a:pt x="5149" y="49266"/>
                  </a:lnTo>
                  <a:lnTo>
                    <a:pt x="6077" y="49266"/>
                  </a:lnTo>
                  <a:lnTo>
                    <a:pt x="6077" y="49036"/>
                  </a:lnTo>
                  <a:close/>
                  <a:moveTo>
                    <a:pt x="7004" y="49036"/>
                  </a:moveTo>
                  <a:lnTo>
                    <a:pt x="7004" y="49266"/>
                  </a:lnTo>
                  <a:lnTo>
                    <a:pt x="7939" y="49266"/>
                  </a:lnTo>
                  <a:lnTo>
                    <a:pt x="7939" y="49036"/>
                  </a:lnTo>
                  <a:close/>
                  <a:moveTo>
                    <a:pt x="8867" y="49036"/>
                  </a:moveTo>
                  <a:lnTo>
                    <a:pt x="8867" y="49266"/>
                  </a:lnTo>
                  <a:lnTo>
                    <a:pt x="9795" y="49266"/>
                  </a:lnTo>
                  <a:lnTo>
                    <a:pt x="9795" y="49036"/>
                  </a:lnTo>
                  <a:close/>
                  <a:moveTo>
                    <a:pt x="10730" y="49036"/>
                  </a:moveTo>
                  <a:lnTo>
                    <a:pt x="10730" y="49266"/>
                  </a:lnTo>
                  <a:lnTo>
                    <a:pt x="11658" y="49266"/>
                  </a:lnTo>
                  <a:lnTo>
                    <a:pt x="11658" y="49036"/>
                  </a:lnTo>
                  <a:close/>
                  <a:moveTo>
                    <a:pt x="12585" y="49036"/>
                  </a:moveTo>
                  <a:lnTo>
                    <a:pt x="12585" y="49266"/>
                  </a:lnTo>
                  <a:lnTo>
                    <a:pt x="13520" y="49266"/>
                  </a:lnTo>
                  <a:lnTo>
                    <a:pt x="13520" y="49036"/>
                  </a:lnTo>
                  <a:close/>
                  <a:moveTo>
                    <a:pt x="14448" y="49036"/>
                  </a:moveTo>
                  <a:lnTo>
                    <a:pt x="14448" y="49266"/>
                  </a:lnTo>
                  <a:lnTo>
                    <a:pt x="15376" y="49266"/>
                  </a:lnTo>
                  <a:lnTo>
                    <a:pt x="15376" y="49036"/>
                  </a:lnTo>
                  <a:close/>
                  <a:moveTo>
                    <a:pt x="16283" y="49036"/>
                  </a:moveTo>
                  <a:lnTo>
                    <a:pt x="16283" y="49266"/>
                  </a:lnTo>
                  <a:lnTo>
                    <a:pt x="17211" y="49266"/>
                  </a:lnTo>
                  <a:lnTo>
                    <a:pt x="17211" y="49036"/>
                  </a:lnTo>
                  <a:close/>
                  <a:moveTo>
                    <a:pt x="18138" y="49036"/>
                  </a:moveTo>
                  <a:lnTo>
                    <a:pt x="18138" y="49266"/>
                  </a:lnTo>
                  <a:lnTo>
                    <a:pt x="19073" y="49266"/>
                  </a:lnTo>
                  <a:lnTo>
                    <a:pt x="19073" y="49036"/>
                  </a:lnTo>
                  <a:close/>
                  <a:moveTo>
                    <a:pt x="20001" y="49036"/>
                  </a:moveTo>
                  <a:lnTo>
                    <a:pt x="20001" y="49266"/>
                  </a:lnTo>
                  <a:lnTo>
                    <a:pt x="20929" y="49266"/>
                  </a:lnTo>
                  <a:lnTo>
                    <a:pt x="20929" y="49036"/>
                  </a:lnTo>
                  <a:close/>
                  <a:moveTo>
                    <a:pt x="21864" y="49036"/>
                  </a:moveTo>
                  <a:lnTo>
                    <a:pt x="21864" y="49266"/>
                  </a:lnTo>
                  <a:lnTo>
                    <a:pt x="22791" y="49266"/>
                  </a:lnTo>
                  <a:lnTo>
                    <a:pt x="22791" y="49036"/>
                  </a:lnTo>
                  <a:close/>
                  <a:moveTo>
                    <a:pt x="23719" y="49036"/>
                  </a:moveTo>
                  <a:lnTo>
                    <a:pt x="23719" y="49266"/>
                  </a:lnTo>
                  <a:lnTo>
                    <a:pt x="24654" y="49266"/>
                  </a:lnTo>
                  <a:lnTo>
                    <a:pt x="24654" y="49036"/>
                  </a:lnTo>
                  <a:close/>
                  <a:moveTo>
                    <a:pt x="25582" y="49036"/>
                  </a:moveTo>
                  <a:lnTo>
                    <a:pt x="25582" y="49266"/>
                  </a:lnTo>
                  <a:lnTo>
                    <a:pt x="26510" y="49266"/>
                  </a:lnTo>
                  <a:lnTo>
                    <a:pt x="26510" y="49036"/>
                  </a:lnTo>
                  <a:close/>
                  <a:moveTo>
                    <a:pt x="27445" y="49036"/>
                  </a:moveTo>
                  <a:lnTo>
                    <a:pt x="27445" y="49266"/>
                  </a:lnTo>
                  <a:lnTo>
                    <a:pt x="28372" y="49266"/>
                  </a:lnTo>
                  <a:lnTo>
                    <a:pt x="28372" y="49036"/>
                  </a:lnTo>
                  <a:close/>
                  <a:moveTo>
                    <a:pt x="29300" y="49036"/>
                  </a:moveTo>
                  <a:lnTo>
                    <a:pt x="29300" y="49266"/>
                  </a:lnTo>
                  <a:lnTo>
                    <a:pt x="30235" y="49266"/>
                  </a:lnTo>
                  <a:lnTo>
                    <a:pt x="30235" y="49036"/>
                  </a:lnTo>
                  <a:close/>
                  <a:moveTo>
                    <a:pt x="31163" y="49036"/>
                  </a:moveTo>
                  <a:lnTo>
                    <a:pt x="31163" y="49266"/>
                  </a:lnTo>
                  <a:lnTo>
                    <a:pt x="32063" y="49266"/>
                  </a:lnTo>
                  <a:lnTo>
                    <a:pt x="32063" y="49036"/>
                  </a:lnTo>
                  <a:close/>
                  <a:moveTo>
                    <a:pt x="32991" y="49036"/>
                  </a:moveTo>
                  <a:lnTo>
                    <a:pt x="32991" y="49266"/>
                  </a:lnTo>
                  <a:lnTo>
                    <a:pt x="33925" y="49266"/>
                  </a:lnTo>
                  <a:lnTo>
                    <a:pt x="33925" y="49036"/>
                  </a:lnTo>
                  <a:close/>
                  <a:moveTo>
                    <a:pt x="34853" y="49036"/>
                  </a:moveTo>
                  <a:lnTo>
                    <a:pt x="34853" y="49266"/>
                  </a:lnTo>
                  <a:lnTo>
                    <a:pt x="35781" y="49266"/>
                  </a:lnTo>
                  <a:lnTo>
                    <a:pt x="35781" y="49036"/>
                  </a:lnTo>
                  <a:close/>
                  <a:moveTo>
                    <a:pt x="36716" y="49036"/>
                  </a:moveTo>
                  <a:lnTo>
                    <a:pt x="36716" y="49266"/>
                  </a:lnTo>
                  <a:lnTo>
                    <a:pt x="37644" y="49266"/>
                  </a:lnTo>
                  <a:lnTo>
                    <a:pt x="37644" y="49036"/>
                  </a:lnTo>
                  <a:close/>
                  <a:moveTo>
                    <a:pt x="38571" y="49036"/>
                  </a:moveTo>
                  <a:lnTo>
                    <a:pt x="38571" y="49266"/>
                  </a:lnTo>
                  <a:lnTo>
                    <a:pt x="39506" y="49266"/>
                  </a:lnTo>
                  <a:lnTo>
                    <a:pt x="39506" y="49036"/>
                  </a:lnTo>
                  <a:close/>
                  <a:moveTo>
                    <a:pt x="40434" y="49036"/>
                  </a:moveTo>
                  <a:lnTo>
                    <a:pt x="40434" y="49266"/>
                  </a:lnTo>
                  <a:lnTo>
                    <a:pt x="41362" y="49266"/>
                  </a:lnTo>
                  <a:lnTo>
                    <a:pt x="41362" y="49036"/>
                  </a:lnTo>
                  <a:close/>
                  <a:moveTo>
                    <a:pt x="42297" y="49036"/>
                  </a:moveTo>
                  <a:lnTo>
                    <a:pt x="42297" y="49266"/>
                  </a:lnTo>
                  <a:lnTo>
                    <a:pt x="43225" y="49266"/>
                  </a:lnTo>
                  <a:lnTo>
                    <a:pt x="43225" y="49036"/>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9" name="Google Shape;569;p13"/>
            <p:cNvSpPr/>
            <p:nvPr/>
          </p:nvSpPr>
          <p:spPr>
            <a:xfrm>
              <a:off x="1406350" y="1389950"/>
              <a:ext cx="5950" cy="11725"/>
            </a:xfrm>
            <a:custGeom>
              <a:avLst/>
              <a:gdLst/>
              <a:ahLst/>
              <a:cxnLst/>
              <a:rect l="l" t="t" r="r" b="b"/>
              <a:pathLst>
                <a:path w="238" h="469" extrusionOk="0">
                  <a:moveTo>
                    <a:pt x="0" y="1"/>
                  </a:moveTo>
                  <a:lnTo>
                    <a:pt x="0" y="468"/>
                  </a:lnTo>
                  <a:lnTo>
                    <a:pt x="238" y="468"/>
                  </a:lnTo>
                  <a:lnTo>
                    <a:pt x="23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0" name="Google Shape;570;p13"/>
            <p:cNvSpPr/>
            <p:nvPr/>
          </p:nvSpPr>
          <p:spPr>
            <a:xfrm>
              <a:off x="2841525" y="3857075"/>
              <a:ext cx="5950" cy="24100"/>
            </a:xfrm>
            <a:custGeom>
              <a:avLst/>
              <a:gdLst/>
              <a:ahLst/>
              <a:cxnLst/>
              <a:rect l="l" t="t" r="r" b="b"/>
              <a:pathLst>
                <a:path w="238" h="964" extrusionOk="0">
                  <a:moveTo>
                    <a:pt x="0" y="0"/>
                  </a:moveTo>
                  <a:lnTo>
                    <a:pt x="0" y="963"/>
                  </a:lnTo>
                  <a:lnTo>
                    <a:pt x="237" y="963"/>
                  </a:lnTo>
                  <a:lnTo>
                    <a:pt x="237"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1" name="Google Shape;571;p13"/>
            <p:cNvSpPr/>
            <p:nvPr/>
          </p:nvSpPr>
          <p:spPr>
            <a:xfrm>
              <a:off x="2841525" y="3810500"/>
              <a:ext cx="5950" cy="23400"/>
            </a:xfrm>
            <a:custGeom>
              <a:avLst/>
              <a:gdLst/>
              <a:ahLst/>
              <a:cxnLst/>
              <a:rect l="l" t="t" r="r" b="b"/>
              <a:pathLst>
                <a:path w="238" h="936" extrusionOk="0">
                  <a:moveTo>
                    <a:pt x="0" y="1"/>
                  </a:moveTo>
                  <a:lnTo>
                    <a:pt x="0" y="936"/>
                  </a:lnTo>
                  <a:lnTo>
                    <a:pt x="237" y="936"/>
                  </a:lnTo>
                  <a:lnTo>
                    <a:pt x="237"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2" name="Google Shape;572;p13"/>
            <p:cNvSpPr/>
            <p:nvPr/>
          </p:nvSpPr>
          <p:spPr>
            <a:xfrm>
              <a:off x="2836450" y="2740900"/>
              <a:ext cx="10325" cy="24075"/>
            </a:xfrm>
            <a:custGeom>
              <a:avLst/>
              <a:gdLst/>
              <a:ahLst/>
              <a:cxnLst/>
              <a:rect l="l" t="t" r="r" b="b"/>
              <a:pathLst>
                <a:path w="413" h="963" extrusionOk="0">
                  <a:moveTo>
                    <a:pt x="238" y="0"/>
                  </a:moveTo>
                  <a:lnTo>
                    <a:pt x="1" y="56"/>
                  </a:lnTo>
                  <a:cubicBezTo>
                    <a:pt x="91" y="349"/>
                    <a:pt x="147" y="642"/>
                    <a:pt x="175" y="963"/>
                  </a:cubicBezTo>
                  <a:lnTo>
                    <a:pt x="412" y="928"/>
                  </a:lnTo>
                  <a:cubicBezTo>
                    <a:pt x="350" y="614"/>
                    <a:pt x="322" y="293"/>
                    <a:pt x="238"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3" name="Google Shape;573;p13"/>
            <p:cNvSpPr/>
            <p:nvPr/>
          </p:nvSpPr>
          <p:spPr>
            <a:xfrm>
              <a:off x="2841525" y="3717550"/>
              <a:ext cx="5950" cy="23225"/>
            </a:xfrm>
            <a:custGeom>
              <a:avLst/>
              <a:gdLst/>
              <a:ahLst/>
              <a:cxnLst/>
              <a:rect l="l" t="t" r="r" b="b"/>
              <a:pathLst>
                <a:path w="238" h="929" extrusionOk="0">
                  <a:moveTo>
                    <a:pt x="0" y="1"/>
                  </a:moveTo>
                  <a:lnTo>
                    <a:pt x="0" y="928"/>
                  </a:lnTo>
                  <a:lnTo>
                    <a:pt x="237" y="928"/>
                  </a:lnTo>
                  <a:lnTo>
                    <a:pt x="237"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4" name="Google Shape;574;p13"/>
            <p:cNvSpPr/>
            <p:nvPr/>
          </p:nvSpPr>
          <p:spPr>
            <a:xfrm>
              <a:off x="2841525" y="3624600"/>
              <a:ext cx="5950" cy="23225"/>
            </a:xfrm>
            <a:custGeom>
              <a:avLst/>
              <a:gdLst/>
              <a:ahLst/>
              <a:cxnLst/>
              <a:rect l="l" t="t" r="r" b="b"/>
              <a:pathLst>
                <a:path w="238" h="929" extrusionOk="0">
                  <a:moveTo>
                    <a:pt x="0" y="0"/>
                  </a:moveTo>
                  <a:lnTo>
                    <a:pt x="0" y="928"/>
                  </a:lnTo>
                  <a:lnTo>
                    <a:pt x="237" y="928"/>
                  </a:lnTo>
                  <a:lnTo>
                    <a:pt x="237"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5" name="Google Shape;575;p13"/>
            <p:cNvSpPr/>
            <p:nvPr/>
          </p:nvSpPr>
          <p:spPr>
            <a:xfrm>
              <a:off x="2841525" y="3578025"/>
              <a:ext cx="5950" cy="23225"/>
            </a:xfrm>
            <a:custGeom>
              <a:avLst/>
              <a:gdLst/>
              <a:ahLst/>
              <a:cxnLst/>
              <a:rect l="l" t="t" r="r" b="b"/>
              <a:pathLst>
                <a:path w="238" h="929" extrusionOk="0">
                  <a:moveTo>
                    <a:pt x="0" y="1"/>
                  </a:moveTo>
                  <a:lnTo>
                    <a:pt x="0" y="928"/>
                  </a:lnTo>
                  <a:lnTo>
                    <a:pt x="237" y="928"/>
                  </a:lnTo>
                  <a:lnTo>
                    <a:pt x="237"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6" name="Google Shape;576;p13"/>
            <p:cNvSpPr/>
            <p:nvPr/>
          </p:nvSpPr>
          <p:spPr>
            <a:xfrm>
              <a:off x="2841525" y="3764125"/>
              <a:ext cx="5950" cy="23200"/>
            </a:xfrm>
            <a:custGeom>
              <a:avLst/>
              <a:gdLst/>
              <a:ahLst/>
              <a:cxnLst/>
              <a:rect l="l" t="t" r="r" b="b"/>
              <a:pathLst>
                <a:path w="238" h="928" extrusionOk="0">
                  <a:moveTo>
                    <a:pt x="0" y="0"/>
                  </a:moveTo>
                  <a:lnTo>
                    <a:pt x="0" y="928"/>
                  </a:lnTo>
                  <a:lnTo>
                    <a:pt x="237" y="928"/>
                  </a:lnTo>
                  <a:lnTo>
                    <a:pt x="237"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7" name="Google Shape;577;p13"/>
            <p:cNvSpPr/>
            <p:nvPr/>
          </p:nvSpPr>
          <p:spPr>
            <a:xfrm>
              <a:off x="2817625" y="2697975"/>
              <a:ext cx="16775" cy="23400"/>
            </a:xfrm>
            <a:custGeom>
              <a:avLst/>
              <a:gdLst/>
              <a:ahLst/>
              <a:cxnLst/>
              <a:rect l="l" t="t" r="r" b="b"/>
              <a:pathLst>
                <a:path w="671" h="936" extrusionOk="0">
                  <a:moveTo>
                    <a:pt x="203" y="1"/>
                  </a:moveTo>
                  <a:lnTo>
                    <a:pt x="0" y="147"/>
                  </a:lnTo>
                  <a:cubicBezTo>
                    <a:pt x="175" y="378"/>
                    <a:pt x="349" y="643"/>
                    <a:pt x="468" y="936"/>
                  </a:cubicBezTo>
                  <a:lnTo>
                    <a:pt x="670" y="845"/>
                  </a:lnTo>
                  <a:cubicBezTo>
                    <a:pt x="551" y="552"/>
                    <a:pt x="377" y="266"/>
                    <a:pt x="203"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8" name="Google Shape;578;p13"/>
            <p:cNvSpPr/>
            <p:nvPr/>
          </p:nvSpPr>
          <p:spPr>
            <a:xfrm>
              <a:off x="2841525" y="3670975"/>
              <a:ext cx="5950" cy="23400"/>
            </a:xfrm>
            <a:custGeom>
              <a:avLst/>
              <a:gdLst/>
              <a:ahLst/>
              <a:cxnLst/>
              <a:rect l="l" t="t" r="r" b="b"/>
              <a:pathLst>
                <a:path w="238" h="936" extrusionOk="0">
                  <a:moveTo>
                    <a:pt x="0" y="1"/>
                  </a:moveTo>
                  <a:lnTo>
                    <a:pt x="0" y="936"/>
                  </a:lnTo>
                  <a:lnTo>
                    <a:pt x="237" y="936"/>
                  </a:lnTo>
                  <a:lnTo>
                    <a:pt x="237"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9" name="Google Shape;579;p13"/>
            <p:cNvSpPr/>
            <p:nvPr/>
          </p:nvSpPr>
          <p:spPr>
            <a:xfrm>
              <a:off x="2510150" y="2649325"/>
              <a:ext cx="23400" cy="5775"/>
            </a:xfrm>
            <a:custGeom>
              <a:avLst/>
              <a:gdLst/>
              <a:ahLst/>
              <a:cxnLst/>
              <a:rect l="l" t="t" r="r" b="b"/>
              <a:pathLst>
                <a:path w="936" h="231" extrusionOk="0">
                  <a:moveTo>
                    <a:pt x="0" y="1"/>
                  </a:moveTo>
                  <a:lnTo>
                    <a:pt x="0" y="231"/>
                  </a:lnTo>
                  <a:lnTo>
                    <a:pt x="935" y="231"/>
                  </a:lnTo>
                  <a:lnTo>
                    <a:pt x="93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0" name="Google Shape;580;p13"/>
            <p:cNvSpPr/>
            <p:nvPr/>
          </p:nvSpPr>
          <p:spPr>
            <a:xfrm>
              <a:off x="2556725" y="2649325"/>
              <a:ext cx="22500" cy="5775"/>
            </a:xfrm>
            <a:custGeom>
              <a:avLst/>
              <a:gdLst/>
              <a:ahLst/>
              <a:cxnLst/>
              <a:rect l="l" t="t" r="r" b="b"/>
              <a:pathLst>
                <a:path w="900" h="231" extrusionOk="0">
                  <a:moveTo>
                    <a:pt x="0" y="1"/>
                  </a:moveTo>
                  <a:lnTo>
                    <a:pt x="0" y="231"/>
                  </a:lnTo>
                  <a:lnTo>
                    <a:pt x="900" y="231"/>
                  </a:lnTo>
                  <a:lnTo>
                    <a:pt x="900"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1" name="Google Shape;581;p13"/>
            <p:cNvSpPr/>
            <p:nvPr/>
          </p:nvSpPr>
          <p:spPr>
            <a:xfrm>
              <a:off x="2648975" y="2649325"/>
              <a:ext cx="23400" cy="5775"/>
            </a:xfrm>
            <a:custGeom>
              <a:avLst/>
              <a:gdLst/>
              <a:ahLst/>
              <a:cxnLst/>
              <a:rect l="l" t="t" r="r" b="b"/>
              <a:pathLst>
                <a:path w="936" h="231" extrusionOk="0">
                  <a:moveTo>
                    <a:pt x="0" y="1"/>
                  </a:moveTo>
                  <a:lnTo>
                    <a:pt x="0" y="231"/>
                  </a:lnTo>
                  <a:lnTo>
                    <a:pt x="935" y="231"/>
                  </a:lnTo>
                  <a:lnTo>
                    <a:pt x="93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2" name="Google Shape;582;p13"/>
            <p:cNvSpPr/>
            <p:nvPr/>
          </p:nvSpPr>
          <p:spPr>
            <a:xfrm>
              <a:off x="2602575" y="2649325"/>
              <a:ext cx="23225" cy="5775"/>
            </a:xfrm>
            <a:custGeom>
              <a:avLst/>
              <a:gdLst/>
              <a:ahLst/>
              <a:cxnLst/>
              <a:rect l="l" t="t" r="r" b="b"/>
              <a:pathLst>
                <a:path w="929" h="231" extrusionOk="0">
                  <a:moveTo>
                    <a:pt x="1" y="1"/>
                  </a:moveTo>
                  <a:lnTo>
                    <a:pt x="1" y="231"/>
                  </a:lnTo>
                  <a:lnTo>
                    <a:pt x="929" y="231"/>
                  </a:lnTo>
                  <a:lnTo>
                    <a:pt x="929"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3" name="Google Shape;583;p13"/>
            <p:cNvSpPr/>
            <p:nvPr/>
          </p:nvSpPr>
          <p:spPr>
            <a:xfrm>
              <a:off x="2695550" y="2648625"/>
              <a:ext cx="23200" cy="6475"/>
            </a:xfrm>
            <a:custGeom>
              <a:avLst/>
              <a:gdLst/>
              <a:ahLst/>
              <a:cxnLst/>
              <a:rect l="l" t="t" r="r" b="b"/>
              <a:pathLst>
                <a:path w="928" h="259" extrusionOk="0">
                  <a:moveTo>
                    <a:pt x="753" y="1"/>
                  </a:moveTo>
                  <a:cubicBezTo>
                    <a:pt x="670" y="1"/>
                    <a:pt x="607" y="29"/>
                    <a:pt x="607" y="29"/>
                  </a:cubicBezTo>
                  <a:lnTo>
                    <a:pt x="0" y="29"/>
                  </a:lnTo>
                  <a:lnTo>
                    <a:pt x="0" y="259"/>
                  </a:lnTo>
                  <a:lnTo>
                    <a:pt x="607" y="259"/>
                  </a:lnTo>
                  <a:cubicBezTo>
                    <a:pt x="607" y="259"/>
                    <a:pt x="670" y="231"/>
                    <a:pt x="753" y="231"/>
                  </a:cubicBezTo>
                  <a:cubicBezTo>
                    <a:pt x="816" y="231"/>
                    <a:pt x="872" y="231"/>
                    <a:pt x="928" y="259"/>
                  </a:cubicBezTo>
                  <a:lnTo>
                    <a:pt x="928" y="29"/>
                  </a:lnTo>
                  <a:cubicBezTo>
                    <a:pt x="872" y="1"/>
                    <a:pt x="816" y="1"/>
                    <a:pt x="753"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4" name="Google Shape;584;p13"/>
            <p:cNvSpPr/>
            <p:nvPr/>
          </p:nvSpPr>
          <p:spPr>
            <a:xfrm>
              <a:off x="2741225" y="2651600"/>
              <a:ext cx="24100" cy="11525"/>
            </a:xfrm>
            <a:custGeom>
              <a:avLst/>
              <a:gdLst/>
              <a:ahLst/>
              <a:cxnLst/>
              <a:rect l="l" t="t" r="r" b="b"/>
              <a:pathLst>
                <a:path w="964" h="461" extrusionOk="0">
                  <a:moveTo>
                    <a:pt x="64" y="0"/>
                  </a:moveTo>
                  <a:lnTo>
                    <a:pt x="1" y="231"/>
                  </a:lnTo>
                  <a:cubicBezTo>
                    <a:pt x="322" y="286"/>
                    <a:pt x="615" y="349"/>
                    <a:pt x="908" y="461"/>
                  </a:cubicBezTo>
                  <a:lnTo>
                    <a:pt x="964" y="231"/>
                  </a:lnTo>
                  <a:cubicBezTo>
                    <a:pt x="671" y="140"/>
                    <a:pt x="384" y="56"/>
                    <a:pt x="64"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5" name="Google Shape;585;p13"/>
            <p:cNvSpPr/>
            <p:nvPr/>
          </p:nvSpPr>
          <p:spPr>
            <a:xfrm>
              <a:off x="2784125" y="2667475"/>
              <a:ext cx="22525" cy="17450"/>
            </a:xfrm>
            <a:custGeom>
              <a:avLst/>
              <a:gdLst/>
              <a:ahLst/>
              <a:cxnLst/>
              <a:rect l="l" t="t" r="r" b="b"/>
              <a:pathLst>
                <a:path w="901" h="698" extrusionOk="0">
                  <a:moveTo>
                    <a:pt x="120" y="0"/>
                  </a:moveTo>
                  <a:lnTo>
                    <a:pt x="1" y="202"/>
                  </a:lnTo>
                  <a:cubicBezTo>
                    <a:pt x="266" y="349"/>
                    <a:pt x="524" y="523"/>
                    <a:pt x="726" y="698"/>
                  </a:cubicBezTo>
                  <a:lnTo>
                    <a:pt x="901" y="523"/>
                  </a:lnTo>
                  <a:cubicBezTo>
                    <a:pt x="671" y="321"/>
                    <a:pt x="413" y="147"/>
                    <a:pt x="120"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6" name="Google Shape;586;p13"/>
            <p:cNvSpPr/>
            <p:nvPr/>
          </p:nvSpPr>
          <p:spPr>
            <a:xfrm>
              <a:off x="2841525" y="2927675"/>
              <a:ext cx="5950" cy="23225"/>
            </a:xfrm>
            <a:custGeom>
              <a:avLst/>
              <a:gdLst/>
              <a:ahLst/>
              <a:cxnLst/>
              <a:rect l="l" t="t" r="r" b="b"/>
              <a:pathLst>
                <a:path w="238" h="929" extrusionOk="0">
                  <a:moveTo>
                    <a:pt x="0" y="1"/>
                  </a:moveTo>
                  <a:lnTo>
                    <a:pt x="0" y="928"/>
                  </a:lnTo>
                  <a:lnTo>
                    <a:pt x="237" y="928"/>
                  </a:lnTo>
                  <a:lnTo>
                    <a:pt x="237"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7" name="Google Shape;587;p13"/>
            <p:cNvSpPr/>
            <p:nvPr/>
          </p:nvSpPr>
          <p:spPr>
            <a:xfrm>
              <a:off x="2841525" y="2974250"/>
              <a:ext cx="5950" cy="23225"/>
            </a:xfrm>
            <a:custGeom>
              <a:avLst/>
              <a:gdLst/>
              <a:ahLst/>
              <a:cxnLst/>
              <a:rect l="l" t="t" r="r" b="b"/>
              <a:pathLst>
                <a:path w="238" h="929" extrusionOk="0">
                  <a:moveTo>
                    <a:pt x="0" y="0"/>
                  </a:moveTo>
                  <a:lnTo>
                    <a:pt x="0" y="928"/>
                  </a:lnTo>
                  <a:lnTo>
                    <a:pt x="237" y="928"/>
                  </a:lnTo>
                  <a:lnTo>
                    <a:pt x="237"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8" name="Google Shape;588;p13"/>
            <p:cNvSpPr/>
            <p:nvPr/>
          </p:nvSpPr>
          <p:spPr>
            <a:xfrm>
              <a:off x="2841525" y="3020625"/>
              <a:ext cx="5950" cy="23400"/>
            </a:xfrm>
            <a:custGeom>
              <a:avLst/>
              <a:gdLst/>
              <a:ahLst/>
              <a:cxnLst/>
              <a:rect l="l" t="t" r="r" b="b"/>
              <a:pathLst>
                <a:path w="238" h="936" extrusionOk="0">
                  <a:moveTo>
                    <a:pt x="0" y="1"/>
                  </a:moveTo>
                  <a:lnTo>
                    <a:pt x="0" y="936"/>
                  </a:lnTo>
                  <a:lnTo>
                    <a:pt x="237" y="936"/>
                  </a:lnTo>
                  <a:lnTo>
                    <a:pt x="237"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9" name="Google Shape;589;p13"/>
            <p:cNvSpPr/>
            <p:nvPr/>
          </p:nvSpPr>
          <p:spPr>
            <a:xfrm>
              <a:off x="2841525" y="3113775"/>
              <a:ext cx="5950" cy="23200"/>
            </a:xfrm>
            <a:custGeom>
              <a:avLst/>
              <a:gdLst/>
              <a:ahLst/>
              <a:cxnLst/>
              <a:rect l="l" t="t" r="r" b="b"/>
              <a:pathLst>
                <a:path w="238" h="928" extrusionOk="0">
                  <a:moveTo>
                    <a:pt x="0" y="0"/>
                  </a:moveTo>
                  <a:lnTo>
                    <a:pt x="0" y="928"/>
                  </a:lnTo>
                  <a:lnTo>
                    <a:pt x="237" y="928"/>
                  </a:lnTo>
                  <a:lnTo>
                    <a:pt x="237"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0" name="Google Shape;590;p13"/>
            <p:cNvSpPr/>
            <p:nvPr/>
          </p:nvSpPr>
          <p:spPr>
            <a:xfrm>
              <a:off x="2841525" y="3067200"/>
              <a:ext cx="5950" cy="23225"/>
            </a:xfrm>
            <a:custGeom>
              <a:avLst/>
              <a:gdLst/>
              <a:ahLst/>
              <a:cxnLst/>
              <a:rect l="l" t="t" r="r" b="b"/>
              <a:pathLst>
                <a:path w="238" h="929" extrusionOk="0">
                  <a:moveTo>
                    <a:pt x="0" y="0"/>
                  </a:moveTo>
                  <a:lnTo>
                    <a:pt x="0" y="928"/>
                  </a:lnTo>
                  <a:lnTo>
                    <a:pt x="237" y="928"/>
                  </a:lnTo>
                  <a:lnTo>
                    <a:pt x="237"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1" name="Google Shape;591;p13"/>
            <p:cNvSpPr/>
            <p:nvPr/>
          </p:nvSpPr>
          <p:spPr>
            <a:xfrm>
              <a:off x="2841525" y="2788150"/>
              <a:ext cx="5950" cy="23225"/>
            </a:xfrm>
            <a:custGeom>
              <a:avLst/>
              <a:gdLst/>
              <a:ahLst/>
              <a:cxnLst/>
              <a:rect l="l" t="t" r="r" b="b"/>
              <a:pathLst>
                <a:path w="238" h="929" extrusionOk="0">
                  <a:moveTo>
                    <a:pt x="0" y="1"/>
                  </a:moveTo>
                  <a:lnTo>
                    <a:pt x="0" y="928"/>
                  </a:lnTo>
                  <a:lnTo>
                    <a:pt x="237" y="928"/>
                  </a:lnTo>
                  <a:lnTo>
                    <a:pt x="237"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2" name="Google Shape;592;p13"/>
            <p:cNvSpPr/>
            <p:nvPr/>
          </p:nvSpPr>
          <p:spPr>
            <a:xfrm>
              <a:off x="2841525" y="2834725"/>
              <a:ext cx="5950" cy="23225"/>
            </a:xfrm>
            <a:custGeom>
              <a:avLst/>
              <a:gdLst/>
              <a:ahLst/>
              <a:cxnLst/>
              <a:rect l="l" t="t" r="r" b="b"/>
              <a:pathLst>
                <a:path w="238" h="929" extrusionOk="0">
                  <a:moveTo>
                    <a:pt x="0" y="0"/>
                  </a:moveTo>
                  <a:lnTo>
                    <a:pt x="0" y="928"/>
                  </a:lnTo>
                  <a:lnTo>
                    <a:pt x="237" y="928"/>
                  </a:lnTo>
                  <a:lnTo>
                    <a:pt x="237"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3" name="Google Shape;593;p13"/>
            <p:cNvSpPr/>
            <p:nvPr/>
          </p:nvSpPr>
          <p:spPr>
            <a:xfrm>
              <a:off x="2841525" y="3531450"/>
              <a:ext cx="5950" cy="23400"/>
            </a:xfrm>
            <a:custGeom>
              <a:avLst/>
              <a:gdLst/>
              <a:ahLst/>
              <a:cxnLst/>
              <a:rect l="l" t="t" r="r" b="b"/>
              <a:pathLst>
                <a:path w="238" h="936" extrusionOk="0">
                  <a:moveTo>
                    <a:pt x="0" y="1"/>
                  </a:moveTo>
                  <a:lnTo>
                    <a:pt x="0" y="936"/>
                  </a:lnTo>
                  <a:lnTo>
                    <a:pt x="237" y="936"/>
                  </a:lnTo>
                  <a:lnTo>
                    <a:pt x="237"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4" name="Google Shape;594;p13"/>
            <p:cNvSpPr/>
            <p:nvPr/>
          </p:nvSpPr>
          <p:spPr>
            <a:xfrm>
              <a:off x="2841525" y="2881100"/>
              <a:ext cx="5950" cy="23400"/>
            </a:xfrm>
            <a:custGeom>
              <a:avLst/>
              <a:gdLst/>
              <a:ahLst/>
              <a:cxnLst/>
              <a:rect l="l" t="t" r="r" b="b"/>
              <a:pathLst>
                <a:path w="238" h="936" extrusionOk="0">
                  <a:moveTo>
                    <a:pt x="0" y="1"/>
                  </a:moveTo>
                  <a:lnTo>
                    <a:pt x="0" y="936"/>
                  </a:lnTo>
                  <a:lnTo>
                    <a:pt x="237" y="936"/>
                  </a:lnTo>
                  <a:lnTo>
                    <a:pt x="237"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5" name="Google Shape;595;p13"/>
            <p:cNvSpPr/>
            <p:nvPr/>
          </p:nvSpPr>
          <p:spPr>
            <a:xfrm>
              <a:off x="2841525" y="3346250"/>
              <a:ext cx="5950" cy="23225"/>
            </a:xfrm>
            <a:custGeom>
              <a:avLst/>
              <a:gdLst/>
              <a:ahLst/>
              <a:cxnLst/>
              <a:rect l="l" t="t" r="r" b="b"/>
              <a:pathLst>
                <a:path w="238" h="929" extrusionOk="0">
                  <a:moveTo>
                    <a:pt x="0" y="0"/>
                  </a:moveTo>
                  <a:lnTo>
                    <a:pt x="0" y="928"/>
                  </a:lnTo>
                  <a:lnTo>
                    <a:pt x="237" y="928"/>
                  </a:lnTo>
                  <a:lnTo>
                    <a:pt x="237"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6" name="Google Shape;596;p13"/>
            <p:cNvSpPr/>
            <p:nvPr/>
          </p:nvSpPr>
          <p:spPr>
            <a:xfrm>
              <a:off x="2841525" y="3392800"/>
              <a:ext cx="5950" cy="23225"/>
            </a:xfrm>
            <a:custGeom>
              <a:avLst/>
              <a:gdLst/>
              <a:ahLst/>
              <a:cxnLst/>
              <a:rect l="l" t="t" r="r" b="b"/>
              <a:pathLst>
                <a:path w="238" h="929" extrusionOk="0">
                  <a:moveTo>
                    <a:pt x="0" y="1"/>
                  </a:moveTo>
                  <a:lnTo>
                    <a:pt x="0" y="929"/>
                  </a:lnTo>
                  <a:lnTo>
                    <a:pt x="237" y="929"/>
                  </a:lnTo>
                  <a:lnTo>
                    <a:pt x="237"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7" name="Google Shape;597;p13"/>
            <p:cNvSpPr/>
            <p:nvPr/>
          </p:nvSpPr>
          <p:spPr>
            <a:xfrm>
              <a:off x="2841525" y="3439200"/>
              <a:ext cx="5950" cy="23400"/>
            </a:xfrm>
            <a:custGeom>
              <a:avLst/>
              <a:gdLst/>
              <a:ahLst/>
              <a:cxnLst/>
              <a:rect l="l" t="t" r="r" b="b"/>
              <a:pathLst>
                <a:path w="238" h="936" extrusionOk="0">
                  <a:moveTo>
                    <a:pt x="0" y="1"/>
                  </a:moveTo>
                  <a:lnTo>
                    <a:pt x="0" y="935"/>
                  </a:lnTo>
                  <a:lnTo>
                    <a:pt x="237" y="935"/>
                  </a:lnTo>
                  <a:lnTo>
                    <a:pt x="237"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8" name="Google Shape;598;p13"/>
            <p:cNvSpPr/>
            <p:nvPr/>
          </p:nvSpPr>
          <p:spPr>
            <a:xfrm>
              <a:off x="2841525" y="3160150"/>
              <a:ext cx="5950" cy="23400"/>
            </a:xfrm>
            <a:custGeom>
              <a:avLst/>
              <a:gdLst/>
              <a:ahLst/>
              <a:cxnLst/>
              <a:rect l="l" t="t" r="r" b="b"/>
              <a:pathLst>
                <a:path w="238" h="936" extrusionOk="0">
                  <a:moveTo>
                    <a:pt x="0" y="1"/>
                  </a:moveTo>
                  <a:lnTo>
                    <a:pt x="0" y="936"/>
                  </a:lnTo>
                  <a:lnTo>
                    <a:pt x="237" y="936"/>
                  </a:lnTo>
                  <a:lnTo>
                    <a:pt x="237"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9" name="Google Shape;599;p13"/>
            <p:cNvSpPr/>
            <p:nvPr/>
          </p:nvSpPr>
          <p:spPr>
            <a:xfrm>
              <a:off x="2841525" y="3485075"/>
              <a:ext cx="5950" cy="23225"/>
            </a:xfrm>
            <a:custGeom>
              <a:avLst/>
              <a:gdLst/>
              <a:ahLst/>
              <a:cxnLst/>
              <a:rect l="l" t="t" r="r" b="b"/>
              <a:pathLst>
                <a:path w="238" h="929" extrusionOk="0">
                  <a:moveTo>
                    <a:pt x="0" y="0"/>
                  </a:moveTo>
                  <a:lnTo>
                    <a:pt x="0" y="928"/>
                  </a:lnTo>
                  <a:lnTo>
                    <a:pt x="237" y="928"/>
                  </a:lnTo>
                  <a:lnTo>
                    <a:pt x="237"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0" name="Google Shape;600;p13"/>
            <p:cNvSpPr/>
            <p:nvPr/>
          </p:nvSpPr>
          <p:spPr>
            <a:xfrm>
              <a:off x="2841525" y="3206725"/>
              <a:ext cx="5950" cy="23225"/>
            </a:xfrm>
            <a:custGeom>
              <a:avLst/>
              <a:gdLst/>
              <a:ahLst/>
              <a:cxnLst/>
              <a:rect l="l" t="t" r="r" b="b"/>
              <a:pathLst>
                <a:path w="238" h="929" extrusionOk="0">
                  <a:moveTo>
                    <a:pt x="0" y="0"/>
                  </a:moveTo>
                  <a:lnTo>
                    <a:pt x="0" y="928"/>
                  </a:lnTo>
                  <a:lnTo>
                    <a:pt x="237" y="928"/>
                  </a:lnTo>
                  <a:lnTo>
                    <a:pt x="237"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1" name="Google Shape;601;p13"/>
            <p:cNvSpPr/>
            <p:nvPr/>
          </p:nvSpPr>
          <p:spPr>
            <a:xfrm>
              <a:off x="2841525" y="3253300"/>
              <a:ext cx="5950" cy="23200"/>
            </a:xfrm>
            <a:custGeom>
              <a:avLst/>
              <a:gdLst/>
              <a:ahLst/>
              <a:cxnLst/>
              <a:rect l="l" t="t" r="r" b="b"/>
              <a:pathLst>
                <a:path w="238" h="928" extrusionOk="0">
                  <a:moveTo>
                    <a:pt x="0" y="0"/>
                  </a:moveTo>
                  <a:lnTo>
                    <a:pt x="0" y="928"/>
                  </a:lnTo>
                  <a:lnTo>
                    <a:pt x="237" y="928"/>
                  </a:lnTo>
                  <a:lnTo>
                    <a:pt x="237"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2" name="Google Shape;602;p13"/>
            <p:cNvSpPr/>
            <p:nvPr/>
          </p:nvSpPr>
          <p:spPr>
            <a:xfrm>
              <a:off x="2841525" y="3299675"/>
              <a:ext cx="5950" cy="23400"/>
            </a:xfrm>
            <a:custGeom>
              <a:avLst/>
              <a:gdLst/>
              <a:ahLst/>
              <a:cxnLst/>
              <a:rect l="l" t="t" r="r" b="b"/>
              <a:pathLst>
                <a:path w="238" h="936" extrusionOk="0">
                  <a:moveTo>
                    <a:pt x="0" y="1"/>
                  </a:moveTo>
                  <a:lnTo>
                    <a:pt x="0" y="935"/>
                  </a:lnTo>
                  <a:lnTo>
                    <a:pt x="237" y="935"/>
                  </a:lnTo>
                  <a:lnTo>
                    <a:pt x="237"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3" name="Google Shape;603;p13"/>
            <p:cNvSpPr/>
            <p:nvPr/>
          </p:nvSpPr>
          <p:spPr>
            <a:xfrm>
              <a:off x="2841525" y="3902075"/>
              <a:ext cx="5950" cy="11700"/>
            </a:xfrm>
            <a:custGeom>
              <a:avLst/>
              <a:gdLst/>
              <a:ahLst/>
              <a:cxnLst/>
              <a:rect l="l" t="t" r="r" b="b"/>
              <a:pathLst>
                <a:path w="238" h="468" extrusionOk="0">
                  <a:moveTo>
                    <a:pt x="0" y="0"/>
                  </a:moveTo>
                  <a:lnTo>
                    <a:pt x="0" y="468"/>
                  </a:lnTo>
                  <a:lnTo>
                    <a:pt x="237" y="468"/>
                  </a:lnTo>
                  <a:lnTo>
                    <a:pt x="237"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04" name="Google Shape;604;p13"/>
          <p:cNvGrpSpPr/>
          <p:nvPr/>
        </p:nvGrpSpPr>
        <p:grpSpPr>
          <a:xfrm rot="5400000">
            <a:off x="-1426438" y="-1013658"/>
            <a:ext cx="1103228" cy="3337661"/>
            <a:chOff x="1825573" y="1896181"/>
            <a:chExt cx="964529" cy="2918046"/>
          </a:xfrm>
        </p:grpSpPr>
        <p:sp>
          <p:nvSpPr>
            <p:cNvPr id="605" name="Google Shape;605;p13"/>
            <p:cNvSpPr/>
            <p:nvPr/>
          </p:nvSpPr>
          <p:spPr>
            <a:xfrm>
              <a:off x="1825573" y="1896181"/>
              <a:ext cx="964529" cy="2918046"/>
            </a:xfrm>
            <a:custGeom>
              <a:avLst/>
              <a:gdLst/>
              <a:ahLst/>
              <a:cxnLst/>
              <a:rect l="l" t="t" r="r" b="b"/>
              <a:pathLst>
                <a:path w="7532" h="22787" extrusionOk="0">
                  <a:moveTo>
                    <a:pt x="3773" y="1"/>
                  </a:moveTo>
                  <a:cubicBezTo>
                    <a:pt x="1687" y="1"/>
                    <a:pt x="1" y="1691"/>
                    <a:pt x="1" y="3776"/>
                  </a:cubicBezTo>
                  <a:lnTo>
                    <a:pt x="1" y="15746"/>
                  </a:lnTo>
                  <a:lnTo>
                    <a:pt x="14" y="15746"/>
                  </a:lnTo>
                  <a:lnTo>
                    <a:pt x="14" y="22787"/>
                  </a:lnTo>
                  <a:lnTo>
                    <a:pt x="2861" y="22787"/>
                  </a:lnTo>
                  <a:lnTo>
                    <a:pt x="2861" y="13174"/>
                  </a:lnTo>
                  <a:lnTo>
                    <a:pt x="2861" y="3776"/>
                  </a:lnTo>
                  <a:cubicBezTo>
                    <a:pt x="2861" y="3269"/>
                    <a:pt x="3269" y="2861"/>
                    <a:pt x="3773" y="2861"/>
                  </a:cubicBezTo>
                  <a:cubicBezTo>
                    <a:pt x="4276" y="2861"/>
                    <a:pt x="4672" y="3269"/>
                    <a:pt x="4672" y="3776"/>
                  </a:cubicBezTo>
                  <a:lnTo>
                    <a:pt x="4672" y="8391"/>
                  </a:lnTo>
                  <a:lnTo>
                    <a:pt x="4672" y="22787"/>
                  </a:lnTo>
                  <a:lnTo>
                    <a:pt x="7532" y="22787"/>
                  </a:lnTo>
                  <a:lnTo>
                    <a:pt x="7532" y="7110"/>
                  </a:lnTo>
                  <a:lnTo>
                    <a:pt x="7532" y="3776"/>
                  </a:lnTo>
                  <a:cubicBezTo>
                    <a:pt x="7532" y="1691"/>
                    <a:pt x="5842" y="1"/>
                    <a:pt x="3773" y="1"/>
                  </a:cubicBezTo>
                  <a:close/>
                </a:path>
              </a:pathLst>
            </a:custGeom>
            <a:solidFill>
              <a:schemeClr val="accent5"/>
            </a:solidFill>
            <a:ln>
              <a:noFill/>
            </a:ln>
            <a:effectLst>
              <a:outerShdw dist="76200" dir="2400000" algn="bl" rotWithShape="0">
                <a:srgbClr val="000000">
                  <a:alpha val="2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06" name="Google Shape;606;p13"/>
            <p:cNvGrpSpPr/>
            <p:nvPr/>
          </p:nvGrpSpPr>
          <p:grpSpPr>
            <a:xfrm>
              <a:off x="2001780" y="2072389"/>
              <a:ext cx="612115" cy="2698300"/>
              <a:chOff x="1718105" y="2072389"/>
              <a:chExt cx="612115" cy="2698300"/>
            </a:xfrm>
          </p:grpSpPr>
          <p:sp>
            <p:nvSpPr>
              <p:cNvPr id="607" name="Google Shape;607;p13"/>
              <p:cNvSpPr/>
              <p:nvPr/>
            </p:nvSpPr>
            <p:spPr>
              <a:xfrm>
                <a:off x="2316262" y="3811153"/>
                <a:ext cx="13958" cy="56217"/>
              </a:xfrm>
              <a:custGeom>
                <a:avLst/>
                <a:gdLst/>
                <a:ahLst/>
                <a:cxnLst/>
                <a:rect l="l" t="t" r="r" b="b"/>
                <a:pathLst>
                  <a:path w="109" h="439" extrusionOk="0">
                    <a:moveTo>
                      <a:pt x="1" y="1"/>
                    </a:moveTo>
                    <a:lnTo>
                      <a:pt x="1" y="439"/>
                    </a:lnTo>
                    <a:lnTo>
                      <a:pt x="109" y="439"/>
                    </a:lnTo>
                    <a:lnTo>
                      <a:pt x="109"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8" name="Google Shape;608;p13"/>
              <p:cNvSpPr/>
              <p:nvPr/>
            </p:nvSpPr>
            <p:spPr>
              <a:xfrm>
                <a:off x="2316262" y="3698207"/>
                <a:ext cx="13958" cy="55833"/>
              </a:xfrm>
              <a:custGeom>
                <a:avLst/>
                <a:gdLst/>
                <a:ahLst/>
                <a:cxnLst/>
                <a:rect l="l" t="t" r="r" b="b"/>
                <a:pathLst>
                  <a:path w="109" h="436" extrusionOk="0">
                    <a:moveTo>
                      <a:pt x="1" y="0"/>
                    </a:moveTo>
                    <a:lnTo>
                      <a:pt x="1" y="435"/>
                    </a:lnTo>
                    <a:lnTo>
                      <a:pt x="109" y="435"/>
                    </a:lnTo>
                    <a:lnTo>
                      <a:pt x="109"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9" name="Google Shape;609;p13"/>
              <p:cNvSpPr/>
              <p:nvPr/>
            </p:nvSpPr>
            <p:spPr>
              <a:xfrm>
                <a:off x="2316262" y="4036406"/>
                <a:ext cx="13958" cy="59547"/>
              </a:xfrm>
              <a:custGeom>
                <a:avLst/>
                <a:gdLst/>
                <a:ahLst/>
                <a:cxnLst/>
                <a:rect l="l" t="t" r="r" b="b"/>
                <a:pathLst>
                  <a:path w="109" h="465" extrusionOk="0">
                    <a:moveTo>
                      <a:pt x="1" y="0"/>
                    </a:moveTo>
                    <a:lnTo>
                      <a:pt x="1" y="27"/>
                    </a:lnTo>
                    <a:lnTo>
                      <a:pt x="1" y="435"/>
                    </a:lnTo>
                    <a:lnTo>
                      <a:pt x="1" y="465"/>
                    </a:lnTo>
                    <a:lnTo>
                      <a:pt x="109" y="465"/>
                    </a:lnTo>
                    <a:lnTo>
                      <a:pt x="109" y="435"/>
                    </a:lnTo>
                    <a:lnTo>
                      <a:pt x="109" y="27"/>
                    </a:lnTo>
                    <a:lnTo>
                      <a:pt x="109"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0" name="Google Shape;610;p13"/>
              <p:cNvSpPr/>
              <p:nvPr/>
            </p:nvSpPr>
            <p:spPr>
              <a:xfrm>
                <a:off x="2316262" y="3922948"/>
                <a:ext cx="13958" cy="57882"/>
              </a:xfrm>
              <a:custGeom>
                <a:avLst/>
                <a:gdLst/>
                <a:ahLst/>
                <a:cxnLst/>
                <a:rect l="l" t="t" r="r" b="b"/>
                <a:pathLst>
                  <a:path w="109" h="452" extrusionOk="0">
                    <a:moveTo>
                      <a:pt x="1" y="1"/>
                    </a:moveTo>
                    <a:lnTo>
                      <a:pt x="1" y="452"/>
                    </a:lnTo>
                    <a:lnTo>
                      <a:pt x="109" y="452"/>
                    </a:lnTo>
                    <a:lnTo>
                      <a:pt x="109"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1" name="Google Shape;611;p13"/>
              <p:cNvSpPr/>
              <p:nvPr/>
            </p:nvSpPr>
            <p:spPr>
              <a:xfrm>
                <a:off x="2316262" y="3023087"/>
                <a:ext cx="13958" cy="55705"/>
              </a:xfrm>
              <a:custGeom>
                <a:avLst/>
                <a:gdLst/>
                <a:ahLst/>
                <a:cxnLst/>
                <a:rect l="l" t="t" r="r" b="b"/>
                <a:pathLst>
                  <a:path w="109" h="435" extrusionOk="0">
                    <a:moveTo>
                      <a:pt x="1" y="0"/>
                    </a:moveTo>
                    <a:lnTo>
                      <a:pt x="1" y="435"/>
                    </a:lnTo>
                    <a:lnTo>
                      <a:pt x="109" y="435"/>
                    </a:lnTo>
                    <a:lnTo>
                      <a:pt x="109"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2" name="Google Shape;612;p13"/>
              <p:cNvSpPr/>
              <p:nvPr/>
            </p:nvSpPr>
            <p:spPr>
              <a:xfrm>
                <a:off x="2316262" y="3586412"/>
                <a:ext cx="13958" cy="55833"/>
              </a:xfrm>
              <a:custGeom>
                <a:avLst/>
                <a:gdLst/>
                <a:ahLst/>
                <a:cxnLst/>
                <a:rect l="l" t="t" r="r" b="b"/>
                <a:pathLst>
                  <a:path w="109" h="436" extrusionOk="0">
                    <a:moveTo>
                      <a:pt x="1" y="1"/>
                    </a:moveTo>
                    <a:lnTo>
                      <a:pt x="1" y="435"/>
                    </a:lnTo>
                    <a:lnTo>
                      <a:pt x="109" y="435"/>
                    </a:lnTo>
                    <a:lnTo>
                      <a:pt x="109"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3" name="Google Shape;613;p13"/>
              <p:cNvSpPr/>
              <p:nvPr/>
            </p:nvSpPr>
            <p:spPr>
              <a:xfrm>
                <a:off x="2316262" y="3472953"/>
                <a:ext cx="13958" cy="55833"/>
              </a:xfrm>
              <a:custGeom>
                <a:avLst/>
                <a:gdLst/>
                <a:ahLst/>
                <a:cxnLst/>
                <a:rect l="l" t="t" r="r" b="b"/>
                <a:pathLst>
                  <a:path w="109" h="436" extrusionOk="0">
                    <a:moveTo>
                      <a:pt x="1" y="1"/>
                    </a:moveTo>
                    <a:lnTo>
                      <a:pt x="1" y="436"/>
                    </a:lnTo>
                    <a:lnTo>
                      <a:pt x="109" y="436"/>
                    </a:lnTo>
                    <a:lnTo>
                      <a:pt x="109"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4" name="Google Shape;614;p13"/>
              <p:cNvSpPr/>
              <p:nvPr/>
            </p:nvSpPr>
            <p:spPr>
              <a:xfrm>
                <a:off x="2316262" y="3359623"/>
                <a:ext cx="13958" cy="57882"/>
              </a:xfrm>
              <a:custGeom>
                <a:avLst/>
                <a:gdLst/>
                <a:ahLst/>
                <a:cxnLst/>
                <a:rect l="l" t="t" r="r" b="b"/>
                <a:pathLst>
                  <a:path w="109" h="452" extrusionOk="0">
                    <a:moveTo>
                      <a:pt x="1" y="0"/>
                    </a:moveTo>
                    <a:lnTo>
                      <a:pt x="1" y="451"/>
                    </a:lnTo>
                    <a:lnTo>
                      <a:pt x="109" y="451"/>
                    </a:lnTo>
                    <a:lnTo>
                      <a:pt x="109"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5" name="Google Shape;615;p13"/>
              <p:cNvSpPr/>
              <p:nvPr/>
            </p:nvSpPr>
            <p:spPr>
              <a:xfrm>
                <a:off x="2316262" y="3134754"/>
                <a:ext cx="13958" cy="57498"/>
              </a:xfrm>
              <a:custGeom>
                <a:avLst/>
                <a:gdLst/>
                <a:ahLst/>
                <a:cxnLst/>
                <a:rect l="l" t="t" r="r" b="b"/>
                <a:pathLst>
                  <a:path w="109" h="449" extrusionOk="0">
                    <a:moveTo>
                      <a:pt x="1" y="1"/>
                    </a:moveTo>
                    <a:lnTo>
                      <a:pt x="1" y="449"/>
                    </a:lnTo>
                    <a:lnTo>
                      <a:pt x="109" y="449"/>
                    </a:lnTo>
                    <a:lnTo>
                      <a:pt x="109"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6" name="Google Shape;616;p13"/>
              <p:cNvSpPr/>
              <p:nvPr/>
            </p:nvSpPr>
            <p:spPr>
              <a:xfrm>
                <a:off x="2316262" y="3248213"/>
                <a:ext cx="13958" cy="55833"/>
              </a:xfrm>
              <a:custGeom>
                <a:avLst/>
                <a:gdLst/>
                <a:ahLst/>
                <a:cxnLst/>
                <a:rect l="l" t="t" r="r" b="b"/>
                <a:pathLst>
                  <a:path w="109" h="436" extrusionOk="0">
                    <a:moveTo>
                      <a:pt x="1" y="1"/>
                    </a:moveTo>
                    <a:lnTo>
                      <a:pt x="1" y="435"/>
                    </a:lnTo>
                    <a:lnTo>
                      <a:pt x="109" y="435"/>
                    </a:lnTo>
                    <a:lnTo>
                      <a:pt x="109"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7" name="Google Shape;617;p13"/>
              <p:cNvSpPr/>
              <p:nvPr/>
            </p:nvSpPr>
            <p:spPr>
              <a:xfrm>
                <a:off x="2316262" y="4714855"/>
                <a:ext cx="13958" cy="55833"/>
              </a:xfrm>
              <a:custGeom>
                <a:avLst/>
                <a:gdLst/>
                <a:ahLst/>
                <a:cxnLst/>
                <a:rect l="l" t="t" r="r" b="b"/>
                <a:pathLst>
                  <a:path w="109" h="436" extrusionOk="0">
                    <a:moveTo>
                      <a:pt x="1" y="1"/>
                    </a:moveTo>
                    <a:lnTo>
                      <a:pt x="1" y="436"/>
                    </a:lnTo>
                    <a:lnTo>
                      <a:pt x="109" y="436"/>
                    </a:lnTo>
                    <a:lnTo>
                      <a:pt x="109"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8" name="Google Shape;618;p13"/>
              <p:cNvSpPr/>
              <p:nvPr/>
            </p:nvSpPr>
            <p:spPr>
              <a:xfrm>
                <a:off x="2316262" y="4601524"/>
                <a:ext cx="13958" cy="57370"/>
              </a:xfrm>
              <a:custGeom>
                <a:avLst/>
                <a:gdLst/>
                <a:ahLst/>
                <a:cxnLst/>
                <a:rect l="l" t="t" r="r" b="b"/>
                <a:pathLst>
                  <a:path w="109" h="448" extrusionOk="0">
                    <a:moveTo>
                      <a:pt x="1" y="0"/>
                    </a:moveTo>
                    <a:lnTo>
                      <a:pt x="1" y="448"/>
                    </a:lnTo>
                    <a:lnTo>
                      <a:pt x="109" y="448"/>
                    </a:lnTo>
                    <a:lnTo>
                      <a:pt x="109"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9" name="Google Shape;619;p13"/>
              <p:cNvSpPr/>
              <p:nvPr/>
            </p:nvSpPr>
            <p:spPr>
              <a:xfrm>
                <a:off x="2316262" y="4489730"/>
                <a:ext cx="13958" cy="56217"/>
              </a:xfrm>
              <a:custGeom>
                <a:avLst/>
                <a:gdLst/>
                <a:ahLst/>
                <a:cxnLst/>
                <a:rect l="l" t="t" r="r" b="b"/>
                <a:pathLst>
                  <a:path w="109" h="439" extrusionOk="0">
                    <a:moveTo>
                      <a:pt x="1" y="0"/>
                    </a:moveTo>
                    <a:lnTo>
                      <a:pt x="1" y="438"/>
                    </a:lnTo>
                    <a:lnTo>
                      <a:pt x="109" y="438"/>
                    </a:lnTo>
                    <a:lnTo>
                      <a:pt x="109"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0" name="Google Shape;620;p13"/>
              <p:cNvSpPr/>
              <p:nvPr/>
            </p:nvSpPr>
            <p:spPr>
              <a:xfrm>
                <a:off x="2316262" y="4376271"/>
                <a:ext cx="13958" cy="57882"/>
              </a:xfrm>
              <a:custGeom>
                <a:avLst/>
                <a:gdLst/>
                <a:ahLst/>
                <a:cxnLst/>
                <a:rect l="l" t="t" r="r" b="b"/>
                <a:pathLst>
                  <a:path w="109" h="452" extrusionOk="0">
                    <a:moveTo>
                      <a:pt x="1" y="1"/>
                    </a:moveTo>
                    <a:lnTo>
                      <a:pt x="1" y="452"/>
                    </a:lnTo>
                    <a:lnTo>
                      <a:pt x="109" y="452"/>
                    </a:lnTo>
                    <a:lnTo>
                      <a:pt x="109"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1" name="Google Shape;621;p13"/>
              <p:cNvSpPr/>
              <p:nvPr/>
            </p:nvSpPr>
            <p:spPr>
              <a:xfrm>
                <a:off x="2316262" y="4264989"/>
                <a:ext cx="13958" cy="55705"/>
              </a:xfrm>
              <a:custGeom>
                <a:avLst/>
                <a:gdLst/>
                <a:ahLst/>
                <a:cxnLst/>
                <a:rect l="l" t="t" r="r" b="b"/>
                <a:pathLst>
                  <a:path w="109" h="435" extrusionOk="0">
                    <a:moveTo>
                      <a:pt x="1" y="0"/>
                    </a:moveTo>
                    <a:lnTo>
                      <a:pt x="1" y="435"/>
                    </a:lnTo>
                    <a:lnTo>
                      <a:pt x="109" y="435"/>
                    </a:lnTo>
                    <a:lnTo>
                      <a:pt x="109"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2" name="Google Shape;622;p13"/>
              <p:cNvSpPr/>
              <p:nvPr/>
            </p:nvSpPr>
            <p:spPr>
              <a:xfrm>
                <a:off x="2316262" y="4151530"/>
                <a:ext cx="13958" cy="55833"/>
              </a:xfrm>
              <a:custGeom>
                <a:avLst/>
                <a:gdLst/>
                <a:ahLst/>
                <a:cxnLst/>
                <a:rect l="l" t="t" r="r" b="b"/>
                <a:pathLst>
                  <a:path w="109" h="436" extrusionOk="0">
                    <a:moveTo>
                      <a:pt x="1" y="0"/>
                    </a:moveTo>
                    <a:lnTo>
                      <a:pt x="1" y="435"/>
                    </a:lnTo>
                    <a:lnTo>
                      <a:pt x="109" y="435"/>
                    </a:lnTo>
                    <a:lnTo>
                      <a:pt x="109"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3" name="Google Shape;623;p13"/>
              <p:cNvSpPr/>
              <p:nvPr/>
            </p:nvSpPr>
            <p:spPr>
              <a:xfrm>
                <a:off x="1901100" y="2081225"/>
                <a:ext cx="57882" cy="29837"/>
              </a:xfrm>
              <a:custGeom>
                <a:avLst/>
                <a:gdLst/>
                <a:ahLst/>
                <a:cxnLst/>
                <a:rect l="l" t="t" r="r" b="b"/>
                <a:pathLst>
                  <a:path w="452" h="233" extrusionOk="0">
                    <a:moveTo>
                      <a:pt x="422" y="1"/>
                    </a:moveTo>
                    <a:cubicBezTo>
                      <a:pt x="288" y="27"/>
                      <a:pt x="138" y="82"/>
                      <a:pt x="0" y="138"/>
                    </a:cubicBezTo>
                    <a:lnTo>
                      <a:pt x="43" y="233"/>
                    </a:lnTo>
                    <a:cubicBezTo>
                      <a:pt x="177" y="177"/>
                      <a:pt x="314" y="138"/>
                      <a:pt x="451" y="95"/>
                    </a:cubicBezTo>
                    <a:lnTo>
                      <a:pt x="422"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4" name="Google Shape;624;p13"/>
              <p:cNvSpPr/>
              <p:nvPr/>
            </p:nvSpPr>
            <p:spPr>
              <a:xfrm>
                <a:off x="1718105" y="2764795"/>
                <a:ext cx="13958" cy="56217"/>
              </a:xfrm>
              <a:custGeom>
                <a:avLst/>
                <a:gdLst/>
                <a:ahLst/>
                <a:cxnLst/>
                <a:rect l="l" t="t" r="r" b="b"/>
                <a:pathLst>
                  <a:path w="109" h="439" extrusionOk="0">
                    <a:moveTo>
                      <a:pt x="1" y="0"/>
                    </a:moveTo>
                    <a:lnTo>
                      <a:pt x="1" y="438"/>
                    </a:lnTo>
                    <a:lnTo>
                      <a:pt x="109" y="438"/>
                    </a:lnTo>
                    <a:lnTo>
                      <a:pt x="109"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5" name="Google Shape;625;p13"/>
              <p:cNvSpPr/>
              <p:nvPr/>
            </p:nvSpPr>
            <p:spPr>
              <a:xfrm>
                <a:off x="1718105" y="2878254"/>
                <a:ext cx="13958" cy="56217"/>
              </a:xfrm>
              <a:custGeom>
                <a:avLst/>
                <a:gdLst/>
                <a:ahLst/>
                <a:cxnLst/>
                <a:rect l="l" t="t" r="r" b="b"/>
                <a:pathLst>
                  <a:path w="109" h="439" extrusionOk="0">
                    <a:moveTo>
                      <a:pt x="1" y="0"/>
                    </a:moveTo>
                    <a:lnTo>
                      <a:pt x="1" y="438"/>
                    </a:lnTo>
                    <a:lnTo>
                      <a:pt x="109" y="438"/>
                    </a:lnTo>
                    <a:lnTo>
                      <a:pt x="109"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6" name="Google Shape;626;p13"/>
              <p:cNvSpPr/>
              <p:nvPr/>
            </p:nvSpPr>
            <p:spPr>
              <a:xfrm>
                <a:off x="1718105" y="2540055"/>
                <a:ext cx="13958" cy="55705"/>
              </a:xfrm>
              <a:custGeom>
                <a:avLst/>
                <a:gdLst/>
                <a:ahLst/>
                <a:cxnLst/>
                <a:rect l="l" t="t" r="r" b="b"/>
                <a:pathLst>
                  <a:path w="109" h="435" extrusionOk="0">
                    <a:moveTo>
                      <a:pt x="1" y="0"/>
                    </a:moveTo>
                    <a:lnTo>
                      <a:pt x="1" y="435"/>
                    </a:lnTo>
                    <a:lnTo>
                      <a:pt x="109" y="435"/>
                    </a:lnTo>
                    <a:lnTo>
                      <a:pt x="109"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7" name="Google Shape;627;p13"/>
              <p:cNvSpPr/>
              <p:nvPr/>
            </p:nvSpPr>
            <p:spPr>
              <a:xfrm>
                <a:off x="1742436" y="2208514"/>
                <a:ext cx="40338" cy="56217"/>
              </a:xfrm>
              <a:custGeom>
                <a:avLst/>
                <a:gdLst/>
                <a:ahLst/>
                <a:cxnLst/>
                <a:rect l="l" t="t" r="r" b="b"/>
                <a:pathLst>
                  <a:path w="315" h="439" extrusionOk="0">
                    <a:moveTo>
                      <a:pt x="220" y="0"/>
                    </a:moveTo>
                    <a:cubicBezTo>
                      <a:pt x="138" y="124"/>
                      <a:pt x="69" y="258"/>
                      <a:pt x="1" y="396"/>
                    </a:cubicBezTo>
                    <a:lnTo>
                      <a:pt x="108" y="438"/>
                    </a:lnTo>
                    <a:cubicBezTo>
                      <a:pt x="164" y="301"/>
                      <a:pt x="233" y="177"/>
                      <a:pt x="314" y="56"/>
                    </a:cubicBezTo>
                    <a:lnTo>
                      <a:pt x="220"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8" name="Google Shape;628;p13"/>
              <p:cNvSpPr/>
              <p:nvPr/>
            </p:nvSpPr>
            <p:spPr>
              <a:xfrm>
                <a:off x="1718105" y="2426596"/>
                <a:ext cx="13958" cy="57882"/>
              </a:xfrm>
              <a:custGeom>
                <a:avLst/>
                <a:gdLst/>
                <a:ahLst/>
                <a:cxnLst/>
                <a:rect l="l" t="t" r="r" b="b"/>
                <a:pathLst>
                  <a:path w="109" h="452" extrusionOk="0">
                    <a:moveTo>
                      <a:pt x="1" y="0"/>
                    </a:moveTo>
                    <a:lnTo>
                      <a:pt x="1" y="451"/>
                    </a:lnTo>
                    <a:lnTo>
                      <a:pt x="109" y="451"/>
                    </a:lnTo>
                    <a:lnTo>
                      <a:pt x="109"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9" name="Google Shape;629;p13"/>
              <p:cNvSpPr/>
              <p:nvPr/>
            </p:nvSpPr>
            <p:spPr>
              <a:xfrm>
                <a:off x="1806849" y="2126429"/>
                <a:ext cx="52504" cy="47381"/>
              </a:xfrm>
              <a:custGeom>
                <a:avLst/>
                <a:gdLst/>
                <a:ahLst/>
                <a:cxnLst/>
                <a:rect l="l" t="t" r="r" b="b"/>
                <a:pathLst>
                  <a:path w="410" h="370" extrusionOk="0">
                    <a:moveTo>
                      <a:pt x="341" y="1"/>
                    </a:moveTo>
                    <a:cubicBezTo>
                      <a:pt x="220" y="82"/>
                      <a:pt x="109" y="180"/>
                      <a:pt x="1" y="288"/>
                    </a:cubicBezTo>
                    <a:lnTo>
                      <a:pt x="83" y="370"/>
                    </a:lnTo>
                    <a:cubicBezTo>
                      <a:pt x="177" y="275"/>
                      <a:pt x="289" y="180"/>
                      <a:pt x="409" y="99"/>
                    </a:cubicBezTo>
                    <a:lnTo>
                      <a:pt x="341"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0" name="Google Shape;630;p13"/>
              <p:cNvSpPr/>
              <p:nvPr/>
            </p:nvSpPr>
            <p:spPr>
              <a:xfrm>
                <a:off x="1718105" y="2313137"/>
                <a:ext cx="21129" cy="57882"/>
              </a:xfrm>
              <a:custGeom>
                <a:avLst/>
                <a:gdLst/>
                <a:ahLst/>
                <a:cxnLst/>
                <a:rect l="l" t="t" r="r" b="b"/>
                <a:pathLst>
                  <a:path w="165" h="452" extrusionOk="0">
                    <a:moveTo>
                      <a:pt x="53" y="0"/>
                    </a:moveTo>
                    <a:cubicBezTo>
                      <a:pt x="27" y="151"/>
                      <a:pt x="14" y="301"/>
                      <a:pt x="1" y="451"/>
                    </a:cubicBezTo>
                    <a:lnTo>
                      <a:pt x="109" y="451"/>
                    </a:lnTo>
                    <a:cubicBezTo>
                      <a:pt x="122" y="314"/>
                      <a:pt x="135" y="164"/>
                      <a:pt x="164" y="30"/>
                    </a:cubicBezTo>
                    <a:lnTo>
                      <a:pt x="53"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1" name="Google Shape;631;p13"/>
              <p:cNvSpPr/>
              <p:nvPr/>
            </p:nvSpPr>
            <p:spPr>
              <a:xfrm>
                <a:off x="1718105" y="2653385"/>
                <a:ext cx="13958" cy="55833"/>
              </a:xfrm>
              <a:custGeom>
                <a:avLst/>
                <a:gdLst/>
                <a:ahLst/>
                <a:cxnLst/>
                <a:rect l="l" t="t" r="r" b="b"/>
                <a:pathLst>
                  <a:path w="109" h="436" extrusionOk="0">
                    <a:moveTo>
                      <a:pt x="1" y="1"/>
                    </a:moveTo>
                    <a:lnTo>
                      <a:pt x="1" y="436"/>
                    </a:lnTo>
                    <a:lnTo>
                      <a:pt x="109" y="436"/>
                    </a:lnTo>
                    <a:lnTo>
                      <a:pt x="109"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2" name="Google Shape;632;p13"/>
              <p:cNvSpPr/>
              <p:nvPr/>
            </p:nvSpPr>
            <p:spPr>
              <a:xfrm>
                <a:off x="1718105" y="3553374"/>
                <a:ext cx="13958" cy="55833"/>
              </a:xfrm>
              <a:custGeom>
                <a:avLst/>
                <a:gdLst/>
                <a:ahLst/>
                <a:cxnLst/>
                <a:rect l="l" t="t" r="r" b="b"/>
                <a:pathLst>
                  <a:path w="109" h="436" extrusionOk="0">
                    <a:moveTo>
                      <a:pt x="1" y="0"/>
                    </a:moveTo>
                    <a:lnTo>
                      <a:pt x="1" y="435"/>
                    </a:lnTo>
                    <a:lnTo>
                      <a:pt x="109" y="435"/>
                    </a:lnTo>
                    <a:lnTo>
                      <a:pt x="109"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3" name="Google Shape;633;p13"/>
              <p:cNvSpPr/>
              <p:nvPr/>
            </p:nvSpPr>
            <p:spPr>
              <a:xfrm>
                <a:off x="1718105" y="3666833"/>
                <a:ext cx="13958" cy="55705"/>
              </a:xfrm>
              <a:custGeom>
                <a:avLst/>
                <a:gdLst/>
                <a:ahLst/>
                <a:cxnLst/>
                <a:rect l="l" t="t" r="r" b="b"/>
                <a:pathLst>
                  <a:path w="109" h="435" extrusionOk="0">
                    <a:moveTo>
                      <a:pt x="1" y="0"/>
                    </a:moveTo>
                    <a:lnTo>
                      <a:pt x="1" y="435"/>
                    </a:lnTo>
                    <a:lnTo>
                      <a:pt x="109" y="435"/>
                    </a:lnTo>
                    <a:lnTo>
                      <a:pt x="109"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4" name="Google Shape;634;p13"/>
              <p:cNvSpPr/>
              <p:nvPr/>
            </p:nvSpPr>
            <p:spPr>
              <a:xfrm>
                <a:off x="1718105" y="2989921"/>
                <a:ext cx="13958" cy="57498"/>
              </a:xfrm>
              <a:custGeom>
                <a:avLst/>
                <a:gdLst/>
                <a:ahLst/>
                <a:cxnLst/>
                <a:rect l="l" t="t" r="r" b="b"/>
                <a:pathLst>
                  <a:path w="109" h="449" extrusionOk="0">
                    <a:moveTo>
                      <a:pt x="1" y="1"/>
                    </a:moveTo>
                    <a:lnTo>
                      <a:pt x="1" y="449"/>
                    </a:lnTo>
                    <a:lnTo>
                      <a:pt x="109" y="449"/>
                    </a:lnTo>
                    <a:lnTo>
                      <a:pt x="109"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5" name="Google Shape;635;p13"/>
              <p:cNvSpPr/>
              <p:nvPr/>
            </p:nvSpPr>
            <p:spPr>
              <a:xfrm>
                <a:off x="1718105" y="3778114"/>
                <a:ext cx="13958" cy="57882"/>
              </a:xfrm>
              <a:custGeom>
                <a:avLst/>
                <a:gdLst/>
                <a:ahLst/>
                <a:cxnLst/>
                <a:rect l="l" t="t" r="r" b="b"/>
                <a:pathLst>
                  <a:path w="109" h="452" extrusionOk="0">
                    <a:moveTo>
                      <a:pt x="1" y="1"/>
                    </a:moveTo>
                    <a:lnTo>
                      <a:pt x="1" y="452"/>
                    </a:lnTo>
                    <a:lnTo>
                      <a:pt x="109" y="452"/>
                    </a:lnTo>
                    <a:lnTo>
                      <a:pt x="109"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6" name="Google Shape;636;p13"/>
              <p:cNvSpPr/>
              <p:nvPr/>
            </p:nvSpPr>
            <p:spPr>
              <a:xfrm>
                <a:off x="1718105" y="3103380"/>
                <a:ext cx="13958" cy="55833"/>
              </a:xfrm>
              <a:custGeom>
                <a:avLst/>
                <a:gdLst/>
                <a:ahLst/>
                <a:cxnLst/>
                <a:rect l="l" t="t" r="r" b="b"/>
                <a:pathLst>
                  <a:path w="109" h="436" extrusionOk="0">
                    <a:moveTo>
                      <a:pt x="1" y="1"/>
                    </a:moveTo>
                    <a:lnTo>
                      <a:pt x="1" y="435"/>
                    </a:lnTo>
                    <a:lnTo>
                      <a:pt x="109" y="435"/>
                    </a:lnTo>
                    <a:lnTo>
                      <a:pt x="109"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7" name="Google Shape;637;p13"/>
              <p:cNvSpPr/>
              <p:nvPr/>
            </p:nvSpPr>
            <p:spPr>
              <a:xfrm>
                <a:off x="1718105" y="3214790"/>
                <a:ext cx="13958" cy="57882"/>
              </a:xfrm>
              <a:custGeom>
                <a:avLst/>
                <a:gdLst/>
                <a:ahLst/>
                <a:cxnLst/>
                <a:rect l="l" t="t" r="r" b="b"/>
                <a:pathLst>
                  <a:path w="109" h="452" extrusionOk="0">
                    <a:moveTo>
                      <a:pt x="1" y="0"/>
                    </a:moveTo>
                    <a:lnTo>
                      <a:pt x="1" y="451"/>
                    </a:lnTo>
                    <a:lnTo>
                      <a:pt x="109" y="451"/>
                    </a:lnTo>
                    <a:lnTo>
                      <a:pt x="109"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8" name="Google Shape;638;p13"/>
              <p:cNvSpPr/>
              <p:nvPr/>
            </p:nvSpPr>
            <p:spPr>
              <a:xfrm>
                <a:off x="1718105" y="3441579"/>
                <a:ext cx="13958" cy="55833"/>
              </a:xfrm>
              <a:custGeom>
                <a:avLst/>
                <a:gdLst/>
                <a:ahLst/>
                <a:cxnLst/>
                <a:rect l="l" t="t" r="r" b="b"/>
                <a:pathLst>
                  <a:path w="109" h="436" extrusionOk="0">
                    <a:moveTo>
                      <a:pt x="1" y="1"/>
                    </a:moveTo>
                    <a:lnTo>
                      <a:pt x="1" y="435"/>
                    </a:lnTo>
                    <a:lnTo>
                      <a:pt x="109" y="435"/>
                    </a:lnTo>
                    <a:lnTo>
                      <a:pt x="109"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9" name="Google Shape;639;p13"/>
              <p:cNvSpPr/>
              <p:nvPr/>
            </p:nvSpPr>
            <p:spPr>
              <a:xfrm>
                <a:off x="1718105" y="3328120"/>
                <a:ext cx="13958" cy="56217"/>
              </a:xfrm>
              <a:custGeom>
                <a:avLst/>
                <a:gdLst/>
                <a:ahLst/>
                <a:cxnLst/>
                <a:rect l="l" t="t" r="r" b="b"/>
                <a:pathLst>
                  <a:path w="109" h="439" extrusionOk="0">
                    <a:moveTo>
                      <a:pt x="1" y="1"/>
                    </a:moveTo>
                    <a:lnTo>
                      <a:pt x="1" y="439"/>
                    </a:lnTo>
                    <a:lnTo>
                      <a:pt x="109" y="439"/>
                    </a:lnTo>
                    <a:lnTo>
                      <a:pt x="109"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0" name="Google Shape;640;p13"/>
              <p:cNvSpPr/>
              <p:nvPr/>
            </p:nvSpPr>
            <p:spPr>
              <a:xfrm>
                <a:off x="2316262" y="2459634"/>
                <a:ext cx="13958" cy="57882"/>
              </a:xfrm>
              <a:custGeom>
                <a:avLst/>
                <a:gdLst/>
                <a:ahLst/>
                <a:cxnLst/>
                <a:rect l="l" t="t" r="r" b="b"/>
                <a:pathLst>
                  <a:path w="109" h="452" extrusionOk="0">
                    <a:moveTo>
                      <a:pt x="1" y="0"/>
                    </a:moveTo>
                    <a:lnTo>
                      <a:pt x="1" y="452"/>
                    </a:lnTo>
                    <a:lnTo>
                      <a:pt x="109" y="452"/>
                    </a:lnTo>
                    <a:lnTo>
                      <a:pt x="109"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1" name="Google Shape;641;p13"/>
              <p:cNvSpPr/>
              <p:nvPr/>
            </p:nvSpPr>
            <p:spPr>
              <a:xfrm>
                <a:off x="2316262" y="2573093"/>
                <a:ext cx="13958" cy="55705"/>
              </a:xfrm>
              <a:custGeom>
                <a:avLst/>
                <a:gdLst/>
                <a:ahLst/>
                <a:cxnLst/>
                <a:rect l="l" t="t" r="r" b="b"/>
                <a:pathLst>
                  <a:path w="109" h="435" extrusionOk="0">
                    <a:moveTo>
                      <a:pt x="1" y="0"/>
                    </a:moveTo>
                    <a:lnTo>
                      <a:pt x="1" y="435"/>
                    </a:lnTo>
                    <a:lnTo>
                      <a:pt x="109" y="435"/>
                    </a:lnTo>
                    <a:lnTo>
                      <a:pt x="109"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2" name="Google Shape;642;p13"/>
              <p:cNvSpPr/>
              <p:nvPr/>
            </p:nvSpPr>
            <p:spPr>
              <a:xfrm>
                <a:off x="2316262" y="2686552"/>
                <a:ext cx="13958" cy="55705"/>
              </a:xfrm>
              <a:custGeom>
                <a:avLst/>
                <a:gdLst/>
                <a:ahLst/>
                <a:cxnLst/>
                <a:rect l="l" t="t" r="r" b="b"/>
                <a:pathLst>
                  <a:path w="109" h="435" extrusionOk="0">
                    <a:moveTo>
                      <a:pt x="1" y="0"/>
                    </a:moveTo>
                    <a:lnTo>
                      <a:pt x="1" y="435"/>
                    </a:lnTo>
                    <a:lnTo>
                      <a:pt x="109" y="435"/>
                    </a:lnTo>
                    <a:lnTo>
                      <a:pt x="109"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3" name="Google Shape;643;p13"/>
              <p:cNvSpPr/>
              <p:nvPr/>
            </p:nvSpPr>
            <p:spPr>
              <a:xfrm>
                <a:off x="2316262" y="2798218"/>
                <a:ext cx="13958" cy="55833"/>
              </a:xfrm>
              <a:custGeom>
                <a:avLst/>
                <a:gdLst/>
                <a:ahLst/>
                <a:cxnLst/>
                <a:rect l="l" t="t" r="r" b="b"/>
                <a:pathLst>
                  <a:path w="109" h="436" extrusionOk="0">
                    <a:moveTo>
                      <a:pt x="1" y="1"/>
                    </a:moveTo>
                    <a:lnTo>
                      <a:pt x="1" y="436"/>
                    </a:lnTo>
                    <a:lnTo>
                      <a:pt x="109" y="436"/>
                    </a:lnTo>
                    <a:lnTo>
                      <a:pt x="109"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4" name="Google Shape;644;p13"/>
              <p:cNvSpPr/>
              <p:nvPr/>
            </p:nvSpPr>
            <p:spPr>
              <a:xfrm>
                <a:off x="2012894" y="2072389"/>
                <a:ext cx="57370" cy="17800"/>
              </a:xfrm>
              <a:custGeom>
                <a:avLst/>
                <a:gdLst/>
                <a:ahLst/>
                <a:cxnLst/>
                <a:rect l="l" t="t" r="r" b="b"/>
                <a:pathLst>
                  <a:path w="448" h="139" extrusionOk="0">
                    <a:moveTo>
                      <a:pt x="0" y="1"/>
                    </a:moveTo>
                    <a:lnTo>
                      <a:pt x="0" y="112"/>
                    </a:lnTo>
                    <a:lnTo>
                      <a:pt x="95" y="112"/>
                    </a:lnTo>
                    <a:cubicBezTo>
                      <a:pt x="203" y="112"/>
                      <a:pt x="327" y="125"/>
                      <a:pt x="435" y="138"/>
                    </a:cubicBezTo>
                    <a:lnTo>
                      <a:pt x="448" y="30"/>
                    </a:lnTo>
                    <a:cubicBezTo>
                      <a:pt x="327" y="14"/>
                      <a:pt x="216" y="1"/>
                      <a:pt x="95"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5" name="Google Shape;645;p13"/>
              <p:cNvSpPr/>
              <p:nvPr/>
            </p:nvSpPr>
            <p:spPr>
              <a:xfrm>
                <a:off x="2314597" y="2346176"/>
                <a:ext cx="15623" cy="57882"/>
              </a:xfrm>
              <a:custGeom>
                <a:avLst/>
                <a:gdLst/>
                <a:ahLst/>
                <a:cxnLst/>
                <a:rect l="l" t="t" r="r" b="b"/>
                <a:pathLst>
                  <a:path w="122" h="452" extrusionOk="0">
                    <a:moveTo>
                      <a:pt x="109" y="1"/>
                    </a:moveTo>
                    <a:lnTo>
                      <a:pt x="1" y="17"/>
                    </a:lnTo>
                    <a:cubicBezTo>
                      <a:pt x="14" y="99"/>
                      <a:pt x="14" y="180"/>
                      <a:pt x="14" y="262"/>
                    </a:cubicBezTo>
                    <a:lnTo>
                      <a:pt x="14" y="452"/>
                    </a:lnTo>
                    <a:lnTo>
                      <a:pt x="122" y="452"/>
                    </a:lnTo>
                    <a:lnTo>
                      <a:pt x="122" y="262"/>
                    </a:lnTo>
                    <a:cubicBezTo>
                      <a:pt x="122" y="180"/>
                      <a:pt x="122" y="99"/>
                      <a:pt x="109"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6" name="Google Shape;646;p13"/>
              <p:cNvSpPr/>
              <p:nvPr/>
            </p:nvSpPr>
            <p:spPr>
              <a:xfrm>
                <a:off x="2283223" y="2238223"/>
                <a:ext cx="34832" cy="55833"/>
              </a:xfrm>
              <a:custGeom>
                <a:avLst/>
                <a:gdLst/>
                <a:ahLst/>
                <a:cxnLst/>
                <a:rect l="l" t="t" r="r" b="b"/>
                <a:pathLst>
                  <a:path w="272" h="436" extrusionOk="0">
                    <a:moveTo>
                      <a:pt x="108" y="0"/>
                    </a:moveTo>
                    <a:lnTo>
                      <a:pt x="1" y="43"/>
                    </a:lnTo>
                    <a:cubicBezTo>
                      <a:pt x="66" y="177"/>
                      <a:pt x="122" y="301"/>
                      <a:pt x="164" y="435"/>
                    </a:cubicBezTo>
                    <a:lnTo>
                      <a:pt x="272" y="409"/>
                    </a:lnTo>
                    <a:cubicBezTo>
                      <a:pt x="229" y="272"/>
                      <a:pt x="177" y="125"/>
                      <a:pt x="108"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7" name="Google Shape;647;p13"/>
              <p:cNvSpPr/>
              <p:nvPr/>
            </p:nvSpPr>
            <p:spPr>
              <a:xfrm>
                <a:off x="2216633" y="2147430"/>
                <a:ext cx="49174" cy="50711"/>
              </a:xfrm>
              <a:custGeom>
                <a:avLst/>
                <a:gdLst/>
                <a:ahLst/>
                <a:cxnLst/>
                <a:rect l="l" t="t" r="r" b="b"/>
                <a:pathLst>
                  <a:path w="384" h="396" extrusionOk="0">
                    <a:moveTo>
                      <a:pt x="70" y="0"/>
                    </a:moveTo>
                    <a:lnTo>
                      <a:pt x="1" y="82"/>
                    </a:lnTo>
                    <a:cubicBezTo>
                      <a:pt x="96" y="180"/>
                      <a:pt x="207" y="288"/>
                      <a:pt x="289" y="396"/>
                    </a:cubicBezTo>
                    <a:lnTo>
                      <a:pt x="383" y="327"/>
                    </a:lnTo>
                    <a:cubicBezTo>
                      <a:pt x="289" y="206"/>
                      <a:pt x="177" y="98"/>
                      <a:pt x="70"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8" name="Google Shape;648;p13"/>
              <p:cNvSpPr/>
              <p:nvPr/>
            </p:nvSpPr>
            <p:spPr>
              <a:xfrm>
                <a:off x="2120846" y="2090061"/>
                <a:ext cx="57882" cy="36496"/>
              </a:xfrm>
              <a:custGeom>
                <a:avLst/>
                <a:gdLst/>
                <a:ahLst/>
                <a:cxnLst/>
                <a:rect l="l" t="t" r="r" b="b"/>
                <a:pathLst>
                  <a:path w="452" h="285" extrusionOk="0">
                    <a:moveTo>
                      <a:pt x="43" y="0"/>
                    </a:moveTo>
                    <a:lnTo>
                      <a:pt x="0" y="108"/>
                    </a:lnTo>
                    <a:cubicBezTo>
                      <a:pt x="138" y="151"/>
                      <a:pt x="272" y="219"/>
                      <a:pt x="396" y="285"/>
                    </a:cubicBezTo>
                    <a:lnTo>
                      <a:pt x="451" y="190"/>
                    </a:lnTo>
                    <a:cubicBezTo>
                      <a:pt x="314" y="108"/>
                      <a:pt x="177" y="56"/>
                      <a:pt x="43"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9" name="Google Shape;649;p13"/>
              <p:cNvSpPr/>
              <p:nvPr/>
            </p:nvSpPr>
            <p:spPr>
              <a:xfrm>
                <a:off x="2316262" y="2911293"/>
                <a:ext cx="13958" cy="56217"/>
              </a:xfrm>
              <a:custGeom>
                <a:avLst/>
                <a:gdLst/>
                <a:ahLst/>
                <a:cxnLst/>
                <a:rect l="l" t="t" r="r" b="b"/>
                <a:pathLst>
                  <a:path w="109" h="439" extrusionOk="0">
                    <a:moveTo>
                      <a:pt x="1" y="0"/>
                    </a:moveTo>
                    <a:lnTo>
                      <a:pt x="1" y="438"/>
                    </a:lnTo>
                    <a:lnTo>
                      <a:pt x="109" y="438"/>
                    </a:lnTo>
                    <a:lnTo>
                      <a:pt x="109"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0" name="Google Shape;650;p13"/>
              <p:cNvSpPr/>
              <p:nvPr/>
            </p:nvSpPr>
            <p:spPr>
              <a:xfrm>
                <a:off x="1718105" y="4003368"/>
                <a:ext cx="15623" cy="55705"/>
              </a:xfrm>
              <a:custGeom>
                <a:avLst/>
                <a:gdLst/>
                <a:ahLst/>
                <a:cxnLst/>
                <a:rect l="l" t="t" r="r" b="b"/>
                <a:pathLst>
                  <a:path w="122" h="435" extrusionOk="0">
                    <a:moveTo>
                      <a:pt x="1" y="0"/>
                    </a:moveTo>
                    <a:lnTo>
                      <a:pt x="1" y="435"/>
                    </a:lnTo>
                    <a:lnTo>
                      <a:pt x="122" y="435"/>
                    </a:lnTo>
                    <a:lnTo>
                      <a:pt x="122"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1" name="Google Shape;651;p13"/>
              <p:cNvSpPr/>
              <p:nvPr/>
            </p:nvSpPr>
            <p:spPr>
              <a:xfrm>
                <a:off x="1718105" y="4114650"/>
                <a:ext cx="15623" cy="57882"/>
              </a:xfrm>
              <a:custGeom>
                <a:avLst/>
                <a:gdLst/>
                <a:ahLst/>
                <a:cxnLst/>
                <a:rect l="l" t="t" r="r" b="b"/>
                <a:pathLst>
                  <a:path w="122" h="452" extrusionOk="0">
                    <a:moveTo>
                      <a:pt x="1" y="1"/>
                    </a:moveTo>
                    <a:lnTo>
                      <a:pt x="1" y="452"/>
                    </a:lnTo>
                    <a:lnTo>
                      <a:pt x="122" y="452"/>
                    </a:lnTo>
                    <a:lnTo>
                      <a:pt x="122"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2" name="Google Shape;652;p13"/>
              <p:cNvSpPr/>
              <p:nvPr/>
            </p:nvSpPr>
            <p:spPr>
              <a:xfrm>
                <a:off x="1718105" y="3889909"/>
                <a:ext cx="15623" cy="57498"/>
              </a:xfrm>
              <a:custGeom>
                <a:avLst/>
                <a:gdLst/>
                <a:ahLst/>
                <a:cxnLst/>
                <a:rect l="l" t="t" r="r" b="b"/>
                <a:pathLst>
                  <a:path w="122" h="449" extrusionOk="0">
                    <a:moveTo>
                      <a:pt x="1" y="0"/>
                    </a:moveTo>
                    <a:lnTo>
                      <a:pt x="1" y="14"/>
                    </a:lnTo>
                    <a:lnTo>
                      <a:pt x="1" y="177"/>
                    </a:lnTo>
                    <a:lnTo>
                      <a:pt x="1" y="448"/>
                    </a:lnTo>
                    <a:lnTo>
                      <a:pt x="122" y="448"/>
                    </a:lnTo>
                    <a:lnTo>
                      <a:pt x="122"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3" name="Google Shape;653;p13"/>
              <p:cNvSpPr/>
              <p:nvPr/>
            </p:nvSpPr>
            <p:spPr>
              <a:xfrm>
                <a:off x="1718105" y="4228109"/>
                <a:ext cx="15623" cy="56217"/>
              </a:xfrm>
              <a:custGeom>
                <a:avLst/>
                <a:gdLst/>
                <a:ahLst/>
                <a:cxnLst/>
                <a:rect l="l" t="t" r="r" b="b"/>
                <a:pathLst>
                  <a:path w="122" h="439" extrusionOk="0">
                    <a:moveTo>
                      <a:pt x="1" y="0"/>
                    </a:moveTo>
                    <a:lnTo>
                      <a:pt x="1" y="438"/>
                    </a:lnTo>
                    <a:lnTo>
                      <a:pt x="122" y="438"/>
                    </a:lnTo>
                    <a:lnTo>
                      <a:pt x="122"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4" name="Google Shape;654;p13"/>
              <p:cNvSpPr/>
              <p:nvPr/>
            </p:nvSpPr>
            <p:spPr>
              <a:xfrm>
                <a:off x="1718105" y="4341568"/>
                <a:ext cx="15623" cy="55833"/>
              </a:xfrm>
              <a:custGeom>
                <a:avLst/>
                <a:gdLst/>
                <a:ahLst/>
                <a:cxnLst/>
                <a:rect l="l" t="t" r="r" b="b"/>
                <a:pathLst>
                  <a:path w="122" h="436" extrusionOk="0">
                    <a:moveTo>
                      <a:pt x="1" y="0"/>
                    </a:moveTo>
                    <a:lnTo>
                      <a:pt x="1" y="435"/>
                    </a:lnTo>
                    <a:lnTo>
                      <a:pt x="122" y="435"/>
                    </a:lnTo>
                    <a:lnTo>
                      <a:pt x="122"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5" name="Google Shape;655;p13"/>
              <p:cNvSpPr/>
              <p:nvPr/>
            </p:nvSpPr>
            <p:spPr>
              <a:xfrm>
                <a:off x="1718105" y="4453362"/>
                <a:ext cx="15623" cy="55705"/>
              </a:xfrm>
              <a:custGeom>
                <a:avLst/>
                <a:gdLst/>
                <a:ahLst/>
                <a:cxnLst/>
                <a:rect l="l" t="t" r="r" b="b"/>
                <a:pathLst>
                  <a:path w="122" h="435" extrusionOk="0">
                    <a:moveTo>
                      <a:pt x="1" y="0"/>
                    </a:moveTo>
                    <a:lnTo>
                      <a:pt x="1" y="435"/>
                    </a:lnTo>
                    <a:lnTo>
                      <a:pt x="122" y="435"/>
                    </a:lnTo>
                    <a:lnTo>
                      <a:pt x="122"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6" name="Google Shape;656;p13"/>
              <p:cNvSpPr/>
              <p:nvPr/>
            </p:nvSpPr>
            <p:spPr>
              <a:xfrm>
                <a:off x="1718105" y="4678103"/>
                <a:ext cx="15623" cy="59547"/>
              </a:xfrm>
              <a:custGeom>
                <a:avLst/>
                <a:gdLst/>
                <a:ahLst/>
                <a:cxnLst/>
                <a:rect l="l" t="t" r="r" b="b"/>
                <a:pathLst>
                  <a:path w="122" h="465" extrusionOk="0">
                    <a:moveTo>
                      <a:pt x="1" y="0"/>
                    </a:moveTo>
                    <a:lnTo>
                      <a:pt x="1" y="30"/>
                    </a:lnTo>
                    <a:lnTo>
                      <a:pt x="1" y="451"/>
                    </a:lnTo>
                    <a:lnTo>
                      <a:pt x="1" y="464"/>
                    </a:lnTo>
                    <a:lnTo>
                      <a:pt x="122" y="464"/>
                    </a:lnTo>
                    <a:lnTo>
                      <a:pt x="122" y="451"/>
                    </a:lnTo>
                    <a:lnTo>
                      <a:pt x="122" y="30"/>
                    </a:lnTo>
                    <a:lnTo>
                      <a:pt x="122"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7" name="Google Shape;657;p13"/>
              <p:cNvSpPr/>
              <p:nvPr/>
            </p:nvSpPr>
            <p:spPr>
              <a:xfrm>
                <a:off x="1718105" y="4566693"/>
                <a:ext cx="15623" cy="55833"/>
              </a:xfrm>
              <a:custGeom>
                <a:avLst/>
                <a:gdLst/>
                <a:ahLst/>
                <a:cxnLst/>
                <a:rect l="l" t="t" r="r" b="b"/>
                <a:pathLst>
                  <a:path w="122" h="436" extrusionOk="0">
                    <a:moveTo>
                      <a:pt x="1" y="1"/>
                    </a:moveTo>
                    <a:lnTo>
                      <a:pt x="1" y="436"/>
                    </a:lnTo>
                    <a:lnTo>
                      <a:pt x="122" y="436"/>
                    </a:lnTo>
                    <a:lnTo>
                      <a:pt x="122"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658" name="Google Shape;658;p13"/>
          <p:cNvGrpSpPr/>
          <p:nvPr/>
        </p:nvGrpSpPr>
        <p:grpSpPr>
          <a:xfrm>
            <a:off x="556796" y="4513090"/>
            <a:ext cx="711583" cy="630414"/>
            <a:chOff x="460371" y="2406765"/>
            <a:chExt cx="711583" cy="630414"/>
          </a:xfrm>
        </p:grpSpPr>
        <p:grpSp>
          <p:nvGrpSpPr>
            <p:cNvPr id="659" name="Google Shape;659;p13"/>
            <p:cNvGrpSpPr/>
            <p:nvPr/>
          </p:nvGrpSpPr>
          <p:grpSpPr>
            <a:xfrm>
              <a:off x="666102" y="2406765"/>
              <a:ext cx="505852" cy="630414"/>
              <a:chOff x="666102" y="2406765"/>
              <a:chExt cx="505852" cy="630414"/>
            </a:xfrm>
          </p:grpSpPr>
          <p:grpSp>
            <p:nvGrpSpPr>
              <p:cNvPr id="660" name="Google Shape;660;p13"/>
              <p:cNvGrpSpPr/>
              <p:nvPr/>
            </p:nvGrpSpPr>
            <p:grpSpPr>
              <a:xfrm>
                <a:off x="1005172" y="2632603"/>
                <a:ext cx="166782" cy="404575"/>
                <a:chOff x="3816313" y="1611982"/>
                <a:chExt cx="1212958" cy="2940225"/>
              </a:xfrm>
            </p:grpSpPr>
            <p:sp>
              <p:nvSpPr>
                <p:cNvPr id="661" name="Google Shape;661;p13"/>
                <p:cNvSpPr/>
                <p:nvPr/>
              </p:nvSpPr>
              <p:spPr>
                <a:xfrm>
                  <a:off x="3816313" y="1613408"/>
                  <a:ext cx="1212958" cy="1949969"/>
                </a:xfrm>
                <a:custGeom>
                  <a:avLst/>
                  <a:gdLst/>
                  <a:ahLst/>
                  <a:cxnLst/>
                  <a:rect l="l" t="t" r="r" b="b"/>
                  <a:pathLst>
                    <a:path w="6852" h="6836" extrusionOk="0">
                      <a:moveTo>
                        <a:pt x="3422" y="1"/>
                      </a:moveTo>
                      <a:cubicBezTo>
                        <a:pt x="1540" y="1"/>
                        <a:pt x="14" y="1519"/>
                        <a:pt x="1" y="3404"/>
                      </a:cubicBezTo>
                      <a:cubicBezTo>
                        <a:pt x="1" y="5299"/>
                        <a:pt x="1524" y="6836"/>
                        <a:pt x="3420" y="6836"/>
                      </a:cubicBezTo>
                      <a:cubicBezTo>
                        <a:pt x="3430" y="6836"/>
                        <a:pt x="3440" y="6836"/>
                        <a:pt x="3450" y="6836"/>
                      </a:cubicBezTo>
                      <a:cubicBezTo>
                        <a:pt x="5316" y="6836"/>
                        <a:pt x="6836" y="5315"/>
                        <a:pt x="6852" y="3433"/>
                      </a:cubicBezTo>
                      <a:cubicBezTo>
                        <a:pt x="6852" y="1540"/>
                        <a:pt x="5326" y="1"/>
                        <a:pt x="3446" y="1"/>
                      </a:cubicBezTo>
                      <a:cubicBezTo>
                        <a:pt x="3438" y="1"/>
                        <a:pt x="3430" y="1"/>
                        <a:pt x="342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2" name="Google Shape;662;p13"/>
                <p:cNvSpPr/>
                <p:nvPr/>
              </p:nvSpPr>
              <p:spPr>
                <a:xfrm>
                  <a:off x="4199464" y="2602232"/>
                  <a:ext cx="351972" cy="1949975"/>
                </a:xfrm>
                <a:custGeom>
                  <a:avLst/>
                  <a:gdLst/>
                  <a:ahLst/>
                  <a:cxnLst/>
                  <a:rect l="l" t="t" r="r" b="b"/>
                  <a:pathLst>
                    <a:path w="2044" h="9712" extrusionOk="0">
                      <a:moveTo>
                        <a:pt x="1187" y="1"/>
                      </a:moveTo>
                      <a:lnTo>
                        <a:pt x="929" y="3420"/>
                      </a:lnTo>
                      <a:lnTo>
                        <a:pt x="14" y="2262"/>
                      </a:lnTo>
                      <a:lnTo>
                        <a:pt x="1" y="2276"/>
                      </a:lnTo>
                      <a:lnTo>
                        <a:pt x="900" y="3815"/>
                      </a:lnTo>
                      <a:lnTo>
                        <a:pt x="736" y="9712"/>
                      </a:lnTo>
                      <a:lnTo>
                        <a:pt x="1635" y="9712"/>
                      </a:lnTo>
                      <a:lnTo>
                        <a:pt x="1364" y="1854"/>
                      </a:lnTo>
                      <a:lnTo>
                        <a:pt x="2044" y="1020"/>
                      </a:lnTo>
                      <a:lnTo>
                        <a:pt x="2031" y="1007"/>
                      </a:lnTo>
                      <a:lnTo>
                        <a:pt x="1351" y="1648"/>
                      </a:lnTo>
                      <a:lnTo>
                        <a:pt x="1240" y="14"/>
                      </a:lnTo>
                      <a:lnTo>
                        <a:pt x="118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3" name="Google Shape;663;p13"/>
                <p:cNvSpPr/>
                <p:nvPr/>
              </p:nvSpPr>
              <p:spPr>
                <a:xfrm>
                  <a:off x="4331976" y="1611982"/>
                  <a:ext cx="697292" cy="1951395"/>
                </a:xfrm>
                <a:custGeom>
                  <a:avLst/>
                  <a:gdLst/>
                  <a:ahLst/>
                  <a:cxnLst/>
                  <a:rect l="l" t="t" r="r" b="b"/>
                  <a:pathLst>
                    <a:path w="3939" h="6841" extrusionOk="0">
                      <a:moveTo>
                        <a:pt x="383" y="1"/>
                      </a:moveTo>
                      <a:cubicBezTo>
                        <a:pt x="248" y="1"/>
                        <a:pt x="120" y="13"/>
                        <a:pt x="0" y="32"/>
                      </a:cubicBezTo>
                      <a:cubicBezTo>
                        <a:pt x="1651" y="290"/>
                        <a:pt x="2903" y="1722"/>
                        <a:pt x="2903" y="3438"/>
                      </a:cubicBezTo>
                      <a:cubicBezTo>
                        <a:pt x="2890" y="5141"/>
                        <a:pt x="1635" y="6556"/>
                        <a:pt x="0" y="6801"/>
                      </a:cubicBezTo>
                      <a:cubicBezTo>
                        <a:pt x="164" y="6828"/>
                        <a:pt x="327" y="6841"/>
                        <a:pt x="507" y="6841"/>
                      </a:cubicBezTo>
                      <a:cubicBezTo>
                        <a:pt x="517" y="6841"/>
                        <a:pt x="527" y="6841"/>
                        <a:pt x="537" y="6841"/>
                      </a:cubicBezTo>
                      <a:cubicBezTo>
                        <a:pt x="2403" y="6841"/>
                        <a:pt x="3923" y="5320"/>
                        <a:pt x="3939" y="3438"/>
                      </a:cubicBezTo>
                      <a:cubicBezTo>
                        <a:pt x="3939" y="1545"/>
                        <a:pt x="2413" y="6"/>
                        <a:pt x="533" y="6"/>
                      </a:cubicBezTo>
                      <a:cubicBezTo>
                        <a:pt x="482" y="2"/>
                        <a:pt x="432" y="1"/>
                        <a:pt x="383" y="1"/>
                      </a:cubicBezTo>
                      <a:close/>
                    </a:path>
                  </a:pathLst>
                </a:custGeom>
                <a:solidFill>
                  <a:srgbClr val="473A50">
                    <a:alpha val="434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64" name="Google Shape;664;p13"/>
              <p:cNvGrpSpPr/>
              <p:nvPr/>
            </p:nvGrpSpPr>
            <p:grpSpPr>
              <a:xfrm>
                <a:off x="666102" y="2406765"/>
                <a:ext cx="259816" cy="630384"/>
                <a:chOff x="3816313" y="1611982"/>
                <a:chExt cx="1212958" cy="2940225"/>
              </a:xfrm>
            </p:grpSpPr>
            <p:sp>
              <p:nvSpPr>
                <p:cNvPr id="665" name="Google Shape;665;p13"/>
                <p:cNvSpPr/>
                <p:nvPr/>
              </p:nvSpPr>
              <p:spPr>
                <a:xfrm>
                  <a:off x="3816313" y="1613408"/>
                  <a:ext cx="1212958" cy="1949969"/>
                </a:xfrm>
                <a:custGeom>
                  <a:avLst/>
                  <a:gdLst/>
                  <a:ahLst/>
                  <a:cxnLst/>
                  <a:rect l="l" t="t" r="r" b="b"/>
                  <a:pathLst>
                    <a:path w="6852" h="6836" extrusionOk="0">
                      <a:moveTo>
                        <a:pt x="3422" y="1"/>
                      </a:moveTo>
                      <a:cubicBezTo>
                        <a:pt x="1540" y="1"/>
                        <a:pt x="14" y="1519"/>
                        <a:pt x="1" y="3404"/>
                      </a:cubicBezTo>
                      <a:cubicBezTo>
                        <a:pt x="1" y="5299"/>
                        <a:pt x="1524" y="6836"/>
                        <a:pt x="3420" y="6836"/>
                      </a:cubicBezTo>
                      <a:cubicBezTo>
                        <a:pt x="3430" y="6836"/>
                        <a:pt x="3440" y="6836"/>
                        <a:pt x="3450" y="6836"/>
                      </a:cubicBezTo>
                      <a:cubicBezTo>
                        <a:pt x="5316" y="6836"/>
                        <a:pt x="6836" y="5315"/>
                        <a:pt x="6852" y="3433"/>
                      </a:cubicBezTo>
                      <a:cubicBezTo>
                        <a:pt x="6852" y="1540"/>
                        <a:pt x="5326" y="1"/>
                        <a:pt x="3446" y="1"/>
                      </a:cubicBezTo>
                      <a:cubicBezTo>
                        <a:pt x="3438" y="1"/>
                        <a:pt x="3430" y="1"/>
                        <a:pt x="342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6" name="Google Shape;666;p13"/>
                <p:cNvSpPr/>
                <p:nvPr/>
              </p:nvSpPr>
              <p:spPr>
                <a:xfrm>
                  <a:off x="4199464" y="2602232"/>
                  <a:ext cx="351972" cy="1949975"/>
                </a:xfrm>
                <a:custGeom>
                  <a:avLst/>
                  <a:gdLst/>
                  <a:ahLst/>
                  <a:cxnLst/>
                  <a:rect l="l" t="t" r="r" b="b"/>
                  <a:pathLst>
                    <a:path w="2044" h="9712" extrusionOk="0">
                      <a:moveTo>
                        <a:pt x="1187" y="1"/>
                      </a:moveTo>
                      <a:lnTo>
                        <a:pt x="929" y="3420"/>
                      </a:lnTo>
                      <a:lnTo>
                        <a:pt x="14" y="2262"/>
                      </a:lnTo>
                      <a:lnTo>
                        <a:pt x="1" y="2276"/>
                      </a:lnTo>
                      <a:lnTo>
                        <a:pt x="900" y="3815"/>
                      </a:lnTo>
                      <a:lnTo>
                        <a:pt x="736" y="9712"/>
                      </a:lnTo>
                      <a:lnTo>
                        <a:pt x="1635" y="9712"/>
                      </a:lnTo>
                      <a:lnTo>
                        <a:pt x="1364" y="1854"/>
                      </a:lnTo>
                      <a:lnTo>
                        <a:pt x="2044" y="1020"/>
                      </a:lnTo>
                      <a:lnTo>
                        <a:pt x="2031" y="1007"/>
                      </a:lnTo>
                      <a:lnTo>
                        <a:pt x="1351" y="1648"/>
                      </a:lnTo>
                      <a:lnTo>
                        <a:pt x="1240" y="14"/>
                      </a:lnTo>
                      <a:lnTo>
                        <a:pt x="118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7" name="Google Shape;667;p13"/>
                <p:cNvSpPr/>
                <p:nvPr/>
              </p:nvSpPr>
              <p:spPr>
                <a:xfrm>
                  <a:off x="4331976" y="1611982"/>
                  <a:ext cx="697292" cy="1951395"/>
                </a:xfrm>
                <a:custGeom>
                  <a:avLst/>
                  <a:gdLst/>
                  <a:ahLst/>
                  <a:cxnLst/>
                  <a:rect l="l" t="t" r="r" b="b"/>
                  <a:pathLst>
                    <a:path w="3939" h="6841" extrusionOk="0">
                      <a:moveTo>
                        <a:pt x="383" y="1"/>
                      </a:moveTo>
                      <a:cubicBezTo>
                        <a:pt x="248" y="1"/>
                        <a:pt x="120" y="13"/>
                        <a:pt x="0" y="32"/>
                      </a:cubicBezTo>
                      <a:cubicBezTo>
                        <a:pt x="1651" y="290"/>
                        <a:pt x="2903" y="1722"/>
                        <a:pt x="2903" y="3438"/>
                      </a:cubicBezTo>
                      <a:cubicBezTo>
                        <a:pt x="2890" y="5141"/>
                        <a:pt x="1635" y="6556"/>
                        <a:pt x="0" y="6801"/>
                      </a:cubicBezTo>
                      <a:cubicBezTo>
                        <a:pt x="164" y="6828"/>
                        <a:pt x="327" y="6841"/>
                        <a:pt x="507" y="6841"/>
                      </a:cubicBezTo>
                      <a:cubicBezTo>
                        <a:pt x="517" y="6841"/>
                        <a:pt x="527" y="6841"/>
                        <a:pt x="537" y="6841"/>
                      </a:cubicBezTo>
                      <a:cubicBezTo>
                        <a:pt x="2403" y="6841"/>
                        <a:pt x="3923" y="5320"/>
                        <a:pt x="3939" y="3438"/>
                      </a:cubicBezTo>
                      <a:cubicBezTo>
                        <a:pt x="3939" y="1545"/>
                        <a:pt x="2413" y="6"/>
                        <a:pt x="533" y="6"/>
                      </a:cubicBezTo>
                      <a:cubicBezTo>
                        <a:pt x="482" y="2"/>
                        <a:pt x="432" y="1"/>
                        <a:pt x="383" y="1"/>
                      </a:cubicBezTo>
                      <a:close/>
                    </a:path>
                  </a:pathLst>
                </a:custGeom>
                <a:solidFill>
                  <a:srgbClr val="473A50">
                    <a:alpha val="434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668" name="Google Shape;668;p13"/>
            <p:cNvGrpSpPr/>
            <p:nvPr/>
          </p:nvGrpSpPr>
          <p:grpSpPr>
            <a:xfrm>
              <a:off x="460371" y="2728161"/>
              <a:ext cx="166791" cy="302717"/>
              <a:chOff x="3816307" y="2352225"/>
              <a:chExt cx="1213027" cy="2199981"/>
            </a:xfrm>
          </p:grpSpPr>
          <p:sp>
            <p:nvSpPr>
              <p:cNvPr id="669" name="Google Shape;669;p13"/>
              <p:cNvSpPr/>
              <p:nvPr/>
            </p:nvSpPr>
            <p:spPr>
              <a:xfrm>
                <a:off x="3816307" y="2353110"/>
                <a:ext cx="1213027" cy="1210194"/>
              </a:xfrm>
              <a:custGeom>
                <a:avLst/>
                <a:gdLst/>
                <a:ahLst/>
                <a:cxnLst/>
                <a:rect l="l" t="t" r="r" b="b"/>
                <a:pathLst>
                  <a:path w="6852" h="6836" extrusionOk="0">
                    <a:moveTo>
                      <a:pt x="3422" y="1"/>
                    </a:moveTo>
                    <a:cubicBezTo>
                      <a:pt x="1540" y="1"/>
                      <a:pt x="14" y="1519"/>
                      <a:pt x="1" y="3404"/>
                    </a:cubicBezTo>
                    <a:cubicBezTo>
                      <a:pt x="1" y="5299"/>
                      <a:pt x="1524" y="6836"/>
                      <a:pt x="3420" y="6836"/>
                    </a:cubicBezTo>
                    <a:cubicBezTo>
                      <a:pt x="3430" y="6836"/>
                      <a:pt x="3440" y="6836"/>
                      <a:pt x="3450" y="6836"/>
                    </a:cubicBezTo>
                    <a:cubicBezTo>
                      <a:pt x="5316" y="6836"/>
                      <a:pt x="6836" y="5315"/>
                      <a:pt x="6852" y="3433"/>
                    </a:cubicBezTo>
                    <a:cubicBezTo>
                      <a:pt x="6852" y="1540"/>
                      <a:pt x="5326" y="1"/>
                      <a:pt x="3446" y="1"/>
                    </a:cubicBezTo>
                    <a:cubicBezTo>
                      <a:pt x="3438" y="1"/>
                      <a:pt x="3430" y="1"/>
                      <a:pt x="342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0" name="Google Shape;670;p13"/>
              <p:cNvSpPr/>
              <p:nvPr/>
            </p:nvSpPr>
            <p:spPr>
              <a:xfrm>
                <a:off x="4199402" y="2832867"/>
                <a:ext cx="361854" cy="1719340"/>
              </a:xfrm>
              <a:custGeom>
                <a:avLst/>
                <a:gdLst/>
                <a:ahLst/>
                <a:cxnLst/>
                <a:rect l="l" t="t" r="r" b="b"/>
                <a:pathLst>
                  <a:path w="2044" h="9712" extrusionOk="0">
                    <a:moveTo>
                      <a:pt x="1187" y="1"/>
                    </a:moveTo>
                    <a:lnTo>
                      <a:pt x="929" y="3420"/>
                    </a:lnTo>
                    <a:lnTo>
                      <a:pt x="14" y="2262"/>
                    </a:lnTo>
                    <a:lnTo>
                      <a:pt x="1" y="2276"/>
                    </a:lnTo>
                    <a:lnTo>
                      <a:pt x="900" y="3815"/>
                    </a:lnTo>
                    <a:lnTo>
                      <a:pt x="736" y="9712"/>
                    </a:lnTo>
                    <a:lnTo>
                      <a:pt x="1635" y="9712"/>
                    </a:lnTo>
                    <a:lnTo>
                      <a:pt x="1364" y="1854"/>
                    </a:lnTo>
                    <a:lnTo>
                      <a:pt x="2044" y="1020"/>
                    </a:lnTo>
                    <a:lnTo>
                      <a:pt x="2031" y="1007"/>
                    </a:lnTo>
                    <a:lnTo>
                      <a:pt x="1351" y="1648"/>
                    </a:lnTo>
                    <a:lnTo>
                      <a:pt x="1240" y="14"/>
                    </a:lnTo>
                    <a:lnTo>
                      <a:pt x="118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1" name="Google Shape;671;p13"/>
              <p:cNvSpPr/>
              <p:nvPr/>
            </p:nvSpPr>
            <p:spPr>
              <a:xfrm>
                <a:off x="4331999" y="2352225"/>
                <a:ext cx="697331" cy="1211079"/>
              </a:xfrm>
              <a:custGeom>
                <a:avLst/>
                <a:gdLst/>
                <a:ahLst/>
                <a:cxnLst/>
                <a:rect l="l" t="t" r="r" b="b"/>
                <a:pathLst>
                  <a:path w="3939" h="6841" extrusionOk="0">
                    <a:moveTo>
                      <a:pt x="383" y="1"/>
                    </a:moveTo>
                    <a:cubicBezTo>
                      <a:pt x="248" y="1"/>
                      <a:pt x="120" y="13"/>
                      <a:pt x="0" y="32"/>
                    </a:cubicBezTo>
                    <a:cubicBezTo>
                      <a:pt x="1651" y="290"/>
                      <a:pt x="2903" y="1722"/>
                      <a:pt x="2903" y="3438"/>
                    </a:cubicBezTo>
                    <a:cubicBezTo>
                      <a:pt x="2890" y="5141"/>
                      <a:pt x="1635" y="6556"/>
                      <a:pt x="0" y="6801"/>
                    </a:cubicBezTo>
                    <a:cubicBezTo>
                      <a:pt x="164" y="6828"/>
                      <a:pt x="327" y="6841"/>
                      <a:pt x="507" y="6841"/>
                    </a:cubicBezTo>
                    <a:cubicBezTo>
                      <a:pt x="517" y="6841"/>
                      <a:pt x="527" y="6841"/>
                      <a:pt x="537" y="6841"/>
                    </a:cubicBezTo>
                    <a:cubicBezTo>
                      <a:pt x="2403" y="6841"/>
                      <a:pt x="3923" y="5320"/>
                      <a:pt x="3939" y="3438"/>
                    </a:cubicBezTo>
                    <a:cubicBezTo>
                      <a:pt x="3939" y="1545"/>
                      <a:pt x="2413" y="6"/>
                      <a:pt x="533" y="6"/>
                    </a:cubicBezTo>
                    <a:cubicBezTo>
                      <a:pt x="482" y="2"/>
                      <a:pt x="432" y="1"/>
                      <a:pt x="383" y="1"/>
                    </a:cubicBezTo>
                    <a:close/>
                  </a:path>
                </a:pathLst>
              </a:custGeom>
              <a:solidFill>
                <a:srgbClr val="473A50">
                  <a:alpha val="434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and text ">
  <p:cSld name="CUSTOM_10">
    <p:spTree>
      <p:nvGrpSpPr>
        <p:cNvPr id="1" name="Shape 672"/>
        <p:cNvGrpSpPr/>
        <p:nvPr/>
      </p:nvGrpSpPr>
      <p:grpSpPr>
        <a:xfrm>
          <a:off x="0" y="0"/>
          <a:ext cx="0" cy="0"/>
          <a:chOff x="0" y="0"/>
          <a:chExt cx="0" cy="0"/>
        </a:xfrm>
      </p:grpSpPr>
      <p:sp>
        <p:nvSpPr>
          <p:cNvPr id="673" name="Google Shape;673;p14"/>
          <p:cNvSpPr/>
          <p:nvPr/>
        </p:nvSpPr>
        <p:spPr>
          <a:xfrm>
            <a:off x="-840651" y="5031825"/>
            <a:ext cx="2989500" cy="2989500"/>
          </a:xfrm>
          <a:prstGeom prst="ellipse">
            <a:avLst/>
          </a:prstGeom>
          <a:solidFill>
            <a:srgbClr val="897FBB">
              <a:alpha val="291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74" name="Google Shape;674;p14"/>
          <p:cNvGrpSpPr/>
          <p:nvPr/>
        </p:nvGrpSpPr>
        <p:grpSpPr>
          <a:xfrm rot="10800000">
            <a:off x="161612" y="-2694820"/>
            <a:ext cx="1103228" cy="3337661"/>
            <a:chOff x="1825573" y="1896181"/>
            <a:chExt cx="964529" cy="2918046"/>
          </a:xfrm>
        </p:grpSpPr>
        <p:sp>
          <p:nvSpPr>
            <p:cNvPr id="675" name="Google Shape;675;p14"/>
            <p:cNvSpPr/>
            <p:nvPr/>
          </p:nvSpPr>
          <p:spPr>
            <a:xfrm>
              <a:off x="1825573" y="1896181"/>
              <a:ext cx="964529" cy="2918046"/>
            </a:xfrm>
            <a:custGeom>
              <a:avLst/>
              <a:gdLst/>
              <a:ahLst/>
              <a:cxnLst/>
              <a:rect l="l" t="t" r="r" b="b"/>
              <a:pathLst>
                <a:path w="7532" h="22787" extrusionOk="0">
                  <a:moveTo>
                    <a:pt x="3773" y="1"/>
                  </a:moveTo>
                  <a:cubicBezTo>
                    <a:pt x="1687" y="1"/>
                    <a:pt x="1" y="1691"/>
                    <a:pt x="1" y="3776"/>
                  </a:cubicBezTo>
                  <a:lnTo>
                    <a:pt x="1" y="15746"/>
                  </a:lnTo>
                  <a:lnTo>
                    <a:pt x="14" y="15746"/>
                  </a:lnTo>
                  <a:lnTo>
                    <a:pt x="14" y="22787"/>
                  </a:lnTo>
                  <a:lnTo>
                    <a:pt x="2861" y="22787"/>
                  </a:lnTo>
                  <a:lnTo>
                    <a:pt x="2861" y="13174"/>
                  </a:lnTo>
                  <a:lnTo>
                    <a:pt x="2861" y="3776"/>
                  </a:lnTo>
                  <a:cubicBezTo>
                    <a:pt x="2861" y="3269"/>
                    <a:pt x="3269" y="2861"/>
                    <a:pt x="3773" y="2861"/>
                  </a:cubicBezTo>
                  <a:cubicBezTo>
                    <a:pt x="4276" y="2861"/>
                    <a:pt x="4672" y="3269"/>
                    <a:pt x="4672" y="3776"/>
                  </a:cubicBezTo>
                  <a:lnTo>
                    <a:pt x="4672" y="8391"/>
                  </a:lnTo>
                  <a:lnTo>
                    <a:pt x="4672" y="22787"/>
                  </a:lnTo>
                  <a:lnTo>
                    <a:pt x="7532" y="22787"/>
                  </a:lnTo>
                  <a:lnTo>
                    <a:pt x="7532" y="7110"/>
                  </a:lnTo>
                  <a:lnTo>
                    <a:pt x="7532" y="3776"/>
                  </a:lnTo>
                  <a:cubicBezTo>
                    <a:pt x="7532" y="1691"/>
                    <a:pt x="5842" y="1"/>
                    <a:pt x="3773" y="1"/>
                  </a:cubicBezTo>
                  <a:close/>
                </a:path>
              </a:pathLst>
            </a:custGeom>
            <a:solidFill>
              <a:schemeClr val="accent5"/>
            </a:solidFill>
            <a:ln>
              <a:noFill/>
            </a:ln>
            <a:effectLst>
              <a:outerShdw dist="76200" dir="2400000" algn="bl" rotWithShape="0">
                <a:srgbClr val="000000">
                  <a:alpha val="2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76" name="Google Shape;676;p14"/>
            <p:cNvGrpSpPr/>
            <p:nvPr/>
          </p:nvGrpSpPr>
          <p:grpSpPr>
            <a:xfrm>
              <a:off x="2001780" y="2072389"/>
              <a:ext cx="612115" cy="2698300"/>
              <a:chOff x="1718105" y="2072389"/>
              <a:chExt cx="612115" cy="2698300"/>
            </a:xfrm>
          </p:grpSpPr>
          <p:sp>
            <p:nvSpPr>
              <p:cNvPr id="677" name="Google Shape;677;p14"/>
              <p:cNvSpPr/>
              <p:nvPr/>
            </p:nvSpPr>
            <p:spPr>
              <a:xfrm>
                <a:off x="2316262" y="3811153"/>
                <a:ext cx="13958" cy="56217"/>
              </a:xfrm>
              <a:custGeom>
                <a:avLst/>
                <a:gdLst/>
                <a:ahLst/>
                <a:cxnLst/>
                <a:rect l="l" t="t" r="r" b="b"/>
                <a:pathLst>
                  <a:path w="109" h="439" extrusionOk="0">
                    <a:moveTo>
                      <a:pt x="1" y="1"/>
                    </a:moveTo>
                    <a:lnTo>
                      <a:pt x="1" y="439"/>
                    </a:lnTo>
                    <a:lnTo>
                      <a:pt x="109" y="439"/>
                    </a:lnTo>
                    <a:lnTo>
                      <a:pt x="109"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8" name="Google Shape;678;p14"/>
              <p:cNvSpPr/>
              <p:nvPr/>
            </p:nvSpPr>
            <p:spPr>
              <a:xfrm>
                <a:off x="2316262" y="3698207"/>
                <a:ext cx="13958" cy="55833"/>
              </a:xfrm>
              <a:custGeom>
                <a:avLst/>
                <a:gdLst/>
                <a:ahLst/>
                <a:cxnLst/>
                <a:rect l="l" t="t" r="r" b="b"/>
                <a:pathLst>
                  <a:path w="109" h="436" extrusionOk="0">
                    <a:moveTo>
                      <a:pt x="1" y="0"/>
                    </a:moveTo>
                    <a:lnTo>
                      <a:pt x="1" y="435"/>
                    </a:lnTo>
                    <a:lnTo>
                      <a:pt x="109" y="435"/>
                    </a:lnTo>
                    <a:lnTo>
                      <a:pt x="109"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9" name="Google Shape;679;p14"/>
              <p:cNvSpPr/>
              <p:nvPr/>
            </p:nvSpPr>
            <p:spPr>
              <a:xfrm>
                <a:off x="2316262" y="4036406"/>
                <a:ext cx="13958" cy="59547"/>
              </a:xfrm>
              <a:custGeom>
                <a:avLst/>
                <a:gdLst/>
                <a:ahLst/>
                <a:cxnLst/>
                <a:rect l="l" t="t" r="r" b="b"/>
                <a:pathLst>
                  <a:path w="109" h="465" extrusionOk="0">
                    <a:moveTo>
                      <a:pt x="1" y="0"/>
                    </a:moveTo>
                    <a:lnTo>
                      <a:pt x="1" y="27"/>
                    </a:lnTo>
                    <a:lnTo>
                      <a:pt x="1" y="435"/>
                    </a:lnTo>
                    <a:lnTo>
                      <a:pt x="1" y="465"/>
                    </a:lnTo>
                    <a:lnTo>
                      <a:pt x="109" y="465"/>
                    </a:lnTo>
                    <a:lnTo>
                      <a:pt x="109" y="435"/>
                    </a:lnTo>
                    <a:lnTo>
                      <a:pt x="109" y="27"/>
                    </a:lnTo>
                    <a:lnTo>
                      <a:pt x="109"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0" name="Google Shape;680;p14"/>
              <p:cNvSpPr/>
              <p:nvPr/>
            </p:nvSpPr>
            <p:spPr>
              <a:xfrm>
                <a:off x="2316262" y="3922948"/>
                <a:ext cx="13958" cy="57882"/>
              </a:xfrm>
              <a:custGeom>
                <a:avLst/>
                <a:gdLst/>
                <a:ahLst/>
                <a:cxnLst/>
                <a:rect l="l" t="t" r="r" b="b"/>
                <a:pathLst>
                  <a:path w="109" h="452" extrusionOk="0">
                    <a:moveTo>
                      <a:pt x="1" y="1"/>
                    </a:moveTo>
                    <a:lnTo>
                      <a:pt x="1" y="452"/>
                    </a:lnTo>
                    <a:lnTo>
                      <a:pt x="109" y="452"/>
                    </a:lnTo>
                    <a:lnTo>
                      <a:pt x="109"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1" name="Google Shape;681;p14"/>
              <p:cNvSpPr/>
              <p:nvPr/>
            </p:nvSpPr>
            <p:spPr>
              <a:xfrm>
                <a:off x="2316262" y="3023087"/>
                <a:ext cx="13958" cy="55705"/>
              </a:xfrm>
              <a:custGeom>
                <a:avLst/>
                <a:gdLst/>
                <a:ahLst/>
                <a:cxnLst/>
                <a:rect l="l" t="t" r="r" b="b"/>
                <a:pathLst>
                  <a:path w="109" h="435" extrusionOk="0">
                    <a:moveTo>
                      <a:pt x="1" y="0"/>
                    </a:moveTo>
                    <a:lnTo>
                      <a:pt x="1" y="435"/>
                    </a:lnTo>
                    <a:lnTo>
                      <a:pt x="109" y="435"/>
                    </a:lnTo>
                    <a:lnTo>
                      <a:pt x="109"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2" name="Google Shape;682;p14"/>
              <p:cNvSpPr/>
              <p:nvPr/>
            </p:nvSpPr>
            <p:spPr>
              <a:xfrm>
                <a:off x="2316262" y="3586412"/>
                <a:ext cx="13958" cy="55833"/>
              </a:xfrm>
              <a:custGeom>
                <a:avLst/>
                <a:gdLst/>
                <a:ahLst/>
                <a:cxnLst/>
                <a:rect l="l" t="t" r="r" b="b"/>
                <a:pathLst>
                  <a:path w="109" h="436" extrusionOk="0">
                    <a:moveTo>
                      <a:pt x="1" y="1"/>
                    </a:moveTo>
                    <a:lnTo>
                      <a:pt x="1" y="435"/>
                    </a:lnTo>
                    <a:lnTo>
                      <a:pt x="109" y="435"/>
                    </a:lnTo>
                    <a:lnTo>
                      <a:pt x="109"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3" name="Google Shape;683;p14"/>
              <p:cNvSpPr/>
              <p:nvPr/>
            </p:nvSpPr>
            <p:spPr>
              <a:xfrm>
                <a:off x="2316262" y="3472953"/>
                <a:ext cx="13958" cy="55833"/>
              </a:xfrm>
              <a:custGeom>
                <a:avLst/>
                <a:gdLst/>
                <a:ahLst/>
                <a:cxnLst/>
                <a:rect l="l" t="t" r="r" b="b"/>
                <a:pathLst>
                  <a:path w="109" h="436" extrusionOk="0">
                    <a:moveTo>
                      <a:pt x="1" y="1"/>
                    </a:moveTo>
                    <a:lnTo>
                      <a:pt x="1" y="436"/>
                    </a:lnTo>
                    <a:lnTo>
                      <a:pt x="109" y="436"/>
                    </a:lnTo>
                    <a:lnTo>
                      <a:pt x="109"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4" name="Google Shape;684;p14"/>
              <p:cNvSpPr/>
              <p:nvPr/>
            </p:nvSpPr>
            <p:spPr>
              <a:xfrm>
                <a:off x="2316262" y="3359623"/>
                <a:ext cx="13958" cy="57882"/>
              </a:xfrm>
              <a:custGeom>
                <a:avLst/>
                <a:gdLst/>
                <a:ahLst/>
                <a:cxnLst/>
                <a:rect l="l" t="t" r="r" b="b"/>
                <a:pathLst>
                  <a:path w="109" h="452" extrusionOk="0">
                    <a:moveTo>
                      <a:pt x="1" y="0"/>
                    </a:moveTo>
                    <a:lnTo>
                      <a:pt x="1" y="451"/>
                    </a:lnTo>
                    <a:lnTo>
                      <a:pt x="109" y="451"/>
                    </a:lnTo>
                    <a:lnTo>
                      <a:pt x="109"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5" name="Google Shape;685;p14"/>
              <p:cNvSpPr/>
              <p:nvPr/>
            </p:nvSpPr>
            <p:spPr>
              <a:xfrm>
                <a:off x="2316262" y="3134754"/>
                <a:ext cx="13958" cy="57498"/>
              </a:xfrm>
              <a:custGeom>
                <a:avLst/>
                <a:gdLst/>
                <a:ahLst/>
                <a:cxnLst/>
                <a:rect l="l" t="t" r="r" b="b"/>
                <a:pathLst>
                  <a:path w="109" h="449" extrusionOk="0">
                    <a:moveTo>
                      <a:pt x="1" y="1"/>
                    </a:moveTo>
                    <a:lnTo>
                      <a:pt x="1" y="449"/>
                    </a:lnTo>
                    <a:lnTo>
                      <a:pt x="109" y="449"/>
                    </a:lnTo>
                    <a:lnTo>
                      <a:pt x="109"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6" name="Google Shape;686;p14"/>
              <p:cNvSpPr/>
              <p:nvPr/>
            </p:nvSpPr>
            <p:spPr>
              <a:xfrm>
                <a:off x="2316262" y="3248213"/>
                <a:ext cx="13958" cy="55833"/>
              </a:xfrm>
              <a:custGeom>
                <a:avLst/>
                <a:gdLst/>
                <a:ahLst/>
                <a:cxnLst/>
                <a:rect l="l" t="t" r="r" b="b"/>
                <a:pathLst>
                  <a:path w="109" h="436" extrusionOk="0">
                    <a:moveTo>
                      <a:pt x="1" y="1"/>
                    </a:moveTo>
                    <a:lnTo>
                      <a:pt x="1" y="435"/>
                    </a:lnTo>
                    <a:lnTo>
                      <a:pt x="109" y="435"/>
                    </a:lnTo>
                    <a:lnTo>
                      <a:pt x="109"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7" name="Google Shape;687;p14"/>
              <p:cNvSpPr/>
              <p:nvPr/>
            </p:nvSpPr>
            <p:spPr>
              <a:xfrm>
                <a:off x="2316262" y="4714855"/>
                <a:ext cx="13958" cy="55833"/>
              </a:xfrm>
              <a:custGeom>
                <a:avLst/>
                <a:gdLst/>
                <a:ahLst/>
                <a:cxnLst/>
                <a:rect l="l" t="t" r="r" b="b"/>
                <a:pathLst>
                  <a:path w="109" h="436" extrusionOk="0">
                    <a:moveTo>
                      <a:pt x="1" y="1"/>
                    </a:moveTo>
                    <a:lnTo>
                      <a:pt x="1" y="436"/>
                    </a:lnTo>
                    <a:lnTo>
                      <a:pt x="109" y="436"/>
                    </a:lnTo>
                    <a:lnTo>
                      <a:pt x="109"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8" name="Google Shape;688;p14"/>
              <p:cNvSpPr/>
              <p:nvPr/>
            </p:nvSpPr>
            <p:spPr>
              <a:xfrm>
                <a:off x="2316262" y="4601524"/>
                <a:ext cx="13958" cy="57370"/>
              </a:xfrm>
              <a:custGeom>
                <a:avLst/>
                <a:gdLst/>
                <a:ahLst/>
                <a:cxnLst/>
                <a:rect l="l" t="t" r="r" b="b"/>
                <a:pathLst>
                  <a:path w="109" h="448" extrusionOk="0">
                    <a:moveTo>
                      <a:pt x="1" y="0"/>
                    </a:moveTo>
                    <a:lnTo>
                      <a:pt x="1" y="448"/>
                    </a:lnTo>
                    <a:lnTo>
                      <a:pt x="109" y="448"/>
                    </a:lnTo>
                    <a:lnTo>
                      <a:pt x="109"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9" name="Google Shape;689;p14"/>
              <p:cNvSpPr/>
              <p:nvPr/>
            </p:nvSpPr>
            <p:spPr>
              <a:xfrm>
                <a:off x="2316262" y="4489730"/>
                <a:ext cx="13958" cy="56217"/>
              </a:xfrm>
              <a:custGeom>
                <a:avLst/>
                <a:gdLst/>
                <a:ahLst/>
                <a:cxnLst/>
                <a:rect l="l" t="t" r="r" b="b"/>
                <a:pathLst>
                  <a:path w="109" h="439" extrusionOk="0">
                    <a:moveTo>
                      <a:pt x="1" y="0"/>
                    </a:moveTo>
                    <a:lnTo>
                      <a:pt x="1" y="438"/>
                    </a:lnTo>
                    <a:lnTo>
                      <a:pt x="109" y="438"/>
                    </a:lnTo>
                    <a:lnTo>
                      <a:pt x="109"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0" name="Google Shape;690;p14"/>
              <p:cNvSpPr/>
              <p:nvPr/>
            </p:nvSpPr>
            <p:spPr>
              <a:xfrm>
                <a:off x="2316262" y="4376271"/>
                <a:ext cx="13958" cy="57882"/>
              </a:xfrm>
              <a:custGeom>
                <a:avLst/>
                <a:gdLst/>
                <a:ahLst/>
                <a:cxnLst/>
                <a:rect l="l" t="t" r="r" b="b"/>
                <a:pathLst>
                  <a:path w="109" h="452" extrusionOk="0">
                    <a:moveTo>
                      <a:pt x="1" y="1"/>
                    </a:moveTo>
                    <a:lnTo>
                      <a:pt x="1" y="452"/>
                    </a:lnTo>
                    <a:lnTo>
                      <a:pt x="109" y="452"/>
                    </a:lnTo>
                    <a:lnTo>
                      <a:pt x="109"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1" name="Google Shape;691;p14"/>
              <p:cNvSpPr/>
              <p:nvPr/>
            </p:nvSpPr>
            <p:spPr>
              <a:xfrm>
                <a:off x="2316262" y="4264989"/>
                <a:ext cx="13958" cy="55705"/>
              </a:xfrm>
              <a:custGeom>
                <a:avLst/>
                <a:gdLst/>
                <a:ahLst/>
                <a:cxnLst/>
                <a:rect l="l" t="t" r="r" b="b"/>
                <a:pathLst>
                  <a:path w="109" h="435" extrusionOk="0">
                    <a:moveTo>
                      <a:pt x="1" y="0"/>
                    </a:moveTo>
                    <a:lnTo>
                      <a:pt x="1" y="435"/>
                    </a:lnTo>
                    <a:lnTo>
                      <a:pt x="109" y="435"/>
                    </a:lnTo>
                    <a:lnTo>
                      <a:pt x="109"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2" name="Google Shape;692;p14"/>
              <p:cNvSpPr/>
              <p:nvPr/>
            </p:nvSpPr>
            <p:spPr>
              <a:xfrm>
                <a:off x="2316262" y="4151530"/>
                <a:ext cx="13958" cy="55833"/>
              </a:xfrm>
              <a:custGeom>
                <a:avLst/>
                <a:gdLst/>
                <a:ahLst/>
                <a:cxnLst/>
                <a:rect l="l" t="t" r="r" b="b"/>
                <a:pathLst>
                  <a:path w="109" h="436" extrusionOk="0">
                    <a:moveTo>
                      <a:pt x="1" y="0"/>
                    </a:moveTo>
                    <a:lnTo>
                      <a:pt x="1" y="435"/>
                    </a:lnTo>
                    <a:lnTo>
                      <a:pt x="109" y="435"/>
                    </a:lnTo>
                    <a:lnTo>
                      <a:pt x="109"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3" name="Google Shape;693;p14"/>
              <p:cNvSpPr/>
              <p:nvPr/>
            </p:nvSpPr>
            <p:spPr>
              <a:xfrm>
                <a:off x="1901100" y="2081225"/>
                <a:ext cx="57882" cy="29837"/>
              </a:xfrm>
              <a:custGeom>
                <a:avLst/>
                <a:gdLst/>
                <a:ahLst/>
                <a:cxnLst/>
                <a:rect l="l" t="t" r="r" b="b"/>
                <a:pathLst>
                  <a:path w="452" h="233" extrusionOk="0">
                    <a:moveTo>
                      <a:pt x="422" y="1"/>
                    </a:moveTo>
                    <a:cubicBezTo>
                      <a:pt x="288" y="27"/>
                      <a:pt x="138" y="82"/>
                      <a:pt x="0" y="138"/>
                    </a:cubicBezTo>
                    <a:lnTo>
                      <a:pt x="43" y="233"/>
                    </a:lnTo>
                    <a:cubicBezTo>
                      <a:pt x="177" y="177"/>
                      <a:pt x="314" y="138"/>
                      <a:pt x="451" y="95"/>
                    </a:cubicBezTo>
                    <a:lnTo>
                      <a:pt x="422"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4" name="Google Shape;694;p14"/>
              <p:cNvSpPr/>
              <p:nvPr/>
            </p:nvSpPr>
            <p:spPr>
              <a:xfrm>
                <a:off x="1718105" y="2764795"/>
                <a:ext cx="13958" cy="56217"/>
              </a:xfrm>
              <a:custGeom>
                <a:avLst/>
                <a:gdLst/>
                <a:ahLst/>
                <a:cxnLst/>
                <a:rect l="l" t="t" r="r" b="b"/>
                <a:pathLst>
                  <a:path w="109" h="439" extrusionOk="0">
                    <a:moveTo>
                      <a:pt x="1" y="0"/>
                    </a:moveTo>
                    <a:lnTo>
                      <a:pt x="1" y="438"/>
                    </a:lnTo>
                    <a:lnTo>
                      <a:pt x="109" y="438"/>
                    </a:lnTo>
                    <a:lnTo>
                      <a:pt x="109"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5" name="Google Shape;695;p14"/>
              <p:cNvSpPr/>
              <p:nvPr/>
            </p:nvSpPr>
            <p:spPr>
              <a:xfrm>
                <a:off x="1718105" y="2878254"/>
                <a:ext cx="13958" cy="56217"/>
              </a:xfrm>
              <a:custGeom>
                <a:avLst/>
                <a:gdLst/>
                <a:ahLst/>
                <a:cxnLst/>
                <a:rect l="l" t="t" r="r" b="b"/>
                <a:pathLst>
                  <a:path w="109" h="439" extrusionOk="0">
                    <a:moveTo>
                      <a:pt x="1" y="0"/>
                    </a:moveTo>
                    <a:lnTo>
                      <a:pt x="1" y="438"/>
                    </a:lnTo>
                    <a:lnTo>
                      <a:pt x="109" y="438"/>
                    </a:lnTo>
                    <a:lnTo>
                      <a:pt x="109"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6" name="Google Shape;696;p14"/>
              <p:cNvSpPr/>
              <p:nvPr/>
            </p:nvSpPr>
            <p:spPr>
              <a:xfrm>
                <a:off x="1718105" y="2540055"/>
                <a:ext cx="13958" cy="55705"/>
              </a:xfrm>
              <a:custGeom>
                <a:avLst/>
                <a:gdLst/>
                <a:ahLst/>
                <a:cxnLst/>
                <a:rect l="l" t="t" r="r" b="b"/>
                <a:pathLst>
                  <a:path w="109" h="435" extrusionOk="0">
                    <a:moveTo>
                      <a:pt x="1" y="0"/>
                    </a:moveTo>
                    <a:lnTo>
                      <a:pt x="1" y="435"/>
                    </a:lnTo>
                    <a:lnTo>
                      <a:pt x="109" y="435"/>
                    </a:lnTo>
                    <a:lnTo>
                      <a:pt x="109"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7" name="Google Shape;697;p14"/>
              <p:cNvSpPr/>
              <p:nvPr/>
            </p:nvSpPr>
            <p:spPr>
              <a:xfrm>
                <a:off x="1742436" y="2208514"/>
                <a:ext cx="40338" cy="56217"/>
              </a:xfrm>
              <a:custGeom>
                <a:avLst/>
                <a:gdLst/>
                <a:ahLst/>
                <a:cxnLst/>
                <a:rect l="l" t="t" r="r" b="b"/>
                <a:pathLst>
                  <a:path w="315" h="439" extrusionOk="0">
                    <a:moveTo>
                      <a:pt x="220" y="0"/>
                    </a:moveTo>
                    <a:cubicBezTo>
                      <a:pt x="138" y="124"/>
                      <a:pt x="69" y="258"/>
                      <a:pt x="1" y="396"/>
                    </a:cubicBezTo>
                    <a:lnTo>
                      <a:pt x="108" y="438"/>
                    </a:lnTo>
                    <a:cubicBezTo>
                      <a:pt x="164" y="301"/>
                      <a:pt x="233" y="177"/>
                      <a:pt x="314" y="56"/>
                    </a:cubicBezTo>
                    <a:lnTo>
                      <a:pt x="220"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8" name="Google Shape;698;p14"/>
              <p:cNvSpPr/>
              <p:nvPr/>
            </p:nvSpPr>
            <p:spPr>
              <a:xfrm>
                <a:off x="1718105" y="2426596"/>
                <a:ext cx="13958" cy="57882"/>
              </a:xfrm>
              <a:custGeom>
                <a:avLst/>
                <a:gdLst/>
                <a:ahLst/>
                <a:cxnLst/>
                <a:rect l="l" t="t" r="r" b="b"/>
                <a:pathLst>
                  <a:path w="109" h="452" extrusionOk="0">
                    <a:moveTo>
                      <a:pt x="1" y="0"/>
                    </a:moveTo>
                    <a:lnTo>
                      <a:pt x="1" y="451"/>
                    </a:lnTo>
                    <a:lnTo>
                      <a:pt x="109" y="451"/>
                    </a:lnTo>
                    <a:lnTo>
                      <a:pt x="109"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9" name="Google Shape;699;p14"/>
              <p:cNvSpPr/>
              <p:nvPr/>
            </p:nvSpPr>
            <p:spPr>
              <a:xfrm>
                <a:off x="1806849" y="2126429"/>
                <a:ext cx="52504" cy="47381"/>
              </a:xfrm>
              <a:custGeom>
                <a:avLst/>
                <a:gdLst/>
                <a:ahLst/>
                <a:cxnLst/>
                <a:rect l="l" t="t" r="r" b="b"/>
                <a:pathLst>
                  <a:path w="410" h="370" extrusionOk="0">
                    <a:moveTo>
                      <a:pt x="341" y="1"/>
                    </a:moveTo>
                    <a:cubicBezTo>
                      <a:pt x="220" y="82"/>
                      <a:pt x="109" y="180"/>
                      <a:pt x="1" y="288"/>
                    </a:cubicBezTo>
                    <a:lnTo>
                      <a:pt x="83" y="370"/>
                    </a:lnTo>
                    <a:cubicBezTo>
                      <a:pt x="177" y="275"/>
                      <a:pt x="289" y="180"/>
                      <a:pt x="409" y="99"/>
                    </a:cubicBezTo>
                    <a:lnTo>
                      <a:pt x="341"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0" name="Google Shape;700;p14"/>
              <p:cNvSpPr/>
              <p:nvPr/>
            </p:nvSpPr>
            <p:spPr>
              <a:xfrm>
                <a:off x="1718105" y="2313137"/>
                <a:ext cx="21129" cy="57882"/>
              </a:xfrm>
              <a:custGeom>
                <a:avLst/>
                <a:gdLst/>
                <a:ahLst/>
                <a:cxnLst/>
                <a:rect l="l" t="t" r="r" b="b"/>
                <a:pathLst>
                  <a:path w="165" h="452" extrusionOk="0">
                    <a:moveTo>
                      <a:pt x="53" y="0"/>
                    </a:moveTo>
                    <a:cubicBezTo>
                      <a:pt x="27" y="151"/>
                      <a:pt x="14" y="301"/>
                      <a:pt x="1" y="451"/>
                    </a:cubicBezTo>
                    <a:lnTo>
                      <a:pt x="109" y="451"/>
                    </a:lnTo>
                    <a:cubicBezTo>
                      <a:pt x="122" y="314"/>
                      <a:pt x="135" y="164"/>
                      <a:pt x="164" y="30"/>
                    </a:cubicBezTo>
                    <a:lnTo>
                      <a:pt x="53"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1" name="Google Shape;701;p14"/>
              <p:cNvSpPr/>
              <p:nvPr/>
            </p:nvSpPr>
            <p:spPr>
              <a:xfrm>
                <a:off x="1718105" y="2653385"/>
                <a:ext cx="13958" cy="55833"/>
              </a:xfrm>
              <a:custGeom>
                <a:avLst/>
                <a:gdLst/>
                <a:ahLst/>
                <a:cxnLst/>
                <a:rect l="l" t="t" r="r" b="b"/>
                <a:pathLst>
                  <a:path w="109" h="436" extrusionOk="0">
                    <a:moveTo>
                      <a:pt x="1" y="1"/>
                    </a:moveTo>
                    <a:lnTo>
                      <a:pt x="1" y="436"/>
                    </a:lnTo>
                    <a:lnTo>
                      <a:pt x="109" y="436"/>
                    </a:lnTo>
                    <a:lnTo>
                      <a:pt x="109"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2" name="Google Shape;702;p14"/>
              <p:cNvSpPr/>
              <p:nvPr/>
            </p:nvSpPr>
            <p:spPr>
              <a:xfrm>
                <a:off x="1718105" y="3553374"/>
                <a:ext cx="13958" cy="55833"/>
              </a:xfrm>
              <a:custGeom>
                <a:avLst/>
                <a:gdLst/>
                <a:ahLst/>
                <a:cxnLst/>
                <a:rect l="l" t="t" r="r" b="b"/>
                <a:pathLst>
                  <a:path w="109" h="436" extrusionOk="0">
                    <a:moveTo>
                      <a:pt x="1" y="0"/>
                    </a:moveTo>
                    <a:lnTo>
                      <a:pt x="1" y="435"/>
                    </a:lnTo>
                    <a:lnTo>
                      <a:pt x="109" y="435"/>
                    </a:lnTo>
                    <a:lnTo>
                      <a:pt x="109"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3" name="Google Shape;703;p14"/>
              <p:cNvSpPr/>
              <p:nvPr/>
            </p:nvSpPr>
            <p:spPr>
              <a:xfrm>
                <a:off x="1718105" y="3666833"/>
                <a:ext cx="13958" cy="55705"/>
              </a:xfrm>
              <a:custGeom>
                <a:avLst/>
                <a:gdLst/>
                <a:ahLst/>
                <a:cxnLst/>
                <a:rect l="l" t="t" r="r" b="b"/>
                <a:pathLst>
                  <a:path w="109" h="435" extrusionOk="0">
                    <a:moveTo>
                      <a:pt x="1" y="0"/>
                    </a:moveTo>
                    <a:lnTo>
                      <a:pt x="1" y="435"/>
                    </a:lnTo>
                    <a:lnTo>
                      <a:pt x="109" y="435"/>
                    </a:lnTo>
                    <a:lnTo>
                      <a:pt x="109"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4" name="Google Shape;704;p14"/>
              <p:cNvSpPr/>
              <p:nvPr/>
            </p:nvSpPr>
            <p:spPr>
              <a:xfrm>
                <a:off x="1718105" y="2989921"/>
                <a:ext cx="13958" cy="57498"/>
              </a:xfrm>
              <a:custGeom>
                <a:avLst/>
                <a:gdLst/>
                <a:ahLst/>
                <a:cxnLst/>
                <a:rect l="l" t="t" r="r" b="b"/>
                <a:pathLst>
                  <a:path w="109" h="449" extrusionOk="0">
                    <a:moveTo>
                      <a:pt x="1" y="1"/>
                    </a:moveTo>
                    <a:lnTo>
                      <a:pt x="1" y="449"/>
                    </a:lnTo>
                    <a:lnTo>
                      <a:pt x="109" y="449"/>
                    </a:lnTo>
                    <a:lnTo>
                      <a:pt x="109"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5" name="Google Shape;705;p14"/>
              <p:cNvSpPr/>
              <p:nvPr/>
            </p:nvSpPr>
            <p:spPr>
              <a:xfrm>
                <a:off x="1718105" y="3778114"/>
                <a:ext cx="13958" cy="57882"/>
              </a:xfrm>
              <a:custGeom>
                <a:avLst/>
                <a:gdLst/>
                <a:ahLst/>
                <a:cxnLst/>
                <a:rect l="l" t="t" r="r" b="b"/>
                <a:pathLst>
                  <a:path w="109" h="452" extrusionOk="0">
                    <a:moveTo>
                      <a:pt x="1" y="1"/>
                    </a:moveTo>
                    <a:lnTo>
                      <a:pt x="1" y="452"/>
                    </a:lnTo>
                    <a:lnTo>
                      <a:pt x="109" y="452"/>
                    </a:lnTo>
                    <a:lnTo>
                      <a:pt x="109"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6" name="Google Shape;706;p14"/>
              <p:cNvSpPr/>
              <p:nvPr/>
            </p:nvSpPr>
            <p:spPr>
              <a:xfrm>
                <a:off x="1718105" y="3103380"/>
                <a:ext cx="13958" cy="55833"/>
              </a:xfrm>
              <a:custGeom>
                <a:avLst/>
                <a:gdLst/>
                <a:ahLst/>
                <a:cxnLst/>
                <a:rect l="l" t="t" r="r" b="b"/>
                <a:pathLst>
                  <a:path w="109" h="436" extrusionOk="0">
                    <a:moveTo>
                      <a:pt x="1" y="1"/>
                    </a:moveTo>
                    <a:lnTo>
                      <a:pt x="1" y="435"/>
                    </a:lnTo>
                    <a:lnTo>
                      <a:pt x="109" y="435"/>
                    </a:lnTo>
                    <a:lnTo>
                      <a:pt x="109"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7" name="Google Shape;707;p14"/>
              <p:cNvSpPr/>
              <p:nvPr/>
            </p:nvSpPr>
            <p:spPr>
              <a:xfrm>
                <a:off x="1718105" y="3214790"/>
                <a:ext cx="13958" cy="57882"/>
              </a:xfrm>
              <a:custGeom>
                <a:avLst/>
                <a:gdLst/>
                <a:ahLst/>
                <a:cxnLst/>
                <a:rect l="l" t="t" r="r" b="b"/>
                <a:pathLst>
                  <a:path w="109" h="452" extrusionOk="0">
                    <a:moveTo>
                      <a:pt x="1" y="0"/>
                    </a:moveTo>
                    <a:lnTo>
                      <a:pt x="1" y="451"/>
                    </a:lnTo>
                    <a:lnTo>
                      <a:pt x="109" y="451"/>
                    </a:lnTo>
                    <a:lnTo>
                      <a:pt x="109"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8" name="Google Shape;708;p14"/>
              <p:cNvSpPr/>
              <p:nvPr/>
            </p:nvSpPr>
            <p:spPr>
              <a:xfrm>
                <a:off x="1718105" y="3441579"/>
                <a:ext cx="13958" cy="55833"/>
              </a:xfrm>
              <a:custGeom>
                <a:avLst/>
                <a:gdLst/>
                <a:ahLst/>
                <a:cxnLst/>
                <a:rect l="l" t="t" r="r" b="b"/>
                <a:pathLst>
                  <a:path w="109" h="436" extrusionOk="0">
                    <a:moveTo>
                      <a:pt x="1" y="1"/>
                    </a:moveTo>
                    <a:lnTo>
                      <a:pt x="1" y="435"/>
                    </a:lnTo>
                    <a:lnTo>
                      <a:pt x="109" y="435"/>
                    </a:lnTo>
                    <a:lnTo>
                      <a:pt x="109"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9" name="Google Shape;709;p14"/>
              <p:cNvSpPr/>
              <p:nvPr/>
            </p:nvSpPr>
            <p:spPr>
              <a:xfrm>
                <a:off x="1718105" y="3328120"/>
                <a:ext cx="13958" cy="56217"/>
              </a:xfrm>
              <a:custGeom>
                <a:avLst/>
                <a:gdLst/>
                <a:ahLst/>
                <a:cxnLst/>
                <a:rect l="l" t="t" r="r" b="b"/>
                <a:pathLst>
                  <a:path w="109" h="439" extrusionOk="0">
                    <a:moveTo>
                      <a:pt x="1" y="1"/>
                    </a:moveTo>
                    <a:lnTo>
                      <a:pt x="1" y="439"/>
                    </a:lnTo>
                    <a:lnTo>
                      <a:pt x="109" y="439"/>
                    </a:lnTo>
                    <a:lnTo>
                      <a:pt x="109"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0" name="Google Shape;710;p14"/>
              <p:cNvSpPr/>
              <p:nvPr/>
            </p:nvSpPr>
            <p:spPr>
              <a:xfrm>
                <a:off x="2316262" y="2459634"/>
                <a:ext cx="13958" cy="57882"/>
              </a:xfrm>
              <a:custGeom>
                <a:avLst/>
                <a:gdLst/>
                <a:ahLst/>
                <a:cxnLst/>
                <a:rect l="l" t="t" r="r" b="b"/>
                <a:pathLst>
                  <a:path w="109" h="452" extrusionOk="0">
                    <a:moveTo>
                      <a:pt x="1" y="0"/>
                    </a:moveTo>
                    <a:lnTo>
                      <a:pt x="1" y="452"/>
                    </a:lnTo>
                    <a:lnTo>
                      <a:pt x="109" y="452"/>
                    </a:lnTo>
                    <a:lnTo>
                      <a:pt x="109"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1" name="Google Shape;711;p14"/>
              <p:cNvSpPr/>
              <p:nvPr/>
            </p:nvSpPr>
            <p:spPr>
              <a:xfrm>
                <a:off x="2316262" y="2573093"/>
                <a:ext cx="13958" cy="55705"/>
              </a:xfrm>
              <a:custGeom>
                <a:avLst/>
                <a:gdLst/>
                <a:ahLst/>
                <a:cxnLst/>
                <a:rect l="l" t="t" r="r" b="b"/>
                <a:pathLst>
                  <a:path w="109" h="435" extrusionOk="0">
                    <a:moveTo>
                      <a:pt x="1" y="0"/>
                    </a:moveTo>
                    <a:lnTo>
                      <a:pt x="1" y="435"/>
                    </a:lnTo>
                    <a:lnTo>
                      <a:pt x="109" y="435"/>
                    </a:lnTo>
                    <a:lnTo>
                      <a:pt x="109"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2" name="Google Shape;712;p14"/>
              <p:cNvSpPr/>
              <p:nvPr/>
            </p:nvSpPr>
            <p:spPr>
              <a:xfrm>
                <a:off x="2316262" y="2686552"/>
                <a:ext cx="13958" cy="55705"/>
              </a:xfrm>
              <a:custGeom>
                <a:avLst/>
                <a:gdLst/>
                <a:ahLst/>
                <a:cxnLst/>
                <a:rect l="l" t="t" r="r" b="b"/>
                <a:pathLst>
                  <a:path w="109" h="435" extrusionOk="0">
                    <a:moveTo>
                      <a:pt x="1" y="0"/>
                    </a:moveTo>
                    <a:lnTo>
                      <a:pt x="1" y="435"/>
                    </a:lnTo>
                    <a:lnTo>
                      <a:pt x="109" y="435"/>
                    </a:lnTo>
                    <a:lnTo>
                      <a:pt x="109"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3" name="Google Shape;713;p14"/>
              <p:cNvSpPr/>
              <p:nvPr/>
            </p:nvSpPr>
            <p:spPr>
              <a:xfrm>
                <a:off x="2316262" y="2798218"/>
                <a:ext cx="13958" cy="55833"/>
              </a:xfrm>
              <a:custGeom>
                <a:avLst/>
                <a:gdLst/>
                <a:ahLst/>
                <a:cxnLst/>
                <a:rect l="l" t="t" r="r" b="b"/>
                <a:pathLst>
                  <a:path w="109" h="436" extrusionOk="0">
                    <a:moveTo>
                      <a:pt x="1" y="1"/>
                    </a:moveTo>
                    <a:lnTo>
                      <a:pt x="1" y="436"/>
                    </a:lnTo>
                    <a:lnTo>
                      <a:pt x="109" y="436"/>
                    </a:lnTo>
                    <a:lnTo>
                      <a:pt x="109"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4" name="Google Shape;714;p14"/>
              <p:cNvSpPr/>
              <p:nvPr/>
            </p:nvSpPr>
            <p:spPr>
              <a:xfrm>
                <a:off x="2012894" y="2072389"/>
                <a:ext cx="57370" cy="17800"/>
              </a:xfrm>
              <a:custGeom>
                <a:avLst/>
                <a:gdLst/>
                <a:ahLst/>
                <a:cxnLst/>
                <a:rect l="l" t="t" r="r" b="b"/>
                <a:pathLst>
                  <a:path w="448" h="139" extrusionOk="0">
                    <a:moveTo>
                      <a:pt x="0" y="1"/>
                    </a:moveTo>
                    <a:lnTo>
                      <a:pt x="0" y="112"/>
                    </a:lnTo>
                    <a:lnTo>
                      <a:pt x="95" y="112"/>
                    </a:lnTo>
                    <a:cubicBezTo>
                      <a:pt x="203" y="112"/>
                      <a:pt x="327" y="125"/>
                      <a:pt x="435" y="138"/>
                    </a:cubicBezTo>
                    <a:lnTo>
                      <a:pt x="448" y="30"/>
                    </a:lnTo>
                    <a:cubicBezTo>
                      <a:pt x="327" y="14"/>
                      <a:pt x="216" y="1"/>
                      <a:pt x="95"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5" name="Google Shape;715;p14"/>
              <p:cNvSpPr/>
              <p:nvPr/>
            </p:nvSpPr>
            <p:spPr>
              <a:xfrm>
                <a:off x="2314597" y="2346176"/>
                <a:ext cx="15623" cy="57882"/>
              </a:xfrm>
              <a:custGeom>
                <a:avLst/>
                <a:gdLst/>
                <a:ahLst/>
                <a:cxnLst/>
                <a:rect l="l" t="t" r="r" b="b"/>
                <a:pathLst>
                  <a:path w="122" h="452" extrusionOk="0">
                    <a:moveTo>
                      <a:pt x="109" y="1"/>
                    </a:moveTo>
                    <a:lnTo>
                      <a:pt x="1" y="17"/>
                    </a:lnTo>
                    <a:cubicBezTo>
                      <a:pt x="14" y="99"/>
                      <a:pt x="14" y="180"/>
                      <a:pt x="14" y="262"/>
                    </a:cubicBezTo>
                    <a:lnTo>
                      <a:pt x="14" y="452"/>
                    </a:lnTo>
                    <a:lnTo>
                      <a:pt x="122" y="452"/>
                    </a:lnTo>
                    <a:lnTo>
                      <a:pt x="122" y="262"/>
                    </a:lnTo>
                    <a:cubicBezTo>
                      <a:pt x="122" y="180"/>
                      <a:pt x="122" y="99"/>
                      <a:pt x="109"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6" name="Google Shape;716;p14"/>
              <p:cNvSpPr/>
              <p:nvPr/>
            </p:nvSpPr>
            <p:spPr>
              <a:xfrm>
                <a:off x="2283223" y="2238223"/>
                <a:ext cx="34832" cy="55833"/>
              </a:xfrm>
              <a:custGeom>
                <a:avLst/>
                <a:gdLst/>
                <a:ahLst/>
                <a:cxnLst/>
                <a:rect l="l" t="t" r="r" b="b"/>
                <a:pathLst>
                  <a:path w="272" h="436" extrusionOk="0">
                    <a:moveTo>
                      <a:pt x="108" y="0"/>
                    </a:moveTo>
                    <a:lnTo>
                      <a:pt x="1" y="43"/>
                    </a:lnTo>
                    <a:cubicBezTo>
                      <a:pt x="66" y="177"/>
                      <a:pt x="122" y="301"/>
                      <a:pt x="164" y="435"/>
                    </a:cubicBezTo>
                    <a:lnTo>
                      <a:pt x="272" y="409"/>
                    </a:lnTo>
                    <a:cubicBezTo>
                      <a:pt x="229" y="272"/>
                      <a:pt x="177" y="125"/>
                      <a:pt x="108"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7" name="Google Shape;717;p14"/>
              <p:cNvSpPr/>
              <p:nvPr/>
            </p:nvSpPr>
            <p:spPr>
              <a:xfrm>
                <a:off x="2216633" y="2147430"/>
                <a:ext cx="49174" cy="50711"/>
              </a:xfrm>
              <a:custGeom>
                <a:avLst/>
                <a:gdLst/>
                <a:ahLst/>
                <a:cxnLst/>
                <a:rect l="l" t="t" r="r" b="b"/>
                <a:pathLst>
                  <a:path w="384" h="396" extrusionOk="0">
                    <a:moveTo>
                      <a:pt x="70" y="0"/>
                    </a:moveTo>
                    <a:lnTo>
                      <a:pt x="1" y="82"/>
                    </a:lnTo>
                    <a:cubicBezTo>
                      <a:pt x="96" y="180"/>
                      <a:pt x="207" y="288"/>
                      <a:pt x="289" y="396"/>
                    </a:cubicBezTo>
                    <a:lnTo>
                      <a:pt x="383" y="327"/>
                    </a:lnTo>
                    <a:cubicBezTo>
                      <a:pt x="289" y="206"/>
                      <a:pt x="177" y="98"/>
                      <a:pt x="70"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8" name="Google Shape;718;p14"/>
              <p:cNvSpPr/>
              <p:nvPr/>
            </p:nvSpPr>
            <p:spPr>
              <a:xfrm>
                <a:off x="2120846" y="2090061"/>
                <a:ext cx="57882" cy="36496"/>
              </a:xfrm>
              <a:custGeom>
                <a:avLst/>
                <a:gdLst/>
                <a:ahLst/>
                <a:cxnLst/>
                <a:rect l="l" t="t" r="r" b="b"/>
                <a:pathLst>
                  <a:path w="452" h="285" extrusionOk="0">
                    <a:moveTo>
                      <a:pt x="43" y="0"/>
                    </a:moveTo>
                    <a:lnTo>
                      <a:pt x="0" y="108"/>
                    </a:lnTo>
                    <a:cubicBezTo>
                      <a:pt x="138" y="151"/>
                      <a:pt x="272" y="219"/>
                      <a:pt x="396" y="285"/>
                    </a:cubicBezTo>
                    <a:lnTo>
                      <a:pt x="451" y="190"/>
                    </a:lnTo>
                    <a:cubicBezTo>
                      <a:pt x="314" y="108"/>
                      <a:pt x="177" y="56"/>
                      <a:pt x="43"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9" name="Google Shape;719;p14"/>
              <p:cNvSpPr/>
              <p:nvPr/>
            </p:nvSpPr>
            <p:spPr>
              <a:xfrm>
                <a:off x="2316262" y="2911293"/>
                <a:ext cx="13958" cy="56217"/>
              </a:xfrm>
              <a:custGeom>
                <a:avLst/>
                <a:gdLst/>
                <a:ahLst/>
                <a:cxnLst/>
                <a:rect l="l" t="t" r="r" b="b"/>
                <a:pathLst>
                  <a:path w="109" h="439" extrusionOk="0">
                    <a:moveTo>
                      <a:pt x="1" y="0"/>
                    </a:moveTo>
                    <a:lnTo>
                      <a:pt x="1" y="438"/>
                    </a:lnTo>
                    <a:lnTo>
                      <a:pt x="109" y="438"/>
                    </a:lnTo>
                    <a:lnTo>
                      <a:pt x="109"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0" name="Google Shape;720;p14"/>
              <p:cNvSpPr/>
              <p:nvPr/>
            </p:nvSpPr>
            <p:spPr>
              <a:xfrm>
                <a:off x="1718105" y="4003368"/>
                <a:ext cx="15623" cy="55705"/>
              </a:xfrm>
              <a:custGeom>
                <a:avLst/>
                <a:gdLst/>
                <a:ahLst/>
                <a:cxnLst/>
                <a:rect l="l" t="t" r="r" b="b"/>
                <a:pathLst>
                  <a:path w="122" h="435" extrusionOk="0">
                    <a:moveTo>
                      <a:pt x="1" y="0"/>
                    </a:moveTo>
                    <a:lnTo>
                      <a:pt x="1" y="435"/>
                    </a:lnTo>
                    <a:lnTo>
                      <a:pt x="122" y="435"/>
                    </a:lnTo>
                    <a:lnTo>
                      <a:pt x="122"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1" name="Google Shape;721;p14"/>
              <p:cNvSpPr/>
              <p:nvPr/>
            </p:nvSpPr>
            <p:spPr>
              <a:xfrm>
                <a:off x="1718105" y="4114650"/>
                <a:ext cx="15623" cy="57882"/>
              </a:xfrm>
              <a:custGeom>
                <a:avLst/>
                <a:gdLst/>
                <a:ahLst/>
                <a:cxnLst/>
                <a:rect l="l" t="t" r="r" b="b"/>
                <a:pathLst>
                  <a:path w="122" h="452" extrusionOk="0">
                    <a:moveTo>
                      <a:pt x="1" y="1"/>
                    </a:moveTo>
                    <a:lnTo>
                      <a:pt x="1" y="452"/>
                    </a:lnTo>
                    <a:lnTo>
                      <a:pt x="122" y="452"/>
                    </a:lnTo>
                    <a:lnTo>
                      <a:pt x="122"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2" name="Google Shape;722;p14"/>
              <p:cNvSpPr/>
              <p:nvPr/>
            </p:nvSpPr>
            <p:spPr>
              <a:xfrm>
                <a:off x="1718105" y="3889909"/>
                <a:ext cx="15623" cy="57498"/>
              </a:xfrm>
              <a:custGeom>
                <a:avLst/>
                <a:gdLst/>
                <a:ahLst/>
                <a:cxnLst/>
                <a:rect l="l" t="t" r="r" b="b"/>
                <a:pathLst>
                  <a:path w="122" h="449" extrusionOk="0">
                    <a:moveTo>
                      <a:pt x="1" y="0"/>
                    </a:moveTo>
                    <a:lnTo>
                      <a:pt x="1" y="14"/>
                    </a:lnTo>
                    <a:lnTo>
                      <a:pt x="1" y="177"/>
                    </a:lnTo>
                    <a:lnTo>
                      <a:pt x="1" y="448"/>
                    </a:lnTo>
                    <a:lnTo>
                      <a:pt x="122" y="448"/>
                    </a:lnTo>
                    <a:lnTo>
                      <a:pt x="122"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3" name="Google Shape;723;p14"/>
              <p:cNvSpPr/>
              <p:nvPr/>
            </p:nvSpPr>
            <p:spPr>
              <a:xfrm>
                <a:off x="1718105" y="4228109"/>
                <a:ext cx="15623" cy="56217"/>
              </a:xfrm>
              <a:custGeom>
                <a:avLst/>
                <a:gdLst/>
                <a:ahLst/>
                <a:cxnLst/>
                <a:rect l="l" t="t" r="r" b="b"/>
                <a:pathLst>
                  <a:path w="122" h="439" extrusionOk="0">
                    <a:moveTo>
                      <a:pt x="1" y="0"/>
                    </a:moveTo>
                    <a:lnTo>
                      <a:pt x="1" y="438"/>
                    </a:lnTo>
                    <a:lnTo>
                      <a:pt x="122" y="438"/>
                    </a:lnTo>
                    <a:lnTo>
                      <a:pt x="122"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4" name="Google Shape;724;p14"/>
              <p:cNvSpPr/>
              <p:nvPr/>
            </p:nvSpPr>
            <p:spPr>
              <a:xfrm>
                <a:off x="1718105" y="4341568"/>
                <a:ext cx="15623" cy="55833"/>
              </a:xfrm>
              <a:custGeom>
                <a:avLst/>
                <a:gdLst/>
                <a:ahLst/>
                <a:cxnLst/>
                <a:rect l="l" t="t" r="r" b="b"/>
                <a:pathLst>
                  <a:path w="122" h="436" extrusionOk="0">
                    <a:moveTo>
                      <a:pt x="1" y="0"/>
                    </a:moveTo>
                    <a:lnTo>
                      <a:pt x="1" y="435"/>
                    </a:lnTo>
                    <a:lnTo>
                      <a:pt x="122" y="435"/>
                    </a:lnTo>
                    <a:lnTo>
                      <a:pt x="122"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5" name="Google Shape;725;p14"/>
              <p:cNvSpPr/>
              <p:nvPr/>
            </p:nvSpPr>
            <p:spPr>
              <a:xfrm>
                <a:off x="1718105" y="4453362"/>
                <a:ext cx="15623" cy="55705"/>
              </a:xfrm>
              <a:custGeom>
                <a:avLst/>
                <a:gdLst/>
                <a:ahLst/>
                <a:cxnLst/>
                <a:rect l="l" t="t" r="r" b="b"/>
                <a:pathLst>
                  <a:path w="122" h="435" extrusionOk="0">
                    <a:moveTo>
                      <a:pt x="1" y="0"/>
                    </a:moveTo>
                    <a:lnTo>
                      <a:pt x="1" y="435"/>
                    </a:lnTo>
                    <a:lnTo>
                      <a:pt x="122" y="435"/>
                    </a:lnTo>
                    <a:lnTo>
                      <a:pt x="122"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6" name="Google Shape;726;p14"/>
              <p:cNvSpPr/>
              <p:nvPr/>
            </p:nvSpPr>
            <p:spPr>
              <a:xfrm>
                <a:off x="1718105" y="4678103"/>
                <a:ext cx="15623" cy="59547"/>
              </a:xfrm>
              <a:custGeom>
                <a:avLst/>
                <a:gdLst/>
                <a:ahLst/>
                <a:cxnLst/>
                <a:rect l="l" t="t" r="r" b="b"/>
                <a:pathLst>
                  <a:path w="122" h="465" extrusionOk="0">
                    <a:moveTo>
                      <a:pt x="1" y="0"/>
                    </a:moveTo>
                    <a:lnTo>
                      <a:pt x="1" y="30"/>
                    </a:lnTo>
                    <a:lnTo>
                      <a:pt x="1" y="451"/>
                    </a:lnTo>
                    <a:lnTo>
                      <a:pt x="1" y="464"/>
                    </a:lnTo>
                    <a:lnTo>
                      <a:pt x="122" y="464"/>
                    </a:lnTo>
                    <a:lnTo>
                      <a:pt x="122" y="451"/>
                    </a:lnTo>
                    <a:lnTo>
                      <a:pt x="122" y="30"/>
                    </a:lnTo>
                    <a:lnTo>
                      <a:pt x="122"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7" name="Google Shape;727;p14"/>
              <p:cNvSpPr/>
              <p:nvPr/>
            </p:nvSpPr>
            <p:spPr>
              <a:xfrm>
                <a:off x="1718105" y="4566693"/>
                <a:ext cx="15623" cy="55833"/>
              </a:xfrm>
              <a:custGeom>
                <a:avLst/>
                <a:gdLst/>
                <a:ahLst/>
                <a:cxnLst/>
                <a:rect l="l" t="t" r="r" b="b"/>
                <a:pathLst>
                  <a:path w="122" h="436" extrusionOk="0">
                    <a:moveTo>
                      <a:pt x="1" y="1"/>
                    </a:moveTo>
                    <a:lnTo>
                      <a:pt x="1" y="436"/>
                    </a:lnTo>
                    <a:lnTo>
                      <a:pt x="122" y="436"/>
                    </a:lnTo>
                    <a:lnTo>
                      <a:pt x="122"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728" name="Google Shape;728;p14"/>
          <p:cNvGrpSpPr/>
          <p:nvPr/>
        </p:nvGrpSpPr>
        <p:grpSpPr>
          <a:xfrm flipH="1">
            <a:off x="6950195" y="1503462"/>
            <a:ext cx="4143889" cy="6604850"/>
            <a:chOff x="1336575" y="1389950"/>
            <a:chExt cx="1583450" cy="2523825"/>
          </a:xfrm>
        </p:grpSpPr>
        <p:sp>
          <p:nvSpPr>
            <p:cNvPr id="729" name="Google Shape;729;p14"/>
            <p:cNvSpPr/>
            <p:nvPr/>
          </p:nvSpPr>
          <p:spPr>
            <a:xfrm>
              <a:off x="1336575" y="1389950"/>
              <a:ext cx="1583450" cy="2523825"/>
            </a:xfrm>
            <a:custGeom>
              <a:avLst/>
              <a:gdLst/>
              <a:ahLst/>
              <a:cxnLst/>
              <a:rect l="l" t="t" r="r" b="b"/>
              <a:pathLst>
                <a:path w="63338" h="100953" extrusionOk="0">
                  <a:moveTo>
                    <a:pt x="1" y="1"/>
                  </a:moveTo>
                  <a:lnTo>
                    <a:pt x="1" y="45116"/>
                  </a:lnTo>
                  <a:cubicBezTo>
                    <a:pt x="1" y="48401"/>
                    <a:pt x="1340" y="50320"/>
                    <a:pt x="2470" y="51366"/>
                  </a:cubicBezTo>
                  <a:cubicBezTo>
                    <a:pt x="4773" y="53543"/>
                    <a:pt x="7793" y="53571"/>
                    <a:pt x="8519" y="53571"/>
                  </a:cubicBezTo>
                  <a:lnTo>
                    <a:pt x="54938" y="53571"/>
                  </a:lnTo>
                  <a:lnTo>
                    <a:pt x="55057" y="53543"/>
                  </a:lnTo>
                  <a:cubicBezTo>
                    <a:pt x="55378" y="53543"/>
                    <a:pt x="56222" y="53633"/>
                    <a:pt x="56682" y="54094"/>
                  </a:cubicBezTo>
                  <a:cubicBezTo>
                    <a:pt x="57003" y="54415"/>
                    <a:pt x="57177" y="55001"/>
                    <a:pt x="57177" y="55838"/>
                  </a:cubicBezTo>
                  <a:lnTo>
                    <a:pt x="57177" y="100953"/>
                  </a:lnTo>
                  <a:lnTo>
                    <a:pt x="63337" y="100953"/>
                  </a:lnTo>
                  <a:lnTo>
                    <a:pt x="63337" y="55838"/>
                  </a:lnTo>
                  <a:cubicBezTo>
                    <a:pt x="63337" y="52587"/>
                    <a:pt x="62005" y="50641"/>
                    <a:pt x="60868" y="49594"/>
                  </a:cubicBezTo>
                  <a:cubicBezTo>
                    <a:pt x="58783" y="47611"/>
                    <a:pt x="56100" y="47406"/>
                    <a:pt x="55082" y="47406"/>
                  </a:cubicBezTo>
                  <a:cubicBezTo>
                    <a:pt x="54979" y="47406"/>
                    <a:pt x="54893" y="47408"/>
                    <a:pt x="54826" y="47411"/>
                  </a:cubicBezTo>
                  <a:lnTo>
                    <a:pt x="8463" y="47411"/>
                  </a:lnTo>
                  <a:lnTo>
                    <a:pt x="8400" y="47383"/>
                  </a:lnTo>
                  <a:lnTo>
                    <a:pt x="8289" y="47411"/>
                  </a:lnTo>
                  <a:cubicBezTo>
                    <a:pt x="7968" y="47411"/>
                    <a:pt x="7124" y="47327"/>
                    <a:pt x="6656" y="46888"/>
                  </a:cubicBezTo>
                  <a:cubicBezTo>
                    <a:pt x="6342" y="46539"/>
                    <a:pt x="6168" y="45960"/>
                    <a:pt x="6168" y="45116"/>
                  </a:cubicBezTo>
                  <a:lnTo>
                    <a:pt x="6168" y="1"/>
                  </a:lnTo>
                  <a:close/>
                </a:path>
              </a:pathLst>
            </a:custGeom>
            <a:solidFill>
              <a:schemeClr val="accent5"/>
            </a:solidFill>
            <a:ln>
              <a:noFill/>
            </a:ln>
            <a:effectLst>
              <a:outerShdw dist="57150" dir="6300000" algn="bl" rotWithShape="0">
                <a:schemeClr val="dk1">
                  <a:alpha val="35000"/>
                </a:scheme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endParaRPr/>
            </a:p>
          </p:txBody>
        </p:sp>
        <p:sp>
          <p:nvSpPr>
            <p:cNvPr id="730" name="Google Shape;730;p14"/>
            <p:cNvSpPr/>
            <p:nvPr/>
          </p:nvSpPr>
          <p:spPr>
            <a:xfrm>
              <a:off x="2510150" y="2649325"/>
              <a:ext cx="11700" cy="5775"/>
            </a:xfrm>
            <a:custGeom>
              <a:avLst/>
              <a:gdLst/>
              <a:ahLst/>
              <a:cxnLst/>
              <a:rect l="l" t="t" r="r" b="b"/>
              <a:pathLst>
                <a:path w="468" h="231" extrusionOk="0">
                  <a:moveTo>
                    <a:pt x="0" y="1"/>
                  </a:moveTo>
                  <a:lnTo>
                    <a:pt x="0" y="231"/>
                  </a:lnTo>
                  <a:lnTo>
                    <a:pt x="468" y="231"/>
                  </a:lnTo>
                  <a:lnTo>
                    <a:pt x="46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1" name="Google Shape;731;p14"/>
            <p:cNvSpPr/>
            <p:nvPr/>
          </p:nvSpPr>
          <p:spPr>
            <a:xfrm>
              <a:off x="1406350" y="1423450"/>
              <a:ext cx="1080625" cy="1231650"/>
            </a:xfrm>
            <a:custGeom>
              <a:avLst/>
              <a:gdLst/>
              <a:ahLst/>
              <a:cxnLst/>
              <a:rect l="l" t="t" r="r" b="b"/>
              <a:pathLst>
                <a:path w="43225" h="49266" extrusionOk="0">
                  <a:moveTo>
                    <a:pt x="0" y="0"/>
                  </a:moveTo>
                  <a:lnTo>
                    <a:pt x="0" y="928"/>
                  </a:lnTo>
                  <a:lnTo>
                    <a:pt x="238" y="928"/>
                  </a:lnTo>
                  <a:lnTo>
                    <a:pt x="238" y="0"/>
                  </a:lnTo>
                  <a:close/>
                  <a:moveTo>
                    <a:pt x="0" y="1863"/>
                  </a:moveTo>
                  <a:lnTo>
                    <a:pt x="0" y="2791"/>
                  </a:lnTo>
                  <a:lnTo>
                    <a:pt x="238" y="2791"/>
                  </a:lnTo>
                  <a:lnTo>
                    <a:pt x="238" y="1863"/>
                  </a:lnTo>
                  <a:close/>
                  <a:moveTo>
                    <a:pt x="0" y="3719"/>
                  </a:moveTo>
                  <a:lnTo>
                    <a:pt x="0" y="4653"/>
                  </a:lnTo>
                  <a:lnTo>
                    <a:pt x="238" y="4653"/>
                  </a:lnTo>
                  <a:lnTo>
                    <a:pt x="238" y="3719"/>
                  </a:lnTo>
                  <a:close/>
                  <a:moveTo>
                    <a:pt x="0" y="5581"/>
                  </a:moveTo>
                  <a:lnTo>
                    <a:pt x="0" y="6509"/>
                  </a:lnTo>
                  <a:lnTo>
                    <a:pt x="238" y="6509"/>
                  </a:lnTo>
                  <a:lnTo>
                    <a:pt x="238" y="5581"/>
                  </a:lnTo>
                  <a:close/>
                  <a:moveTo>
                    <a:pt x="0" y="7444"/>
                  </a:moveTo>
                  <a:lnTo>
                    <a:pt x="0" y="8372"/>
                  </a:lnTo>
                  <a:lnTo>
                    <a:pt x="238" y="8372"/>
                  </a:lnTo>
                  <a:lnTo>
                    <a:pt x="238" y="7444"/>
                  </a:lnTo>
                  <a:close/>
                  <a:moveTo>
                    <a:pt x="0" y="9300"/>
                  </a:moveTo>
                  <a:lnTo>
                    <a:pt x="0" y="10234"/>
                  </a:lnTo>
                  <a:lnTo>
                    <a:pt x="238" y="10234"/>
                  </a:lnTo>
                  <a:lnTo>
                    <a:pt x="238" y="9300"/>
                  </a:lnTo>
                  <a:close/>
                  <a:moveTo>
                    <a:pt x="0" y="11162"/>
                  </a:moveTo>
                  <a:lnTo>
                    <a:pt x="0" y="12090"/>
                  </a:lnTo>
                  <a:lnTo>
                    <a:pt x="238" y="12090"/>
                  </a:lnTo>
                  <a:lnTo>
                    <a:pt x="238" y="11162"/>
                  </a:lnTo>
                  <a:close/>
                  <a:moveTo>
                    <a:pt x="0" y="13025"/>
                  </a:moveTo>
                  <a:lnTo>
                    <a:pt x="0" y="13953"/>
                  </a:lnTo>
                  <a:lnTo>
                    <a:pt x="238" y="13953"/>
                  </a:lnTo>
                  <a:lnTo>
                    <a:pt x="238" y="13025"/>
                  </a:lnTo>
                  <a:close/>
                  <a:moveTo>
                    <a:pt x="0" y="14880"/>
                  </a:moveTo>
                  <a:lnTo>
                    <a:pt x="0" y="15815"/>
                  </a:lnTo>
                  <a:lnTo>
                    <a:pt x="238" y="15815"/>
                  </a:lnTo>
                  <a:lnTo>
                    <a:pt x="238" y="14880"/>
                  </a:lnTo>
                  <a:close/>
                  <a:moveTo>
                    <a:pt x="0" y="16743"/>
                  </a:moveTo>
                  <a:lnTo>
                    <a:pt x="0" y="17671"/>
                  </a:lnTo>
                  <a:lnTo>
                    <a:pt x="238" y="17671"/>
                  </a:lnTo>
                  <a:lnTo>
                    <a:pt x="238" y="16743"/>
                  </a:lnTo>
                  <a:close/>
                  <a:moveTo>
                    <a:pt x="0" y="18606"/>
                  </a:moveTo>
                  <a:lnTo>
                    <a:pt x="0" y="19534"/>
                  </a:lnTo>
                  <a:lnTo>
                    <a:pt x="238" y="19534"/>
                  </a:lnTo>
                  <a:lnTo>
                    <a:pt x="238" y="18606"/>
                  </a:lnTo>
                  <a:close/>
                  <a:moveTo>
                    <a:pt x="0" y="20461"/>
                  </a:moveTo>
                  <a:lnTo>
                    <a:pt x="0" y="21396"/>
                  </a:lnTo>
                  <a:lnTo>
                    <a:pt x="238" y="21396"/>
                  </a:lnTo>
                  <a:lnTo>
                    <a:pt x="238" y="20461"/>
                  </a:lnTo>
                  <a:close/>
                  <a:moveTo>
                    <a:pt x="0" y="22324"/>
                  </a:moveTo>
                  <a:lnTo>
                    <a:pt x="0" y="23252"/>
                  </a:lnTo>
                  <a:lnTo>
                    <a:pt x="238" y="23252"/>
                  </a:lnTo>
                  <a:lnTo>
                    <a:pt x="238" y="22324"/>
                  </a:lnTo>
                  <a:close/>
                  <a:moveTo>
                    <a:pt x="0" y="24187"/>
                  </a:moveTo>
                  <a:lnTo>
                    <a:pt x="0" y="25114"/>
                  </a:lnTo>
                  <a:lnTo>
                    <a:pt x="238" y="25114"/>
                  </a:lnTo>
                  <a:lnTo>
                    <a:pt x="238" y="24187"/>
                  </a:lnTo>
                  <a:close/>
                  <a:moveTo>
                    <a:pt x="0" y="26014"/>
                  </a:moveTo>
                  <a:lnTo>
                    <a:pt x="0" y="26942"/>
                  </a:lnTo>
                  <a:lnTo>
                    <a:pt x="238" y="26942"/>
                  </a:lnTo>
                  <a:lnTo>
                    <a:pt x="238" y="26014"/>
                  </a:lnTo>
                  <a:close/>
                  <a:moveTo>
                    <a:pt x="0" y="27877"/>
                  </a:moveTo>
                  <a:lnTo>
                    <a:pt x="0" y="28805"/>
                  </a:lnTo>
                  <a:lnTo>
                    <a:pt x="238" y="28805"/>
                  </a:lnTo>
                  <a:lnTo>
                    <a:pt x="238" y="27877"/>
                  </a:lnTo>
                  <a:close/>
                  <a:moveTo>
                    <a:pt x="0" y="29733"/>
                  </a:moveTo>
                  <a:lnTo>
                    <a:pt x="0" y="30667"/>
                  </a:lnTo>
                  <a:lnTo>
                    <a:pt x="238" y="30667"/>
                  </a:lnTo>
                  <a:lnTo>
                    <a:pt x="238" y="29733"/>
                  </a:lnTo>
                  <a:close/>
                  <a:moveTo>
                    <a:pt x="0" y="31595"/>
                  </a:moveTo>
                  <a:lnTo>
                    <a:pt x="0" y="32523"/>
                  </a:lnTo>
                  <a:lnTo>
                    <a:pt x="238" y="32523"/>
                  </a:lnTo>
                  <a:lnTo>
                    <a:pt x="238" y="31595"/>
                  </a:lnTo>
                  <a:close/>
                  <a:moveTo>
                    <a:pt x="0" y="33458"/>
                  </a:moveTo>
                  <a:lnTo>
                    <a:pt x="0" y="34386"/>
                  </a:lnTo>
                  <a:lnTo>
                    <a:pt x="238" y="34386"/>
                  </a:lnTo>
                  <a:lnTo>
                    <a:pt x="238" y="33458"/>
                  </a:lnTo>
                  <a:close/>
                  <a:moveTo>
                    <a:pt x="0" y="35314"/>
                  </a:moveTo>
                  <a:lnTo>
                    <a:pt x="0" y="36248"/>
                  </a:lnTo>
                  <a:lnTo>
                    <a:pt x="238" y="36248"/>
                  </a:lnTo>
                  <a:lnTo>
                    <a:pt x="238" y="35314"/>
                  </a:lnTo>
                  <a:close/>
                  <a:moveTo>
                    <a:pt x="0" y="37176"/>
                  </a:moveTo>
                  <a:lnTo>
                    <a:pt x="0" y="38104"/>
                  </a:lnTo>
                  <a:lnTo>
                    <a:pt x="238" y="38104"/>
                  </a:lnTo>
                  <a:lnTo>
                    <a:pt x="238" y="37176"/>
                  </a:lnTo>
                  <a:close/>
                  <a:moveTo>
                    <a:pt x="0" y="39039"/>
                  </a:moveTo>
                  <a:lnTo>
                    <a:pt x="0" y="39967"/>
                  </a:lnTo>
                  <a:lnTo>
                    <a:pt x="238" y="39967"/>
                  </a:lnTo>
                  <a:lnTo>
                    <a:pt x="238" y="39039"/>
                  </a:lnTo>
                  <a:close/>
                  <a:moveTo>
                    <a:pt x="0" y="40894"/>
                  </a:moveTo>
                  <a:lnTo>
                    <a:pt x="0" y="41829"/>
                  </a:lnTo>
                  <a:lnTo>
                    <a:pt x="238" y="41829"/>
                  </a:lnTo>
                  <a:lnTo>
                    <a:pt x="238" y="40894"/>
                  </a:lnTo>
                  <a:close/>
                  <a:moveTo>
                    <a:pt x="0" y="42757"/>
                  </a:moveTo>
                  <a:lnTo>
                    <a:pt x="0" y="43720"/>
                  </a:lnTo>
                  <a:lnTo>
                    <a:pt x="238" y="43720"/>
                  </a:lnTo>
                  <a:lnTo>
                    <a:pt x="238" y="42757"/>
                  </a:lnTo>
                  <a:close/>
                  <a:moveTo>
                    <a:pt x="293" y="44620"/>
                  </a:moveTo>
                  <a:lnTo>
                    <a:pt x="63" y="44648"/>
                  </a:lnTo>
                  <a:cubicBezTo>
                    <a:pt x="91" y="44969"/>
                    <a:pt x="147" y="45289"/>
                    <a:pt x="203" y="45575"/>
                  </a:cubicBezTo>
                  <a:lnTo>
                    <a:pt x="440" y="45520"/>
                  </a:lnTo>
                  <a:cubicBezTo>
                    <a:pt x="377" y="45227"/>
                    <a:pt x="321" y="44941"/>
                    <a:pt x="293" y="44620"/>
                  </a:cubicBezTo>
                  <a:close/>
                  <a:moveTo>
                    <a:pt x="726" y="46364"/>
                  </a:moveTo>
                  <a:lnTo>
                    <a:pt x="524" y="46475"/>
                  </a:lnTo>
                  <a:cubicBezTo>
                    <a:pt x="670" y="46768"/>
                    <a:pt x="817" y="47033"/>
                    <a:pt x="991" y="47292"/>
                  </a:cubicBezTo>
                  <a:lnTo>
                    <a:pt x="1193" y="47145"/>
                  </a:lnTo>
                  <a:cubicBezTo>
                    <a:pt x="1019" y="46915"/>
                    <a:pt x="872" y="46650"/>
                    <a:pt x="726" y="46364"/>
                  </a:cubicBezTo>
                  <a:close/>
                  <a:moveTo>
                    <a:pt x="1807" y="47815"/>
                  </a:moveTo>
                  <a:lnTo>
                    <a:pt x="1661" y="47989"/>
                  </a:lnTo>
                  <a:cubicBezTo>
                    <a:pt x="1891" y="48192"/>
                    <a:pt x="2156" y="48366"/>
                    <a:pt x="2414" y="48540"/>
                  </a:cubicBezTo>
                  <a:lnTo>
                    <a:pt x="2533" y="48338"/>
                  </a:lnTo>
                  <a:cubicBezTo>
                    <a:pt x="2268" y="48192"/>
                    <a:pt x="2037" y="48017"/>
                    <a:pt x="1807" y="47815"/>
                  </a:cubicBezTo>
                  <a:close/>
                  <a:moveTo>
                    <a:pt x="3377" y="48687"/>
                  </a:moveTo>
                  <a:lnTo>
                    <a:pt x="3286" y="48917"/>
                  </a:lnTo>
                  <a:cubicBezTo>
                    <a:pt x="3579" y="49008"/>
                    <a:pt x="3900" y="49091"/>
                    <a:pt x="4214" y="49154"/>
                  </a:cubicBezTo>
                  <a:lnTo>
                    <a:pt x="4249" y="48917"/>
                  </a:lnTo>
                  <a:cubicBezTo>
                    <a:pt x="3956" y="48861"/>
                    <a:pt x="3635" y="48805"/>
                    <a:pt x="3377" y="48687"/>
                  </a:cubicBezTo>
                  <a:close/>
                  <a:moveTo>
                    <a:pt x="5149" y="49036"/>
                  </a:moveTo>
                  <a:lnTo>
                    <a:pt x="5149" y="49266"/>
                  </a:lnTo>
                  <a:lnTo>
                    <a:pt x="6077" y="49266"/>
                  </a:lnTo>
                  <a:lnTo>
                    <a:pt x="6077" y="49036"/>
                  </a:lnTo>
                  <a:close/>
                  <a:moveTo>
                    <a:pt x="7004" y="49036"/>
                  </a:moveTo>
                  <a:lnTo>
                    <a:pt x="7004" y="49266"/>
                  </a:lnTo>
                  <a:lnTo>
                    <a:pt x="7939" y="49266"/>
                  </a:lnTo>
                  <a:lnTo>
                    <a:pt x="7939" y="49036"/>
                  </a:lnTo>
                  <a:close/>
                  <a:moveTo>
                    <a:pt x="8867" y="49036"/>
                  </a:moveTo>
                  <a:lnTo>
                    <a:pt x="8867" y="49266"/>
                  </a:lnTo>
                  <a:lnTo>
                    <a:pt x="9795" y="49266"/>
                  </a:lnTo>
                  <a:lnTo>
                    <a:pt x="9795" y="49036"/>
                  </a:lnTo>
                  <a:close/>
                  <a:moveTo>
                    <a:pt x="10730" y="49036"/>
                  </a:moveTo>
                  <a:lnTo>
                    <a:pt x="10730" y="49266"/>
                  </a:lnTo>
                  <a:lnTo>
                    <a:pt x="11658" y="49266"/>
                  </a:lnTo>
                  <a:lnTo>
                    <a:pt x="11658" y="49036"/>
                  </a:lnTo>
                  <a:close/>
                  <a:moveTo>
                    <a:pt x="12585" y="49036"/>
                  </a:moveTo>
                  <a:lnTo>
                    <a:pt x="12585" y="49266"/>
                  </a:lnTo>
                  <a:lnTo>
                    <a:pt x="13520" y="49266"/>
                  </a:lnTo>
                  <a:lnTo>
                    <a:pt x="13520" y="49036"/>
                  </a:lnTo>
                  <a:close/>
                  <a:moveTo>
                    <a:pt x="14448" y="49036"/>
                  </a:moveTo>
                  <a:lnTo>
                    <a:pt x="14448" y="49266"/>
                  </a:lnTo>
                  <a:lnTo>
                    <a:pt x="15376" y="49266"/>
                  </a:lnTo>
                  <a:lnTo>
                    <a:pt x="15376" y="49036"/>
                  </a:lnTo>
                  <a:close/>
                  <a:moveTo>
                    <a:pt x="16283" y="49036"/>
                  </a:moveTo>
                  <a:lnTo>
                    <a:pt x="16283" y="49266"/>
                  </a:lnTo>
                  <a:lnTo>
                    <a:pt x="17211" y="49266"/>
                  </a:lnTo>
                  <a:lnTo>
                    <a:pt x="17211" y="49036"/>
                  </a:lnTo>
                  <a:close/>
                  <a:moveTo>
                    <a:pt x="18138" y="49036"/>
                  </a:moveTo>
                  <a:lnTo>
                    <a:pt x="18138" y="49266"/>
                  </a:lnTo>
                  <a:lnTo>
                    <a:pt x="19073" y="49266"/>
                  </a:lnTo>
                  <a:lnTo>
                    <a:pt x="19073" y="49036"/>
                  </a:lnTo>
                  <a:close/>
                  <a:moveTo>
                    <a:pt x="20001" y="49036"/>
                  </a:moveTo>
                  <a:lnTo>
                    <a:pt x="20001" y="49266"/>
                  </a:lnTo>
                  <a:lnTo>
                    <a:pt x="20929" y="49266"/>
                  </a:lnTo>
                  <a:lnTo>
                    <a:pt x="20929" y="49036"/>
                  </a:lnTo>
                  <a:close/>
                  <a:moveTo>
                    <a:pt x="21864" y="49036"/>
                  </a:moveTo>
                  <a:lnTo>
                    <a:pt x="21864" y="49266"/>
                  </a:lnTo>
                  <a:lnTo>
                    <a:pt x="22791" y="49266"/>
                  </a:lnTo>
                  <a:lnTo>
                    <a:pt x="22791" y="49036"/>
                  </a:lnTo>
                  <a:close/>
                  <a:moveTo>
                    <a:pt x="23719" y="49036"/>
                  </a:moveTo>
                  <a:lnTo>
                    <a:pt x="23719" y="49266"/>
                  </a:lnTo>
                  <a:lnTo>
                    <a:pt x="24654" y="49266"/>
                  </a:lnTo>
                  <a:lnTo>
                    <a:pt x="24654" y="49036"/>
                  </a:lnTo>
                  <a:close/>
                  <a:moveTo>
                    <a:pt x="25582" y="49036"/>
                  </a:moveTo>
                  <a:lnTo>
                    <a:pt x="25582" y="49266"/>
                  </a:lnTo>
                  <a:lnTo>
                    <a:pt x="26510" y="49266"/>
                  </a:lnTo>
                  <a:lnTo>
                    <a:pt x="26510" y="49036"/>
                  </a:lnTo>
                  <a:close/>
                  <a:moveTo>
                    <a:pt x="27445" y="49036"/>
                  </a:moveTo>
                  <a:lnTo>
                    <a:pt x="27445" y="49266"/>
                  </a:lnTo>
                  <a:lnTo>
                    <a:pt x="28372" y="49266"/>
                  </a:lnTo>
                  <a:lnTo>
                    <a:pt x="28372" y="49036"/>
                  </a:lnTo>
                  <a:close/>
                  <a:moveTo>
                    <a:pt x="29300" y="49036"/>
                  </a:moveTo>
                  <a:lnTo>
                    <a:pt x="29300" y="49266"/>
                  </a:lnTo>
                  <a:lnTo>
                    <a:pt x="30235" y="49266"/>
                  </a:lnTo>
                  <a:lnTo>
                    <a:pt x="30235" y="49036"/>
                  </a:lnTo>
                  <a:close/>
                  <a:moveTo>
                    <a:pt x="31163" y="49036"/>
                  </a:moveTo>
                  <a:lnTo>
                    <a:pt x="31163" y="49266"/>
                  </a:lnTo>
                  <a:lnTo>
                    <a:pt x="32063" y="49266"/>
                  </a:lnTo>
                  <a:lnTo>
                    <a:pt x="32063" y="49036"/>
                  </a:lnTo>
                  <a:close/>
                  <a:moveTo>
                    <a:pt x="32991" y="49036"/>
                  </a:moveTo>
                  <a:lnTo>
                    <a:pt x="32991" y="49266"/>
                  </a:lnTo>
                  <a:lnTo>
                    <a:pt x="33925" y="49266"/>
                  </a:lnTo>
                  <a:lnTo>
                    <a:pt x="33925" y="49036"/>
                  </a:lnTo>
                  <a:close/>
                  <a:moveTo>
                    <a:pt x="34853" y="49036"/>
                  </a:moveTo>
                  <a:lnTo>
                    <a:pt x="34853" y="49266"/>
                  </a:lnTo>
                  <a:lnTo>
                    <a:pt x="35781" y="49266"/>
                  </a:lnTo>
                  <a:lnTo>
                    <a:pt x="35781" y="49036"/>
                  </a:lnTo>
                  <a:close/>
                  <a:moveTo>
                    <a:pt x="36716" y="49036"/>
                  </a:moveTo>
                  <a:lnTo>
                    <a:pt x="36716" y="49266"/>
                  </a:lnTo>
                  <a:lnTo>
                    <a:pt x="37644" y="49266"/>
                  </a:lnTo>
                  <a:lnTo>
                    <a:pt x="37644" y="49036"/>
                  </a:lnTo>
                  <a:close/>
                  <a:moveTo>
                    <a:pt x="38571" y="49036"/>
                  </a:moveTo>
                  <a:lnTo>
                    <a:pt x="38571" y="49266"/>
                  </a:lnTo>
                  <a:lnTo>
                    <a:pt x="39506" y="49266"/>
                  </a:lnTo>
                  <a:lnTo>
                    <a:pt x="39506" y="49036"/>
                  </a:lnTo>
                  <a:close/>
                  <a:moveTo>
                    <a:pt x="40434" y="49036"/>
                  </a:moveTo>
                  <a:lnTo>
                    <a:pt x="40434" y="49266"/>
                  </a:lnTo>
                  <a:lnTo>
                    <a:pt x="41362" y="49266"/>
                  </a:lnTo>
                  <a:lnTo>
                    <a:pt x="41362" y="49036"/>
                  </a:lnTo>
                  <a:close/>
                  <a:moveTo>
                    <a:pt x="42297" y="49036"/>
                  </a:moveTo>
                  <a:lnTo>
                    <a:pt x="42297" y="49266"/>
                  </a:lnTo>
                  <a:lnTo>
                    <a:pt x="43225" y="49266"/>
                  </a:lnTo>
                  <a:lnTo>
                    <a:pt x="43225" y="49036"/>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2" name="Google Shape;732;p14"/>
            <p:cNvSpPr/>
            <p:nvPr/>
          </p:nvSpPr>
          <p:spPr>
            <a:xfrm>
              <a:off x="1406350" y="1389950"/>
              <a:ext cx="5950" cy="11725"/>
            </a:xfrm>
            <a:custGeom>
              <a:avLst/>
              <a:gdLst/>
              <a:ahLst/>
              <a:cxnLst/>
              <a:rect l="l" t="t" r="r" b="b"/>
              <a:pathLst>
                <a:path w="238" h="469" extrusionOk="0">
                  <a:moveTo>
                    <a:pt x="0" y="1"/>
                  </a:moveTo>
                  <a:lnTo>
                    <a:pt x="0" y="468"/>
                  </a:lnTo>
                  <a:lnTo>
                    <a:pt x="238" y="468"/>
                  </a:lnTo>
                  <a:lnTo>
                    <a:pt x="23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3" name="Google Shape;733;p14"/>
            <p:cNvSpPr/>
            <p:nvPr/>
          </p:nvSpPr>
          <p:spPr>
            <a:xfrm>
              <a:off x="2841525" y="3857075"/>
              <a:ext cx="5950" cy="24100"/>
            </a:xfrm>
            <a:custGeom>
              <a:avLst/>
              <a:gdLst/>
              <a:ahLst/>
              <a:cxnLst/>
              <a:rect l="l" t="t" r="r" b="b"/>
              <a:pathLst>
                <a:path w="238" h="964" extrusionOk="0">
                  <a:moveTo>
                    <a:pt x="0" y="0"/>
                  </a:moveTo>
                  <a:lnTo>
                    <a:pt x="0" y="963"/>
                  </a:lnTo>
                  <a:lnTo>
                    <a:pt x="237" y="963"/>
                  </a:lnTo>
                  <a:lnTo>
                    <a:pt x="237"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4" name="Google Shape;734;p14"/>
            <p:cNvSpPr/>
            <p:nvPr/>
          </p:nvSpPr>
          <p:spPr>
            <a:xfrm>
              <a:off x="2841525" y="3810500"/>
              <a:ext cx="5950" cy="23400"/>
            </a:xfrm>
            <a:custGeom>
              <a:avLst/>
              <a:gdLst/>
              <a:ahLst/>
              <a:cxnLst/>
              <a:rect l="l" t="t" r="r" b="b"/>
              <a:pathLst>
                <a:path w="238" h="936" extrusionOk="0">
                  <a:moveTo>
                    <a:pt x="0" y="1"/>
                  </a:moveTo>
                  <a:lnTo>
                    <a:pt x="0" y="936"/>
                  </a:lnTo>
                  <a:lnTo>
                    <a:pt x="237" y="936"/>
                  </a:lnTo>
                  <a:lnTo>
                    <a:pt x="237"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5" name="Google Shape;735;p14"/>
            <p:cNvSpPr/>
            <p:nvPr/>
          </p:nvSpPr>
          <p:spPr>
            <a:xfrm>
              <a:off x="2836450" y="2740900"/>
              <a:ext cx="10325" cy="24075"/>
            </a:xfrm>
            <a:custGeom>
              <a:avLst/>
              <a:gdLst/>
              <a:ahLst/>
              <a:cxnLst/>
              <a:rect l="l" t="t" r="r" b="b"/>
              <a:pathLst>
                <a:path w="413" h="963" extrusionOk="0">
                  <a:moveTo>
                    <a:pt x="238" y="0"/>
                  </a:moveTo>
                  <a:lnTo>
                    <a:pt x="1" y="56"/>
                  </a:lnTo>
                  <a:cubicBezTo>
                    <a:pt x="91" y="349"/>
                    <a:pt x="147" y="642"/>
                    <a:pt x="175" y="963"/>
                  </a:cubicBezTo>
                  <a:lnTo>
                    <a:pt x="412" y="928"/>
                  </a:lnTo>
                  <a:cubicBezTo>
                    <a:pt x="350" y="614"/>
                    <a:pt x="322" y="293"/>
                    <a:pt x="238"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6" name="Google Shape;736;p14"/>
            <p:cNvSpPr/>
            <p:nvPr/>
          </p:nvSpPr>
          <p:spPr>
            <a:xfrm>
              <a:off x="2841525" y="3717550"/>
              <a:ext cx="5950" cy="23225"/>
            </a:xfrm>
            <a:custGeom>
              <a:avLst/>
              <a:gdLst/>
              <a:ahLst/>
              <a:cxnLst/>
              <a:rect l="l" t="t" r="r" b="b"/>
              <a:pathLst>
                <a:path w="238" h="929" extrusionOk="0">
                  <a:moveTo>
                    <a:pt x="0" y="1"/>
                  </a:moveTo>
                  <a:lnTo>
                    <a:pt x="0" y="928"/>
                  </a:lnTo>
                  <a:lnTo>
                    <a:pt x="237" y="928"/>
                  </a:lnTo>
                  <a:lnTo>
                    <a:pt x="237"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7" name="Google Shape;737;p14"/>
            <p:cNvSpPr/>
            <p:nvPr/>
          </p:nvSpPr>
          <p:spPr>
            <a:xfrm>
              <a:off x="2841525" y="3624600"/>
              <a:ext cx="5950" cy="23225"/>
            </a:xfrm>
            <a:custGeom>
              <a:avLst/>
              <a:gdLst/>
              <a:ahLst/>
              <a:cxnLst/>
              <a:rect l="l" t="t" r="r" b="b"/>
              <a:pathLst>
                <a:path w="238" h="929" extrusionOk="0">
                  <a:moveTo>
                    <a:pt x="0" y="0"/>
                  </a:moveTo>
                  <a:lnTo>
                    <a:pt x="0" y="928"/>
                  </a:lnTo>
                  <a:lnTo>
                    <a:pt x="237" y="928"/>
                  </a:lnTo>
                  <a:lnTo>
                    <a:pt x="237"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8" name="Google Shape;738;p14"/>
            <p:cNvSpPr/>
            <p:nvPr/>
          </p:nvSpPr>
          <p:spPr>
            <a:xfrm>
              <a:off x="2841525" y="3578025"/>
              <a:ext cx="5950" cy="23225"/>
            </a:xfrm>
            <a:custGeom>
              <a:avLst/>
              <a:gdLst/>
              <a:ahLst/>
              <a:cxnLst/>
              <a:rect l="l" t="t" r="r" b="b"/>
              <a:pathLst>
                <a:path w="238" h="929" extrusionOk="0">
                  <a:moveTo>
                    <a:pt x="0" y="1"/>
                  </a:moveTo>
                  <a:lnTo>
                    <a:pt x="0" y="928"/>
                  </a:lnTo>
                  <a:lnTo>
                    <a:pt x="237" y="928"/>
                  </a:lnTo>
                  <a:lnTo>
                    <a:pt x="237"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9" name="Google Shape;739;p14"/>
            <p:cNvSpPr/>
            <p:nvPr/>
          </p:nvSpPr>
          <p:spPr>
            <a:xfrm>
              <a:off x="2841525" y="3764125"/>
              <a:ext cx="5950" cy="23200"/>
            </a:xfrm>
            <a:custGeom>
              <a:avLst/>
              <a:gdLst/>
              <a:ahLst/>
              <a:cxnLst/>
              <a:rect l="l" t="t" r="r" b="b"/>
              <a:pathLst>
                <a:path w="238" h="928" extrusionOk="0">
                  <a:moveTo>
                    <a:pt x="0" y="0"/>
                  </a:moveTo>
                  <a:lnTo>
                    <a:pt x="0" y="928"/>
                  </a:lnTo>
                  <a:lnTo>
                    <a:pt x="237" y="928"/>
                  </a:lnTo>
                  <a:lnTo>
                    <a:pt x="237"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0" name="Google Shape;740;p14"/>
            <p:cNvSpPr/>
            <p:nvPr/>
          </p:nvSpPr>
          <p:spPr>
            <a:xfrm>
              <a:off x="2817625" y="2697975"/>
              <a:ext cx="16775" cy="23400"/>
            </a:xfrm>
            <a:custGeom>
              <a:avLst/>
              <a:gdLst/>
              <a:ahLst/>
              <a:cxnLst/>
              <a:rect l="l" t="t" r="r" b="b"/>
              <a:pathLst>
                <a:path w="671" h="936" extrusionOk="0">
                  <a:moveTo>
                    <a:pt x="203" y="1"/>
                  </a:moveTo>
                  <a:lnTo>
                    <a:pt x="0" y="147"/>
                  </a:lnTo>
                  <a:cubicBezTo>
                    <a:pt x="175" y="378"/>
                    <a:pt x="349" y="643"/>
                    <a:pt x="468" y="936"/>
                  </a:cubicBezTo>
                  <a:lnTo>
                    <a:pt x="670" y="845"/>
                  </a:lnTo>
                  <a:cubicBezTo>
                    <a:pt x="551" y="552"/>
                    <a:pt x="377" y="266"/>
                    <a:pt x="203"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1" name="Google Shape;741;p14"/>
            <p:cNvSpPr/>
            <p:nvPr/>
          </p:nvSpPr>
          <p:spPr>
            <a:xfrm>
              <a:off x="2841525" y="3670975"/>
              <a:ext cx="5950" cy="23400"/>
            </a:xfrm>
            <a:custGeom>
              <a:avLst/>
              <a:gdLst/>
              <a:ahLst/>
              <a:cxnLst/>
              <a:rect l="l" t="t" r="r" b="b"/>
              <a:pathLst>
                <a:path w="238" h="936" extrusionOk="0">
                  <a:moveTo>
                    <a:pt x="0" y="1"/>
                  </a:moveTo>
                  <a:lnTo>
                    <a:pt x="0" y="936"/>
                  </a:lnTo>
                  <a:lnTo>
                    <a:pt x="237" y="936"/>
                  </a:lnTo>
                  <a:lnTo>
                    <a:pt x="237"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2" name="Google Shape;742;p14"/>
            <p:cNvSpPr/>
            <p:nvPr/>
          </p:nvSpPr>
          <p:spPr>
            <a:xfrm>
              <a:off x="2510150" y="2649325"/>
              <a:ext cx="23400" cy="5775"/>
            </a:xfrm>
            <a:custGeom>
              <a:avLst/>
              <a:gdLst/>
              <a:ahLst/>
              <a:cxnLst/>
              <a:rect l="l" t="t" r="r" b="b"/>
              <a:pathLst>
                <a:path w="936" h="231" extrusionOk="0">
                  <a:moveTo>
                    <a:pt x="0" y="1"/>
                  </a:moveTo>
                  <a:lnTo>
                    <a:pt x="0" y="231"/>
                  </a:lnTo>
                  <a:lnTo>
                    <a:pt x="935" y="231"/>
                  </a:lnTo>
                  <a:lnTo>
                    <a:pt x="93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3" name="Google Shape;743;p14"/>
            <p:cNvSpPr/>
            <p:nvPr/>
          </p:nvSpPr>
          <p:spPr>
            <a:xfrm>
              <a:off x="2556725" y="2649325"/>
              <a:ext cx="22500" cy="5775"/>
            </a:xfrm>
            <a:custGeom>
              <a:avLst/>
              <a:gdLst/>
              <a:ahLst/>
              <a:cxnLst/>
              <a:rect l="l" t="t" r="r" b="b"/>
              <a:pathLst>
                <a:path w="900" h="231" extrusionOk="0">
                  <a:moveTo>
                    <a:pt x="0" y="1"/>
                  </a:moveTo>
                  <a:lnTo>
                    <a:pt x="0" y="231"/>
                  </a:lnTo>
                  <a:lnTo>
                    <a:pt x="900" y="231"/>
                  </a:lnTo>
                  <a:lnTo>
                    <a:pt x="900"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4" name="Google Shape;744;p14"/>
            <p:cNvSpPr/>
            <p:nvPr/>
          </p:nvSpPr>
          <p:spPr>
            <a:xfrm>
              <a:off x="2648975" y="2649325"/>
              <a:ext cx="23400" cy="5775"/>
            </a:xfrm>
            <a:custGeom>
              <a:avLst/>
              <a:gdLst/>
              <a:ahLst/>
              <a:cxnLst/>
              <a:rect l="l" t="t" r="r" b="b"/>
              <a:pathLst>
                <a:path w="936" h="231" extrusionOk="0">
                  <a:moveTo>
                    <a:pt x="0" y="1"/>
                  </a:moveTo>
                  <a:lnTo>
                    <a:pt x="0" y="231"/>
                  </a:lnTo>
                  <a:lnTo>
                    <a:pt x="935" y="231"/>
                  </a:lnTo>
                  <a:lnTo>
                    <a:pt x="93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5" name="Google Shape;745;p14"/>
            <p:cNvSpPr/>
            <p:nvPr/>
          </p:nvSpPr>
          <p:spPr>
            <a:xfrm>
              <a:off x="2602575" y="2649325"/>
              <a:ext cx="23225" cy="5775"/>
            </a:xfrm>
            <a:custGeom>
              <a:avLst/>
              <a:gdLst/>
              <a:ahLst/>
              <a:cxnLst/>
              <a:rect l="l" t="t" r="r" b="b"/>
              <a:pathLst>
                <a:path w="929" h="231" extrusionOk="0">
                  <a:moveTo>
                    <a:pt x="1" y="1"/>
                  </a:moveTo>
                  <a:lnTo>
                    <a:pt x="1" y="231"/>
                  </a:lnTo>
                  <a:lnTo>
                    <a:pt x="929" y="231"/>
                  </a:lnTo>
                  <a:lnTo>
                    <a:pt x="929"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6" name="Google Shape;746;p14"/>
            <p:cNvSpPr/>
            <p:nvPr/>
          </p:nvSpPr>
          <p:spPr>
            <a:xfrm>
              <a:off x="2695550" y="2648625"/>
              <a:ext cx="23200" cy="6475"/>
            </a:xfrm>
            <a:custGeom>
              <a:avLst/>
              <a:gdLst/>
              <a:ahLst/>
              <a:cxnLst/>
              <a:rect l="l" t="t" r="r" b="b"/>
              <a:pathLst>
                <a:path w="928" h="259" extrusionOk="0">
                  <a:moveTo>
                    <a:pt x="753" y="1"/>
                  </a:moveTo>
                  <a:cubicBezTo>
                    <a:pt x="670" y="1"/>
                    <a:pt x="607" y="29"/>
                    <a:pt x="607" y="29"/>
                  </a:cubicBezTo>
                  <a:lnTo>
                    <a:pt x="0" y="29"/>
                  </a:lnTo>
                  <a:lnTo>
                    <a:pt x="0" y="259"/>
                  </a:lnTo>
                  <a:lnTo>
                    <a:pt x="607" y="259"/>
                  </a:lnTo>
                  <a:cubicBezTo>
                    <a:pt x="607" y="259"/>
                    <a:pt x="670" y="231"/>
                    <a:pt x="753" y="231"/>
                  </a:cubicBezTo>
                  <a:cubicBezTo>
                    <a:pt x="816" y="231"/>
                    <a:pt x="872" y="231"/>
                    <a:pt x="928" y="259"/>
                  </a:cubicBezTo>
                  <a:lnTo>
                    <a:pt x="928" y="29"/>
                  </a:lnTo>
                  <a:cubicBezTo>
                    <a:pt x="872" y="1"/>
                    <a:pt x="816" y="1"/>
                    <a:pt x="753"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7" name="Google Shape;747;p14"/>
            <p:cNvSpPr/>
            <p:nvPr/>
          </p:nvSpPr>
          <p:spPr>
            <a:xfrm>
              <a:off x="2741225" y="2651600"/>
              <a:ext cx="24100" cy="11525"/>
            </a:xfrm>
            <a:custGeom>
              <a:avLst/>
              <a:gdLst/>
              <a:ahLst/>
              <a:cxnLst/>
              <a:rect l="l" t="t" r="r" b="b"/>
              <a:pathLst>
                <a:path w="964" h="461" extrusionOk="0">
                  <a:moveTo>
                    <a:pt x="64" y="0"/>
                  </a:moveTo>
                  <a:lnTo>
                    <a:pt x="1" y="231"/>
                  </a:lnTo>
                  <a:cubicBezTo>
                    <a:pt x="322" y="286"/>
                    <a:pt x="615" y="349"/>
                    <a:pt x="908" y="461"/>
                  </a:cubicBezTo>
                  <a:lnTo>
                    <a:pt x="964" y="231"/>
                  </a:lnTo>
                  <a:cubicBezTo>
                    <a:pt x="671" y="140"/>
                    <a:pt x="384" y="56"/>
                    <a:pt x="64"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8" name="Google Shape;748;p14"/>
            <p:cNvSpPr/>
            <p:nvPr/>
          </p:nvSpPr>
          <p:spPr>
            <a:xfrm>
              <a:off x="2784125" y="2667475"/>
              <a:ext cx="22525" cy="17450"/>
            </a:xfrm>
            <a:custGeom>
              <a:avLst/>
              <a:gdLst/>
              <a:ahLst/>
              <a:cxnLst/>
              <a:rect l="l" t="t" r="r" b="b"/>
              <a:pathLst>
                <a:path w="901" h="698" extrusionOk="0">
                  <a:moveTo>
                    <a:pt x="120" y="0"/>
                  </a:moveTo>
                  <a:lnTo>
                    <a:pt x="1" y="202"/>
                  </a:lnTo>
                  <a:cubicBezTo>
                    <a:pt x="266" y="349"/>
                    <a:pt x="524" y="523"/>
                    <a:pt x="726" y="698"/>
                  </a:cubicBezTo>
                  <a:lnTo>
                    <a:pt x="901" y="523"/>
                  </a:lnTo>
                  <a:cubicBezTo>
                    <a:pt x="671" y="321"/>
                    <a:pt x="413" y="147"/>
                    <a:pt x="120"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9" name="Google Shape;749;p14"/>
            <p:cNvSpPr/>
            <p:nvPr/>
          </p:nvSpPr>
          <p:spPr>
            <a:xfrm>
              <a:off x="2841525" y="2927675"/>
              <a:ext cx="5950" cy="23225"/>
            </a:xfrm>
            <a:custGeom>
              <a:avLst/>
              <a:gdLst/>
              <a:ahLst/>
              <a:cxnLst/>
              <a:rect l="l" t="t" r="r" b="b"/>
              <a:pathLst>
                <a:path w="238" h="929" extrusionOk="0">
                  <a:moveTo>
                    <a:pt x="0" y="1"/>
                  </a:moveTo>
                  <a:lnTo>
                    <a:pt x="0" y="928"/>
                  </a:lnTo>
                  <a:lnTo>
                    <a:pt x="237" y="928"/>
                  </a:lnTo>
                  <a:lnTo>
                    <a:pt x="237"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0" name="Google Shape;750;p14"/>
            <p:cNvSpPr/>
            <p:nvPr/>
          </p:nvSpPr>
          <p:spPr>
            <a:xfrm>
              <a:off x="2841525" y="2974250"/>
              <a:ext cx="5950" cy="23225"/>
            </a:xfrm>
            <a:custGeom>
              <a:avLst/>
              <a:gdLst/>
              <a:ahLst/>
              <a:cxnLst/>
              <a:rect l="l" t="t" r="r" b="b"/>
              <a:pathLst>
                <a:path w="238" h="929" extrusionOk="0">
                  <a:moveTo>
                    <a:pt x="0" y="0"/>
                  </a:moveTo>
                  <a:lnTo>
                    <a:pt x="0" y="928"/>
                  </a:lnTo>
                  <a:lnTo>
                    <a:pt x="237" y="928"/>
                  </a:lnTo>
                  <a:lnTo>
                    <a:pt x="237"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1" name="Google Shape;751;p14"/>
            <p:cNvSpPr/>
            <p:nvPr/>
          </p:nvSpPr>
          <p:spPr>
            <a:xfrm>
              <a:off x="2841525" y="3020625"/>
              <a:ext cx="5950" cy="23400"/>
            </a:xfrm>
            <a:custGeom>
              <a:avLst/>
              <a:gdLst/>
              <a:ahLst/>
              <a:cxnLst/>
              <a:rect l="l" t="t" r="r" b="b"/>
              <a:pathLst>
                <a:path w="238" h="936" extrusionOk="0">
                  <a:moveTo>
                    <a:pt x="0" y="1"/>
                  </a:moveTo>
                  <a:lnTo>
                    <a:pt x="0" y="936"/>
                  </a:lnTo>
                  <a:lnTo>
                    <a:pt x="237" y="936"/>
                  </a:lnTo>
                  <a:lnTo>
                    <a:pt x="237"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2" name="Google Shape;752;p14"/>
            <p:cNvSpPr/>
            <p:nvPr/>
          </p:nvSpPr>
          <p:spPr>
            <a:xfrm>
              <a:off x="2841525" y="3113775"/>
              <a:ext cx="5950" cy="23200"/>
            </a:xfrm>
            <a:custGeom>
              <a:avLst/>
              <a:gdLst/>
              <a:ahLst/>
              <a:cxnLst/>
              <a:rect l="l" t="t" r="r" b="b"/>
              <a:pathLst>
                <a:path w="238" h="928" extrusionOk="0">
                  <a:moveTo>
                    <a:pt x="0" y="0"/>
                  </a:moveTo>
                  <a:lnTo>
                    <a:pt x="0" y="928"/>
                  </a:lnTo>
                  <a:lnTo>
                    <a:pt x="237" y="928"/>
                  </a:lnTo>
                  <a:lnTo>
                    <a:pt x="237"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3" name="Google Shape;753;p14"/>
            <p:cNvSpPr/>
            <p:nvPr/>
          </p:nvSpPr>
          <p:spPr>
            <a:xfrm>
              <a:off x="2841525" y="3067200"/>
              <a:ext cx="5950" cy="23225"/>
            </a:xfrm>
            <a:custGeom>
              <a:avLst/>
              <a:gdLst/>
              <a:ahLst/>
              <a:cxnLst/>
              <a:rect l="l" t="t" r="r" b="b"/>
              <a:pathLst>
                <a:path w="238" h="929" extrusionOk="0">
                  <a:moveTo>
                    <a:pt x="0" y="0"/>
                  </a:moveTo>
                  <a:lnTo>
                    <a:pt x="0" y="928"/>
                  </a:lnTo>
                  <a:lnTo>
                    <a:pt x="237" y="928"/>
                  </a:lnTo>
                  <a:lnTo>
                    <a:pt x="237"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4" name="Google Shape;754;p14"/>
            <p:cNvSpPr/>
            <p:nvPr/>
          </p:nvSpPr>
          <p:spPr>
            <a:xfrm>
              <a:off x="2841525" y="2788150"/>
              <a:ext cx="5950" cy="23225"/>
            </a:xfrm>
            <a:custGeom>
              <a:avLst/>
              <a:gdLst/>
              <a:ahLst/>
              <a:cxnLst/>
              <a:rect l="l" t="t" r="r" b="b"/>
              <a:pathLst>
                <a:path w="238" h="929" extrusionOk="0">
                  <a:moveTo>
                    <a:pt x="0" y="1"/>
                  </a:moveTo>
                  <a:lnTo>
                    <a:pt x="0" y="928"/>
                  </a:lnTo>
                  <a:lnTo>
                    <a:pt x="237" y="928"/>
                  </a:lnTo>
                  <a:lnTo>
                    <a:pt x="237"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5" name="Google Shape;755;p14"/>
            <p:cNvSpPr/>
            <p:nvPr/>
          </p:nvSpPr>
          <p:spPr>
            <a:xfrm>
              <a:off x="2841525" y="2834725"/>
              <a:ext cx="5950" cy="23225"/>
            </a:xfrm>
            <a:custGeom>
              <a:avLst/>
              <a:gdLst/>
              <a:ahLst/>
              <a:cxnLst/>
              <a:rect l="l" t="t" r="r" b="b"/>
              <a:pathLst>
                <a:path w="238" h="929" extrusionOk="0">
                  <a:moveTo>
                    <a:pt x="0" y="0"/>
                  </a:moveTo>
                  <a:lnTo>
                    <a:pt x="0" y="928"/>
                  </a:lnTo>
                  <a:lnTo>
                    <a:pt x="237" y="928"/>
                  </a:lnTo>
                  <a:lnTo>
                    <a:pt x="237"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6" name="Google Shape;756;p14"/>
            <p:cNvSpPr/>
            <p:nvPr/>
          </p:nvSpPr>
          <p:spPr>
            <a:xfrm>
              <a:off x="2841525" y="3531450"/>
              <a:ext cx="5950" cy="23400"/>
            </a:xfrm>
            <a:custGeom>
              <a:avLst/>
              <a:gdLst/>
              <a:ahLst/>
              <a:cxnLst/>
              <a:rect l="l" t="t" r="r" b="b"/>
              <a:pathLst>
                <a:path w="238" h="936" extrusionOk="0">
                  <a:moveTo>
                    <a:pt x="0" y="1"/>
                  </a:moveTo>
                  <a:lnTo>
                    <a:pt x="0" y="936"/>
                  </a:lnTo>
                  <a:lnTo>
                    <a:pt x="237" y="936"/>
                  </a:lnTo>
                  <a:lnTo>
                    <a:pt x="237"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7" name="Google Shape;757;p14"/>
            <p:cNvSpPr/>
            <p:nvPr/>
          </p:nvSpPr>
          <p:spPr>
            <a:xfrm>
              <a:off x="2841525" y="2881100"/>
              <a:ext cx="5950" cy="23400"/>
            </a:xfrm>
            <a:custGeom>
              <a:avLst/>
              <a:gdLst/>
              <a:ahLst/>
              <a:cxnLst/>
              <a:rect l="l" t="t" r="r" b="b"/>
              <a:pathLst>
                <a:path w="238" h="936" extrusionOk="0">
                  <a:moveTo>
                    <a:pt x="0" y="1"/>
                  </a:moveTo>
                  <a:lnTo>
                    <a:pt x="0" y="936"/>
                  </a:lnTo>
                  <a:lnTo>
                    <a:pt x="237" y="936"/>
                  </a:lnTo>
                  <a:lnTo>
                    <a:pt x="237"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8" name="Google Shape;758;p14"/>
            <p:cNvSpPr/>
            <p:nvPr/>
          </p:nvSpPr>
          <p:spPr>
            <a:xfrm>
              <a:off x="2841525" y="3346250"/>
              <a:ext cx="5950" cy="23225"/>
            </a:xfrm>
            <a:custGeom>
              <a:avLst/>
              <a:gdLst/>
              <a:ahLst/>
              <a:cxnLst/>
              <a:rect l="l" t="t" r="r" b="b"/>
              <a:pathLst>
                <a:path w="238" h="929" extrusionOk="0">
                  <a:moveTo>
                    <a:pt x="0" y="0"/>
                  </a:moveTo>
                  <a:lnTo>
                    <a:pt x="0" y="928"/>
                  </a:lnTo>
                  <a:lnTo>
                    <a:pt x="237" y="928"/>
                  </a:lnTo>
                  <a:lnTo>
                    <a:pt x="237"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9" name="Google Shape;759;p14"/>
            <p:cNvSpPr/>
            <p:nvPr/>
          </p:nvSpPr>
          <p:spPr>
            <a:xfrm>
              <a:off x="2841525" y="3392800"/>
              <a:ext cx="5950" cy="23225"/>
            </a:xfrm>
            <a:custGeom>
              <a:avLst/>
              <a:gdLst/>
              <a:ahLst/>
              <a:cxnLst/>
              <a:rect l="l" t="t" r="r" b="b"/>
              <a:pathLst>
                <a:path w="238" h="929" extrusionOk="0">
                  <a:moveTo>
                    <a:pt x="0" y="1"/>
                  </a:moveTo>
                  <a:lnTo>
                    <a:pt x="0" y="929"/>
                  </a:lnTo>
                  <a:lnTo>
                    <a:pt x="237" y="929"/>
                  </a:lnTo>
                  <a:lnTo>
                    <a:pt x="237"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0" name="Google Shape;760;p14"/>
            <p:cNvSpPr/>
            <p:nvPr/>
          </p:nvSpPr>
          <p:spPr>
            <a:xfrm>
              <a:off x="2841525" y="3439200"/>
              <a:ext cx="5950" cy="23400"/>
            </a:xfrm>
            <a:custGeom>
              <a:avLst/>
              <a:gdLst/>
              <a:ahLst/>
              <a:cxnLst/>
              <a:rect l="l" t="t" r="r" b="b"/>
              <a:pathLst>
                <a:path w="238" h="936" extrusionOk="0">
                  <a:moveTo>
                    <a:pt x="0" y="1"/>
                  </a:moveTo>
                  <a:lnTo>
                    <a:pt x="0" y="935"/>
                  </a:lnTo>
                  <a:lnTo>
                    <a:pt x="237" y="935"/>
                  </a:lnTo>
                  <a:lnTo>
                    <a:pt x="237"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1" name="Google Shape;761;p14"/>
            <p:cNvSpPr/>
            <p:nvPr/>
          </p:nvSpPr>
          <p:spPr>
            <a:xfrm>
              <a:off x="2841525" y="3160150"/>
              <a:ext cx="5950" cy="23400"/>
            </a:xfrm>
            <a:custGeom>
              <a:avLst/>
              <a:gdLst/>
              <a:ahLst/>
              <a:cxnLst/>
              <a:rect l="l" t="t" r="r" b="b"/>
              <a:pathLst>
                <a:path w="238" h="936" extrusionOk="0">
                  <a:moveTo>
                    <a:pt x="0" y="1"/>
                  </a:moveTo>
                  <a:lnTo>
                    <a:pt x="0" y="936"/>
                  </a:lnTo>
                  <a:lnTo>
                    <a:pt x="237" y="936"/>
                  </a:lnTo>
                  <a:lnTo>
                    <a:pt x="237"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2" name="Google Shape;762;p14"/>
            <p:cNvSpPr/>
            <p:nvPr/>
          </p:nvSpPr>
          <p:spPr>
            <a:xfrm>
              <a:off x="2841525" y="3485075"/>
              <a:ext cx="5950" cy="23225"/>
            </a:xfrm>
            <a:custGeom>
              <a:avLst/>
              <a:gdLst/>
              <a:ahLst/>
              <a:cxnLst/>
              <a:rect l="l" t="t" r="r" b="b"/>
              <a:pathLst>
                <a:path w="238" h="929" extrusionOk="0">
                  <a:moveTo>
                    <a:pt x="0" y="0"/>
                  </a:moveTo>
                  <a:lnTo>
                    <a:pt x="0" y="928"/>
                  </a:lnTo>
                  <a:lnTo>
                    <a:pt x="237" y="928"/>
                  </a:lnTo>
                  <a:lnTo>
                    <a:pt x="237"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3" name="Google Shape;763;p14"/>
            <p:cNvSpPr/>
            <p:nvPr/>
          </p:nvSpPr>
          <p:spPr>
            <a:xfrm>
              <a:off x="2841525" y="3206725"/>
              <a:ext cx="5950" cy="23225"/>
            </a:xfrm>
            <a:custGeom>
              <a:avLst/>
              <a:gdLst/>
              <a:ahLst/>
              <a:cxnLst/>
              <a:rect l="l" t="t" r="r" b="b"/>
              <a:pathLst>
                <a:path w="238" h="929" extrusionOk="0">
                  <a:moveTo>
                    <a:pt x="0" y="0"/>
                  </a:moveTo>
                  <a:lnTo>
                    <a:pt x="0" y="928"/>
                  </a:lnTo>
                  <a:lnTo>
                    <a:pt x="237" y="928"/>
                  </a:lnTo>
                  <a:lnTo>
                    <a:pt x="237"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4" name="Google Shape;764;p14"/>
            <p:cNvSpPr/>
            <p:nvPr/>
          </p:nvSpPr>
          <p:spPr>
            <a:xfrm>
              <a:off x="2841525" y="3253300"/>
              <a:ext cx="5950" cy="23200"/>
            </a:xfrm>
            <a:custGeom>
              <a:avLst/>
              <a:gdLst/>
              <a:ahLst/>
              <a:cxnLst/>
              <a:rect l="l" t="t" r="r" b="b"/>
              <a:pathLst>
                <a:path w="238" h="928" extrusionOk="0">
                  <a:moveTo>
                    <a:pt x="0" y="0"/>
                  </a:moveTo>
                  <a:lnTo>
                    <a:pt x="0" y="928"/>
                  </a:lnTo>
                  <a:lnTo>
                    <a:pt x="237" y="928"/>
                  </a:lnTo>
                  <a:lnTo>
                    <a:pt x="237"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5" name="Google Shape;765;p14"/>
            <p:cNvSpPr/>
            <p:nvPr/>
          </p:nvSpPr>
          <p:spPr>
            <a:xfrm>
              <a:off x="2841525" y="3299675"/>
              <a:ext cx="5950" cy="23400"/>
            </a:xfrm>
            <a:custGeom>
              <a:avLst/>
              <a:gdLst/>
              <a:ahLst/>
              <a:cxnLst/>
              <a:rect l="l" t="t" r="r" b="b"/>
              <a:pathLst>
                <a:path w="238" h="936" extrusionOk="0">
                  <a:moveTo>
                    <a:pt x="0" y="1"/>
                  </a:moveTo>
                  <a:lnTo>
                    <a:pt x="0" y="935"/>
                  </a:lnTo>
                  <a:lnTo>
                    <a:pt x="237" y="935"/>
                  </a:lnTo>
                  <a:lnTo>
                    <a:pt x="237"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6" name="Google Shape;766;p14"/>
            <p:cNvSpPr/>
            <p:nvPr/>
          </p:nvSpPr>
          <p:spPr>
            <a:xfrm>
              <a:off x="2841525" y="3902075"/>
              <a:ext cx="5950" cy="11700"/>
            </a:xfrm>
            <a:custGeom>
              <a:avLst/>
              <a:gdLst/>
              <a:ahLst/>
              <a:cxnLst/>
              <a:rect l="l" t="t" r="r" b="b"/>
              <a:pathLst>
                <a:path w="238" h="468" extrusionOk="0">
                  <a:moveTo>
                    <a:pt x="0" y="0"/>
                  </a:moveTo>
                  <a:lnTo>
                    <a:pt x="0" y="468"/>
                  </a:lnTo>
                  <a:lnTo>
                    <a:pt x="237" y="468"/>
                  </a:lnTo>
                  <a:lnTo>
                    <a:pt x="237"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67" name="Google Shape;767;p14"/>
          <p:cNvGrpSpPr/>
          <p:nvPr/>
        </p:nvGrpSpPr>
        <p:grpSpPr>
          <a:xfrm>
            <a:off x="460302" y="4513090"/>
            <a:ext cx="505852" cy="630414"/>
            <a:chOff x="666102" y="2406765"/>
            <a:chExt cx="505852" cy="630414"/>
          </a:xfrm>
        </p:grpSpPr>
        <p:grpSp>
          <p:nvGrpSpPr>
            <p:cNvPr id="768" name="Google Shape;768;p14"/>
            <p:cNvGrpSpPr/>
            <p:nvPr/>
          </p:nvGrpSpPr>
          <p:grpSpPr>
            <a:xfrm>
              <a:off x="1005172" y="2632603"/>
              <a:ext cx="166782" cy="404575"/>
              <a:chOff x="3816313" y="1611982"/>
              <a:chExt cx="1212958" cy="2940225"/>
            </a:xfrm>
          </p:grpSpPr>
          <p:sp>
            <p:nvSpPr>
              <p:cNvPr id="769" name="Google Shape;769;p14"/>
              <p:cNvSpPr/>
              <p:nvPr/>
            </p:nvSpPr>
            <p:spPr>
              <a:xfrm>
                <a:off x="3816313" y="1613408"/>
                <a:ext cx="1212958" cy="1949969"/>
              </a:xfrm>
              <a:custGeom>
                <a:avLst/>
                <a:gdLst/>
                <a:ahLst/>
                <a:cxnLst/>
                <a:rect l="l" t="t" r="r" b="b"/>
                <a:pathLst>
                  <a:path w="6852" h="6836" extrusionOk="0">
                    <a:moveTo>
                      <a:pt x="3422" y="1"/>
                    </a:moveTo>
                    <a:cubicBezTo>
                      <a:pt x="1540" y="1"/>
                      <a:pt x="14" y="1519"/>
                      <a:pt x="1" y="3404"/>
                    </a:cubicBezTo>
                    <a:cubicBezTo>
                      <a:pt x="1" y="5299"/>
                      <a:pt x="1524" y="6836"/>
                      <a:pt x="3420" y="6836"/>
                    </a:cubicBezTo>
                    <a:cubicBezTo>
                      <a:pt x="3430" y="6836"/>
                      <a:pt x="3440" y="6836"/>
                      <a:pt x="3450" y="6836"/>
                    </a:cubicBezTo>
                    <a:cubicBezTo>
                      <a:pt x="5316" y="6836"/>
                      <a:pt x="6836" y="5315"/>
                      <a:pt x="6852" y="3433"/>
                    </a:cubicBezTo>
                    <a:cubicBezTo>
                      <a:pt x="6852" y="1540"/>
                      <a:pt x="5326" y="1"/>
                      <a:pt x="3446" y="1"/>
                    </a:cubicBezTo>
                    <a:cubicBezTo>
                      <a:pt x="3438" y="1"/>
                      <a:pt x="3430" y="1"/>
                      <a:pt x="342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0" name="Google Shape;770;p14"/>
              <p:cNvSpPr/>
              <p:nvPr/>
            </p:nvSpPr>
            <p:spPr>
              <a:xfrm>
                <a:off x="4199464" y="2602232"/>
                <a:ext cx="351972" cy="1949975"/>
              </a:xfrm>
              <a:custGeom>
                <a:avLst/>
                <a:gdLst/>
                <a:ahLst/>
                <a:cxnLst/>
                <a:rect l="l" t="t" r="r" b="b"/>
                <a:pathLst>
                  <a:path w="2044" h="9712" extrusionOk="0">
                    <a:moveTo>
                      <a:pt x="1187" y="1"/>
                    </a:moveTo>
                    <a:lnTo>
                      <a:pt x="929" y="3420"/>
                    </a:lnTo>
                    <a:lnTo>
                      <a:pt x="14" y="2262"/>
                    </a:lnTo>
                    <a:lnTo>
                      <a:pt x="1" y="2276"/>
                    </a:lnTo>
                    <a:lnTo>
                      <a:pt x="900" y="3815"/>
                    </a:lnTo>
                    <a:lnTo>
                      <a:pt x="736" y="9712"/>
                    </a:lnTo>
                    <a:lnTo>
                      <a:pt x="1635" y="9712"/>
                    </a:lnTo>
                    <a:lnTo>
                      <a:pt x="1364" y="1854"/>
                    </a:lnTo>
                    <a:lnTo>
                      <a:pt x="2044" y="1020"/>
                    </a:lnTo>
                    <a:lnTo>
                      <a:pt x="2031" y="1007"/>
                    </a:lnTo>
                    <a:lnTo>
                      <a:pt x="1351" y="1648"/>
                    </a:lnTo>
                    <a:lnTo>
                      <a:pt x="1240" y="14"/>
                    </a:lnTo>
                    <a:lnTo>
                      <a:pt x="118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1" name="Google Shape;771;p14"/>
              <p:cNvSpPr/>
              <p:nvPr/>
            </p:nvSpPr>
            <p:spPr>
              <a:xfrm>
                <a:off x="4331976" y="1611982"/>
                <a:ext cx="697292" cy="1951395"/>
              </a:xfrm>
              <a:custGeom>
                <a:avLst/>
                <a:gdLst/>
                <a:ahLst/>
                <a:cxnLst/>
                <a:rect l="l" t="t" r="r" b="b"/>
                <a:pathLst>
                  <a:path w="3939" h="6841" extrusionOk="0">
                    <a:moveTo>
                      <a:pt x="383" y="1"/>
                    </a:moveTo>
                    <a:cubicBezTo>
                      <a:pt x="248" y="1"/>
                      <a:pt x="120" y="13"/>
                      <a:pt x="0" y="32"/>
                    </a:cubicBezTo>
                    <a:cubicBezTo>
                      <a:pt x="1651" y="290"/>
                      <a:pt x="2903" y="1722"/>
                      <a:pt x="2903" y="3438"/>
                    </a:cubicBezTo>
                    <a:cubicBezTo>
                      <a:pt x="2890" y="5141"/>
                      <a:pt x="1635" y="6556"/>
                      <a:pt x="0" y="6801"/>
                    </a:cubicBezTo>
                    <a:cubicBezTo>
                      <a:pt x="164" y="6828"/>
                      <a:pt x="327" y="6841"/>
                      <a:pt x="507" y="6841"/>
                    </a:cubicBezTo>
                    <a:cubicBezTo>
                      <a:pt x="517" y="6841"/>
                      <a:pt x="527" y="6841"/>
                      <a:pt x="537" y="6841"/>
                    </a:cubicBezTo>
                    <a:cubicBezTo>
                      <a:pt x="2403" y="6841"/>
                      <a:pt x="3923" y="5320"/>
                      <a:pt x="3939" y="3438"/>
                    </a:cubicBezTo>
                    <a:cubicBezTo>
                      <a:pt x="3939" y="1545"/>
                      <a:pt x="2413" y="6"/>
                      <a:pt x="533" y="6"/>
                    </a:cubicBezTo>
                    <a:cubicBezTo>
                      <a:pt x="482" y="2"/>
                      <a:pt x="432" y="1"/>
                      <a:pt x="383" y="1"/>
                    </a:cubicBezTo>
                    <a:close/>
                  </a:path>
                </a:pathLst>
              </a:custGeom>
              <a:solidFill>
                <a:srgbClr val="473A50">
                  <a:alpha val="434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72" name="Google Shape;772;p14"/>
            <p:cNvGrpSpPr/>
            <p:nvPr/>
          </p:nvGrpSpPr>
          <p:grpSpPr>
            <a:xfrm>
              <a:off x="666102" y="2406765"/>
              <a:ext cx="259816" cy="630384"/>
              <a:chOff x="3816313" y="1611982"/>
              <a:chExt cx="1212958" cy="2940225"/>
            </a:xfrm>
          </p:grpSpPr>
          <p:sp>
            <p:nvSpPr>
              <p:cNvPr id="773" name="Google Shape;773;p14"/>
              <p:cNvSpPr/>
              <p:nvPr/>
            </p:nvSpPr>
            <p:spPr>
              <a:xfrm>
                <a:off x="3816313" y="1613408"/>
                <a:ext cx="1212958" cy="1949969"/>
              </a:xfrm>
              <a:custGeom>
                <a:avLst/>
                <a:gdLst/>
                <a:ahLst/>
                <a:cxnLst/>
                <a:rect l="l" t="t" r="r" b="b"/>
                <a:pathLst>
                  <a:path w="6852" h="6836" extrusionOk="0">
                    <a:moveTo>
                      <a:pt x="3422" y="1"/>
                    </a:moveTo>
                    <a:cubicBezTo>
                      <a:pt x="1540" y="1"/>
                      <a:pt x="14" y="1519"/>
                      <a:pt x="1" y="3404"/>
                    </a:cubicBezTo>
                    <a:cubicBezTo>
                      <a:pt x="1" y="5299"/>
                      <a:pt x="1524" y="6836"/>
                      <a:pt x="3420" y="6836"/>
                    </a:cubicBezTo>
                    <a:cubicBezTo>
                      <a:pt x="3430" y="6836"/>
                      <a:pt x="3440" y="6836"/>
                      <a:pt x="3450" y="6836"/>
                    </a:cubicBezTo>
                    <a:cubicBezTo>
                      <a:pt x="5316" y="6836"/>
                      <a:pt x="6836" y="5315"/>
                      <a:pt x="6852" y="3433"/>
                    </a:cubicBezTo>
                    <a:cubicBezTo>
                      <a:pt x="6852" y="1540"/>
                      <a:pt x="5326" y="1"/>
                      <a:pt x="3446" y="1"/>
                    </a:cubicBezTo>
                    <a:cubicBezTo>
                      <a:pt x="3438" y="1"/>
                      <a:pt x="3430" y="1"/>
                      <a:pt x="342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4" name="Google Shape;774;p14"/>
              <p:cNvSpPr/>
              <p:nvPr/>
            </p:nvSpPr>
            <p:spPr>
              <a:xfrm>
                <a:off x="4199464" y="2602232"/>
                <a:ext cx="351972" cy="1949975"/>
              </a:xfrm>
              <a:custGeom>
                <a:avLst/>
                <a:gdLst/>
                <a:ahLst/>
                <a:cxnLst/>
                <a:rect l="l" t="t" r="r" b="b"/>
                <a:pathLst>
                  <a:path w="2044" h="9712" extrusionOk="0">
                    <a:moveTo>
                      <a:pt x="1187" y="1"/>
                    </a:moveTo>
                    <a:lnTo>
                      <a:pt x="929" y="3420"/>
                    </a:lnTo>
                    <a:lnTo>
                      <a:pt x="14" y="2262"/>
                    </a:lnTo>
                    <a:lnTo>
                      <a:pt x="1" y="2276"/>
                    </a:lnTo>
                    <a:lnTo>
                      <a:pt x="900" y="3815"/>
                    </a:lnTo>
                    <a:lnTo>
                      <a:pt x="736" y="9712"/>
                    </a:lnTo>
                    <a:lnTo>
                      <a:pt x="1635" y="9712"/>
                    </a:lnTo>
                    <a:lnTo>
                      <a:pt x="1364" y="1854"/>
                    </a:lnTo>
                    <a:lnTo>
                      <a:pt x="2044" y="1020"/>
                    </a:lnTo>
                    <a:lnTo>
                      <a:pt x="2031" y="1007"/>
                    </a:lnTo>
                    <a:lnTo>
                      <a:pt x="1351" y="1648"/>
                    </a:lnTo>
                    <a:lnTo>
                      <a:pt x="1240" y="14"/>
                    </a:lnTo>
                    <a:lnTo>
                      <a:pt x="118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5" name="Google Shape;775;p14"/>
              <p:cNvSpPr/>
              <p:nvPr/>
            </p:nvSpPr>
            <p:spPr>
              <a:xfrm>
                <a:off x="4331976" y="1611982"/>
                <a:ext cx="697292" cy="1951395"/>
              </a:xfrm>
              <a:custGeom>
                <a:avLst/>
                <a:gdLst/>
                <a:ahLst/>
                <a:cxnLst/>
                <a:rect l="l" t="t" r="r" b="b"/>
                <a:pathLst>
                  <a:path w="3939" h="6841" extrusionOk="0">
                    <a:moveTo>
                      <a:pt x="383" y="1"/>
                    </a:moveTo>
                    <a:cubicBezTo>
                      <a:pt x="248" y="1"/>
                      <a:pt x="120" y="13"/>
                      <a:pt x="0" y="32"/>
                    </a:cubicBezTo>
                    <a:cubicBezTo>
                      <a:pt x="1651" y="290"/>
                      <a:pt x="2903" y="1722"/>
                      <a:pt x="2903" y="3438"/>
                    </a:cubicBezTo>
                    <a:cubicBezTo>
                      <a:pt x="2890" y="5141"/>
                      <a:pt x="1635" y="6556"/>
                      <a:pt x="0" y="6801"/>
                    </a:cubicBezTo>
                    <a:cubicBezTo>
                      <a:pt x="164" y="6828"/>
                      <a:pt x="327" y="6841"/>
                      <a:pt x="507" y="6841"/>
                    </a:cubicBezTo>
                    <a:cubicBezTo>
                      <a:pt x="517" y="6841"/>
                      <a:pt x="527" y="6841"/>
                      <a:pt x="537" y="6841"/>
                    </a:cubicBezTo>
                    <a:cubicBezTo>
                      <a:pt x="2403" y="6841"/>
                      <a:pt x="3923" y="5320"/>
                      <a:pt x="3939" y="3438"/>
                    </a:cubicBezTo>
                    <a:cubicBezTo>
                      <a:pt x="3939" y="1545"/>
                      <a:pt x="2413" y="6"/>
                      <a:pt x="533" y="6"/>
                    </a:cubicBezTo>
                    <a:cubicBezTo>
                      <a:pt x="482" y="2"/>
                      <a:pt x="432" y="1"/>
                      <a:pt x="383" y="1"/>
                    </a:cubicBezTo>
                    <a:close/>
                  </a:path>
                </a:pathLst>
              </a:custGeom>
              <a:solidFill>
                <a:srgbClr val="473A50">
                  <a:alpha val="434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776" name="Google Shape;776;p14"/>
          <p:cNvSpPr txBox="1">
            <a:spLocks noGrp="1"/>
          </p:cNvSpPr>
          <p:nvPr>
            <p:ph type="title"/>
          </p:nvPr>
        </p:nvSpPr>
        <p:spPr>
          <a:xfrm>
            <a:off x="720000" y="3688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777" name="Google Shape;777;p14"/>
          <p:cNvSpPr txBox="1">
            <a:spLocks noGrp="1"/>
          </p:cNvSpPr>
          <p:nvPr>
            <p:ph type="subTitle" idx="1"/>
          </p:nvPr>
        </p:nvSpPr>
        <p:spPr>
          <a:xfrm>
            <a:off x="713225" y="930738"/>
            <a:ext cx="7710900" cy="572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200"/>
              <a:buChar char="●"/>
              <a:defRPr/>
            </a:lvl1pPr>
            <a:lvl2pPr lvl="1" algn="ctr" rtl="0">
              <a:lnSpc>
                <a:spcPct val="100000"/>
              </a:lnSpc>
              <a:spcBef>
                <a:spcPts val="0"/>
              </a:spcBef>
              <a:spcAft>
                <a:spcPts val="0"/>
              </a:spcAft>
              <a:buSzPts val="1200"/>
              <a:buChar char="○"/>
              <a:defRPr/>
            </a:lvl2pPr>
            <a:lvl3pPr lvl="2" algn="ctr" rtl="0">
              <a:lnSpc>
                <a:spcPct val="100000"/>
              </a:lnSpc>
              <a:spcBef>
                <a:spcPts val="1600"/>
              </a:spcBef>
              <a:spcAft>
                <a:spcPts val="0"/>
              </a:spcAft>
              <a:buSzPts val="1200"/>
              <a:buChar char="■"/>
              <a:defRPr/>
            </a:lvl3pPr>
            <a:lvl4pPr lvl="3" algn="ctr" rtl="0">
              <a:lnSpc>
                <a:spcPct val="100000"/>
              </a:lnSpc>
              <a:spcBef>
                <a:spcPts val="1600"/>
              </a:spcBef>
              <a:spcAft>
                <a:spcPts val="0"/>
              </a:spcAft>
              <a:buSzPts val="1200"/>
              <a:buChar char="●"/>
              <a:defRPr/>
            </a:lvl4pPr>
            <a:lvl5pPr lvl="4" algn="ctr" rtl="0">
              <a:lnSpc>
                <a:spcPct val="100000"/>
              </a:lnSpc>
              <a:spcBef>
                <a:spcPts val="1600"/>
              </a:spcBef>
              <a:spcAft>
                <a:spcPts val="0"/>
              </a:spcAft>
              <a:buSzPts val="1200"/>
              <a:buChar char="○"/>
              <a:defRPr/>
            </a:lvl5pPr>
            <a:lvl6pPr lvl="5" algn="ctr" rtl="0">
              <a:lnSpc>
                <a:spcPct val="100000"/>
              </a:lnSpc>
              <a:spcBef>
                <a:spcPts val="1600"/>
              </a:spcBef>
              <a:spcAft>
                <a:spcPts val="0"/>
              </a:spcAft>
              <a:buSzPts val="1200"/>
              <a:buChar char="■"/>
              <a:defRPr/>
            </a:lvl6pPr>
            <a:lvl7pPr lvl="6" algn="ctr" rtl="0">
              <a:lnSpc>
                <a:spcPct val="100000"/>
              </a:lnSpc>
              <a:spcBef>
                <a:spcPts val="1600"/>
              </a:spcBef>
              <a:spcAft>
                <a:spcPts val="0"/>
              </a:spcAft>
              <a:buSzPts val="1200"/>
              <a:buChar char="●"/>
              <a:defRPr/>
            </a:lvl7pPr>
            <a:lvl8pPr lvl="7" algn="ctr" rtl="0">
              <a:lnSpc>
                <a:spcPct val="100000"/>
              </a:lnSpc>
              <a:spcBef>
                <a:spcPts val="1600"/>
              </a:spcBef>
              <a:spcAft>
                <a:spcPts val="0"/>
              </a:spcAft>
              <a:buSzPts val="1200"/>
              <a:buChar char="○"/>
              <a:defRPr/>
            </a:lvl8pPr>
            <a:lvl9pPr lvl="8" algn="ctr" rtl="0">
              <a:lnSpc>
                <a:spcPct val="100000"/>
              </a:lnSpc>
              <a:spcBef>
                <a:spcPts val="1600"/>
              </a:spcBef>
              <a:spcAft>
                <a:spcPts val="1600"/>
              </a:spcAft>
              <a:buSzPts val="1200"/>
              <a:buChar char="■"/>
              <a:defRPr/>
            </a:lvl9pPr>
          </a:lstStyle>
          <a:p>
            <a:endParaRPr/>
          </a:p>
        </p:txBody>
      </p:sp>
      <p:grpSp>
        <p:nvGrpSpPr>
          <p:cNvPr id="778" name="Google Shape;778;p14"/>
          <p:cNvGrpSpPr/>
          <p:nvPr/>
        </p:nvGrpSpPr>
        <p:grpSpPr>
          <a:xfrm>
            <a:off x="8243439" y="4325320"/>
            <a:ext cx="374657" cy="463150"/>
            <a:chOff x="8243489" y="4050570"/>
            <a:chExt cx="374657" cy="463150"/>
          </a:xfrm>
        </p:grpSpPr>
        <p:sp>
          <p:nvSpPr>
            <p:cNvPr id="779" name="Google Shape;779;p14"/>
            <p:cNvSpPr/>
            <p:nvPr/>
          </p:nvSpPr>
          <p:spPr>
            <a:xfrm>
              <a:off x="8243489" y="4051225"/>
              <a:ext cx="374657" cy="461828"/>
            </a:xfrm>
            <a:custGeom>
              <a:avLst/>
              <a:gdLst/>
              <a:ahLst/>
              <a:cxnLst/>
              <a:rect l="l" t="t" r="r" b="b"/>
              <a:pathLst>
                <a:path w="107815" h="132900" extrusionOk="0">
                  <a:moveTo>
                    <a:pt x="53908" y="30499"/>
                  </a:moveTo>
                  <a:cubicBezTo>
                    <a:pt x="65243" y="30499"/>
                    <a:pt x="74444" y="39725"/>
                    <a:pt x="74444" y="51162"/>
                  </a:cubicBezTo>
                  <a:cubicBezTo>
                    <a:pt x="74444" y="62472"/>
                    <a:pt x="65243" y="71698"/>
                    <a:pt x="53908" y="71698"/>
                  </a:cubicBezTo>
                  <a:cubicBezTo>
                    <a:pt x="42572" y="71698"/>
                    <a:pt x="33372" y="62472"/>
                    <a:pt x="33372" y="51162"/>
                  </a:cubicBezTo>
                  <a:cubicBezTo>
                    <a:pt x="33372" y="39725"/>
                    <a:pt x="42572" y="30499"/>
                    <a:pt x="53908" y="30499"/>
                  </a:cubicBezTo>
                  <a:close/>
                  <a:moveTo>
                    <a:pt x="53908" y="0"/>
                  </a:moveTo>
                  <a:cubicBezTo>
                    <a:pt x="24146" y="0"/>
                    <a:pt x="1" y="24145"/>
                    <a:pt x="1" y="53907"/>
                  </a:cubicBezTo>
                  <a:cubicBezTo>
                    <a:pt x="1" y="72867"/>
                    <a:pt x="9125" y="89489"/>
                    <a:pt x="19800" y="102629"/>
                  </a:cubicBezTo>
                  <a:cubicBezTo>
                    <a:pt x="35176" y="121462"/>
                    <a:pt x="53908" y="132899"/>
                    <a:pt x="53908" y="132899"/>
                  </a:cubicBezTo>
                  <a:cubicBezTo>
                    <a:pt x="53908" y="132899"/>
                    <a:pt x="107815" y="101460"/>
                    <a:pt x="107815" y="53907"/>
                  </a:cubicBezTo>
                  <a:cubicBezTo>
                    <a:pt x="107815" y="49993"/>
                    <a:pt x="107383" y="46282"/>
                    <a:pt x="106646" y="42571"/>
                  </a:cubicBezTo>
                  <a:cubicBezTo>
                    <a:pt x="101461" y="18223"/>
                    <a:pt x="79857" y="0"/>
                    <a:pt x="5390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0" name="Google Shape;780;p14"/>
            <p:cNvSpPr/>
            <p:nvPr/>
          </p:nvSpPr>
          <p:spPr>
            <a:xfrm>
              <a:off x="8244307" y="4050570"/>
              <a:ext cx="257600" cy="463150"/>
            </a:xfrm>
            <a:custGeom>
              <a:avLst/>
              <a:gdLst/>
              <a:ahLst/>
              <a:cxnLst/>
              <a:rect l="l" t="t" r="r" b="b"/>
              <a:pathLst>
                <a:path w="10304" h="18526" extrusionOk="0">
                  <a:moveTo>
                    <a:pt x="10304" y="569"/>
                  </a:moveTo>
                  <a:cubicBezTo>
                    <a:pt x="10352" y="391"/>
                    <a:pt x="7780" y="-157"/>
                    <a:pt x="6521" y="43"/>
                  </a:cubicBezTo>
                  <a:cubicBezTo>
                    <a:pt x="5262" y="243"/>
                    <a:pt x="3802" y="856"/>
                    <a:pt x="2749" y="1767"/>
                  </a:cubicBezTo>
                  <a:cubicBezTo>
                    <a:pt x="1697" y="2678"/>
                    <a:pt x="575" y="4056"/>
                    <a:pt x="206" y="5509"/>
                  </a:cubicBezTo>
                  <a:cubicBezTo>
                    <a:pt x="-163" y="6962"/>
                    <a:pt x="-24" y="8869"/>
                    <a:pt x="533" y="10485"/>
                  </a:cubicBezTo>
                  <a:cubicBezTo>
                    <a:pt x="1090" y="12102"/>
                    <a:pt x="2383" y="13868"/>
                    <a:pt x="3548" y="15208"/>
                  </a:cubicBezTo>
                  <a:cubicBezTo>
                    <a:pt x="4713" y="16548"/>
                    <a:pt x="7296" y="18466"/>
                    <a:pt x="7523" y="18525"/>
                  </a:cubicBezTo>
                  <a:cubicBezTo>
                    <a:pt x="7750" y="18584"/>
                    <a:pt x="5678" y="16542"/>
                    <a:pt x="4908" y="15561"/>
                  </a:cubicBezTo>
                  <a:cubicBezTo>
                    <a:pt x="4138" y="14580"/>
                    <a:pt x="3455" y="13897"/>
                    <a:pt x="2903" y="12640"/>
                  </a:cubicBezTo>
                  <a:cubicBezTo>
                    <a:pt x="2351" y="11383"/>
                    <a:pt x="1592" y="9536"/>
                    <a:pt x="1595" y="8020"/>
                  </a:cubicBezTo>
                  <a:cubicBezTo>
                    <a:pt x="1598" y="6504"/>
                    <a:pt x="2149" y="4697"/>
                    <a:pt x="2922" y="3546"/>
                  </a:cubicBezTo>
                  <a:cubicBezTo>
                    <a:pt x="3696" y="2395"/>
                    <a:pt x="5006" y="1609"/>
                    <a:pt x="6236" y="1113"/>
                  </a:cubicBezTo>
                  <a:cubicBezTo>
                    <a:pt x="7466" y="617"/>
                    <a:pt x="10257" y="747"/>
                    <a:pt x="10304" y="569"/>
                  </a:cubicBezTo>
                  <a:close/>
                </a:path>
              </a:pathLst>
            </a:custGeom>
            <a:solidFill>
              <a:srgbClr val="8162A7">
                <a:alpha val="45910"/>
              </a:srgbClr>
            </a:solidFill>
            <a:ln>
              <a:noFill/>
            </a:ln>
          </p:spPr>
        </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and text 1">
  <p:cSld name="CUSTOM_10_1">
    <p:spTree>
      <p:nvGrpSpPr>
        <p:cNvPr id="1" name="Shape 781"/>
        <p:cNvGrpSpPr/>
        <p:nvPr/>
      </p:nvGrpSpPr>
      <p:grpSpPr>
        <a:xfrm>
          <a:off x="0" y="0"/>
          <a:ext cx="0" cy="0"/>
          <a:chOff x="0" y="0"/>
          <a:chExt cx="0" cy="0"/>
        </a:xfrm>
      </p:grpSpPr>
      <p:sp>
        <p:nvSpPr>
          <p:cNvPr id="782" name="Google Shape;782;p15"/>
          <p:cNvSpPr txBox="1">
            <a:spLocks noGrp="1"/>
          </p:cNvSpPr>
          <p:nvPr>
            <p:ph type="title"/>
          </p:nvPr>
        </p:nvSpPr>
        <p:spPr>
          <a:xfrm>
            <a:off x="720000" y="3688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783" name="Google Shape;783;p15"/>
          <p:cNvSpPr txBox="1">
            <a:spLocks noGrp="1"/>
          </p:cNvSpPr>
          <p:nvPr>
            <p:ph type="subTitle" idx="1"/>
          </p:nvPr>
        </p:nvSpPr>
        <p:spPr>
          <a:xfrm>
            <a:off x="713225" y="1342550"/>
            <a:ext cx="3825300" cy="24720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Char char="●"/>
              <a:defRPr/>
            </a:lvl1pPr>
            <a:lvl2pPr lvl="1" algn="ctr" rtl="0">
              <a:lnSpc>
                <a:spcPct val="100000"/>
              </a:lnSpc>
              <a:spcBef>
                <a:spcPts val="0"/>
              </a:spcBef>
              <a:spcAft>
                <a:spcPts val="0"/>
              </a:spcAft>
              <a:buSzPts val="1200"/>
              <a:buChar char="○"/>
              <a:defRPr/>
            </a:lvl2pPr>
            <a:lvl3pPr lvl="2" algn="ctr" rtl="0">
              <a:lnSpc>
                <a:spcPct val="100000"/>
              </a:lnSpc>
              <a:spcBef>
                <a:spcPts val="1600"/>
              </a:spcBef>
              <a:spcAft>
                <a:spcPts val="0"/>
              </a:spcAft>
              <a:buSzPts val="1200"/>
              <a:buChar char="■"/>
              <a:defRPr/>
            </a:lvl3pPr>
            <a:lvl4pPr lvl="3" algn="ctr" rtl="0">
              <a:lnSpc>
                <a:spcPct val="100000"/>
              </a:lnSpc>
              <a:spcBef>
                <a:spcPts val="1600"/>
              </a:spcBef>
              <a:spcAft>
                <a:spcPts val="0"/>
              </a:spcAft>
              <a:buSzPts val="1200"/>
              <a:buChar char="●"/>
              <a:defRPr/>
            </a:lvl4pPr>
            <a:lvl5pPr lvl="4" algn="ctr" rtl="0">
              <a:lnSpc>
                <a:spcPct val="100000"/>
              </a:lnSpc>
              <a:spcBef>
                <a:spcPts val="1600"/>
              </a:spcBef>
              <a:spcAft>
                <a:spcPts val="0"/>
              </a:spcAft>
              <a:buSzPts val="1200"/>
              <a:buChar char="○"/>
              <a:defRPr/>
            </a:lvl5pPr>
            <a:lvl6pPr lvl="5" algn="ctr" rtl="0">
              <a:lnSpc>
                <a:spcPct val="100000"/>
              </a:lnSpc>
              <a:spcBef>
                <a:spcPts val="1600"/>
              </a:spcBef>
              <a:spcAft>
                <a:spcPts val="0"/>
              </a:spcAft>
              <a:buSzPts val="1200"/>
              <a:buChar char="■"/>
              <a:defRPr/>
            </a:lvl6pPr>
            <a:lvl7pPr lvl="6" algn="ctr" rtl="0">
              <a:lnSpc>
                <a:spcPct val="100000"/>
              </a:lnSpc>
              <a:spcBef>
                <a:spcPts val="1600"/>
              </a:spcBef>
              <a:spcAft>
                <a:spcPts val="0"/>
              </a:spcAft>
              <a:buSzPts val="1200"/>
              <a:buChar char="●"/>
              <a:defRPr/>
            </a:lvl7pPr>
            <a:lvl8pPr lvl="7" algn="ctr" rtl="0">
              <a:lnSpc>
                <a:spcPct val="100000"/>
              </a:lnSpc>
              <a:spcBef>
                <a:spcPts val="1600"/>
              </a:spcBef>
              <a:spcAft>
                <a:spcPts val="0"/>
              </a:spcAft>
              <a:buSzPts val="1200"/>
              <a:buChar char="○"/>
              <a:defRPr/>
            </a:lvl8pPr>
            <a:lvl9pPr lvl="8" algn="ctr" rtl="0">
              <a:lnSpc>
                <a:spcPct val="100000"/>
              </a:lnSpc>
              <a:spcBef>
                <a:spcPts val="1600"/>
              </a:spcBef>
              <a:spcAft>
                <a:spcPts val="1600"/>
              </a:spcAft>
              <a:buSzPts val="1200"/>
              <a:buChar char="■"/>
              <a:defRPr/>
            </a:lvl9pPr>
          </a:lstStyle>
          <a:p>
            <a:endParaRPr/>
          </a:p>
        </p:txBody>
      </p:sp>
      <p:grpSp>
        <p:nvGrpSpPr>
          <p:cNvPr id="784" name="Google Shape;784;p15"/>
          <p:cNvGrpSpPr/>
          <p:nvPr/>
        </p:nvGrpSpPr>
        <p:grpSpPr>
          <a:xfrm>
            <a:off x="-1359250" y="-412400"/>
            <a:ext cx="2079250" cy="1802500"/>
            <a:chOff x="349725" y="59275"/>
            <a:chExt cx="2079250" cy="1802500"/>
          </a:xfrm>
        </p:grpSpPr>
        <p:sp>
          <p:nvSpPr>
            <p:cNvPr id="785" name="Google Shape;785;p15"/>
            <p:cNvSpPr/>
            <p:nvPr/>
          </p:nvSpPr>
          <p:spPr>
            <a:xfrm>
              <a:off x="349725" y="59275"/>
              <a:ext cx="2079250" cy="1802500"/>
            </a:xfrm>
            <a:custGeom>
              <a:avLst/>
              <a:gdLst/>
              <a:ahLst/>
              <a:cxnLst/>
              <a:rect l="l" t="t" r="r" b="b"/>
              <a:pathLst>
                <a:path w="83170" h="72100" extrusionOk="0">
                  <a:moveTo>
                    <a:pt x="66287" y="0"/>
                  </a:moveTo>
                  <a:lnTo>
                    <a:pt x="66287" y="48908"/>
                  </a:lnTo>
                  <a:lnTo>
                    <a:pt x="66211" y="49080"/>
                  </a:lnTo>
                  <a:lnTo>
                    <a:pt x="66287" y="49386"/>
                  </a:lnTo>
                  <a:cubicBezTo>
                    <a:pt x="66287" y="50265"/>
                    <a:pt x="66058" y="52579"/>
                    <a:pt x="64777" y="53860"/>
                  </a:cubicBezTo>
                  <a:cubicBezTo>
                    <a:pt x="63898" y="54739"/>
                    <a:pt x="62311" y="55217"/>
                    <a:pt x="59997" y="55217"/>
                  </a:cubicBezTo>
                  <a:lnTo>
                    <a:pt x="0" y="55217"/>
                  </a:lnTo>
                  <a:lnTo>
                    <a:pt x="0" y="72100"/>
                  </a:lnTo>
                  <a:lnTo>
                    <a:pt x="59997" y="72100"/>
                  </a:lnTo>
                  <a:cubicBezTo>
                    <a:pt x="68926" y="72100"/>
                    <a:pt x="74260" y="68429"/>
                    <a:pt x="77128" y="65331"/>
                  </a:cubicBezTo>
                  <a:cubicBezTo>
                    <a:pt x="83093" y="59041"/>
                    <a:pt x="83170" y="50743"/>
                    <a:pt x="83170" y="48755"/>
                  </a:cubicBezTo>
                  <a:lnTo>
                    <a:pt x="83170" y="0"/>
                  </a:lnTo>
                  <a:close/>
                </a:path>
              </a:pathLst>
            </a:custGeom>
            <a:solidFill>
              <a:schemeClr val="accent5"/>
            </a:solidFill>
            <a:ln>
              <a:noFill/>
            </a:ln>
            <a:effectLst>
              <a:outerShdw dist="57150" dir="6300000" algn="bl" rotWithShape="0">
                <a:schemeClr val="dk1">
                  <a:alpha val="35000"/>
                </a:scheme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endParaRPr/>
            </a:p>
          </p:txBody>
        </p:sp>
        <p:sp>
          <p:nvSpPr>
            <p:cNvPr id="786" name="Google Shape;786;p15"/>
            <p:cNvSpPr/>
            <p:nvPr/>
          </p:nvSpPr>
          <p:spPr>
            <a:xfrm>
              <a:off x="443400" y="166800"/>
              <a:ext cx="1782450" cy="1503775"/>
            </a:xfrm>
            <a:custGeom>
              <a:avLst/>
              <a:gdLst/>
              <a:ahLst/>
              <a:cxnLst/>
              <a:rect l="l" t="t" r="r" b="b"/>
              <a:pathLst>
                <a:path w="71298" h="60151" extrusionOk="0">
                  <a:moveTo>
                    <a:pt x="70666" y="1"/>
                  </a:moveTo>
                  <a:lnTo>
                    <a:pt x="70666" y="2544"/>
                  </a:lnTo>
                  <a:lnTo>
                    <a:pt x="71297" y="2544"/>
                  </a:lnTo>
                  <a:lnTo>
                    <a:pt x="71297" y="1"/>
                  </a:lnTo>
                  <a:close/>
                  <a:moveTo>
                    <a:pt x="70666" y="5106"/>
                  </a:moveTo>
                  <a:lnTo>
                    <a:pt x="70666" y="7649"/>
                  </a:lnTo>
                  <a:lnTo>
                    <a:pt x="71297" y="7649"/>
                  </a:lnTo>
                  <a:lnTo>
                    <a:pt x="71297" y="5106"/>
                  </a:lnTo>
                  <a:close/>
                  <a:moveTo>
                    <a:pt x="70666" y="10192"/>
                  </a:moveTo>
                  <a:lnTo>
                    <a:pt x="70666" y="12754"/>
                  </a:lnTo>
                  <a:lnTo>
                    <a:pt x="71297" y="12754"/>
                  </a:lnTo>
                  <a:lnTo>
                    <a:pt x="71297" y="10192"/>
                  </a:lnTo>
                  <a:close/>
                  <a:moveTo>
                    <a:pt x="70666" y="15297"/>
                  </a:moveTo>
                  <a:lnTo>
                    <a:pt x="70666" y="17839"/>
                  </a:lnTo>
                  <a:lnTo>
                    <a:pt x="71297" y="17839"/>
                  </a:lnTo>
                  <a:lnTo>
                    <a:pt x="71297" y="15297"/>
                  </a:lnTo>
                  <a:close/>
                  <a:moveTo>
                    <a:pt x="70666" y="20401"/>
                  </a:moveTo>
                  <a:lnTo>
                    <a:pt x="70666" y="22944"/>
                  </a:lnTo>
                  <a:lnTo>
                    <a:pt x="71297" y="22944"/>
                  </a:lnTo>
                  <a:lnTo>
                    <a:pt x="71297" y="20401"/>
                  </a:lnTo>
                  <a:close/>
                  <a:moveTo>
                    <a:pt x="70666" y="25487"/>
                  </a:moveTo>
                  <a:lnTo>
                    <a:pt x="70666" y="28049"/>
                  </a:lnTo>
                  <a:lnTo>
                    <a:pt x="71297" y="28049"/>
                  </a:lnTo>
                  <a:lnTo>
                    <a:pt x="71297" y="25487"/>
                  </a:lnTo>
                  <a:close/>
                  <a:moveTo>
                    <a:pt x="70666" y="30592"/>
                  </a:moveTo>
                  <a:lnTo>
                    <a:pt x="70666" y="33135"/>
                  </a:lnTo>
                  <a:lnTo>
                    <a:pt x="71297" y="33135"/>
                  </a:lnTo>
                  <a:lnTo>
                    <a:pt x="71297" y="30592"/>
                  </a:lnTo>
                  <a:close/>
                  <a:moveTo>
                    <a:pt x="70666" y="35697"/>
                  </a:moveTo>
                  <a:lnTo>
                    <a:pt x="70666" y="38240"/>
                  </a:lnTo>
                  <a:lnTo>
                    <a:pt x="71297" y="38240"/>
                  </a:lnTo>
                  <a:lnTo>
                    <a:pt x="71297" y="35697"/>
                  </a:lnTo>
                  <a:close/>
                  <a:moveTo>
                    <a:pt x="70666" y="40783"/>
                  </a:moveTo>
                  <a:lnTo>
                    <a:pt x="70666" y="43345"/>
                  </a:lnTo>
                  <a:lnTo>
                    <a:pt x="71297" y="43345"/>
                  </a:lnTo>
                  <a:lnTo>
                    <a:pt x="71297" y="40783"/>
                  </a:lnTo>
                  <a:close/>
                  <a:moveTo>
                    <a:pt x="70666" y="45888"/>
                  </a:moveTo>
                  <a:cubicBezTo>
                    <a:pt x="70590" y="46442"/>
                    <a:pt x="70590" y="47322"/>
                    <a:pt x="70341" y="48354"/>
                  </a:cubicBezTo>
                  <a:lnTo>
                    <a:pt x="70991" y="48526"/>
                  </a:lnTo>
                  <a:cubicBezTo>
                    <a:pt x="71221" y="47398"/>
                    <a:pt x="71221" y="46519"/>
                    <a:pt x="71297" y="45888"/>
                  </a:cubicBezTo>
                  <a:close/>
                  <a:moveTo>
                    <a:pt x="69787" y="50821"/>
                  </a:moveTo>
                  <a:cubicBezTo>
                    <a:pt x="69481" y="51624"/>
                    <a:pt x="69156" y="52427"/>
                    <a:pt x="68754" y="53058"/>
                  </a:cubicBezTo>
                  <a:lnTo>
                    <a:pt x="69309" y="53383"/>
                  </a:lnTo>
                  <a:cubicBezTo>
                    <a:pt x="69710" y="52656"/>
                    <a:pt x="70112" y="51872"/>
                    <a:pt x="70341" y="50993"/>
                  </a:cubicBezTo>
                  <a:lnTo>
                    <a:pt x="69787" y="50821"/>
                  </a:lnTo>
                  <a:close/>
                  <a:moveTo>
                    <a:pt x="67397" y="55122"/>
                  </a:moveTo>
                  <a:cubicBezTo>
                    <a:pt x="66842" y="55773"/>
                    <a:pt x="66211" y="56327"/>
                    <a:pt x="65561" y="56805"/>
                  </a:cubicBezTo>
                  <a:lnTo>
                    <a:pt x="65963" y="57359"/>
                  </a:lnTo>
                  <a:cubicBezTo>
                    <a:pt x="66689" y="56805"/>
                    <a:pt x="67320" y="56251"/>
                    <a:pt x="67875" y="55524"/>
                  </a:cubicBezTo>
                  <a:lnTo>
                    <a:pt x="67397" y="55122"/>
                  </a:lnTo>
                  <a:close/>
                  <a:moveTo>
                    <a:pt x="63420" y="58086"/>
                  </a:moveTo>
                  <a:cubicBezTo>
                    <a:pt x="62693" y="58392"/>
                    <a:pt x="61910" y="58717"/>
                    <a:pt x="61107" y="58946"/>
                  </a:cubicBezTo>
                  <a:lnTo>
                    <a:pt x="61259" y="59520"/>
                  </a:lnTo>
                  <a:cubicBezTo>
                    <a:pt x="62139" y="59348"/>
                    <a:pt x="62942" y="59042"/>
                    <a:pt x="63745" y="58640"/>
                  </a:cubicBezTo>
                  <a:lnTo>
                    <a:pt x="63420" y="58086"/>
                  </a:lnTo>
                  <a:close/>
                  <a:moveTo>
                    <a:pt x="1" y="59520"/>
                  </a:moveTo>
                  <a:lnTo>
                    <a:pt x="1" y="60151"/>
                  </a:lnTo>
                  <a:lnTo>
                    <a:pt x="2563" y="60151"/>
                  </a:lnTo>
                  <a:lnTo>
                    <a:pt x="2563" y="59520"/>
                  </a:lnTo>
                  <a:close/>
                  <a:moveTo>
                    <a:pt x="5106" y="59520"/>
                  </a:moveTo>
                  <a:lnTo>
                    <a:pt x="5106" y="60151"/>
                  </a:lnTo>
                  <a:lnTo>
                    <a:pt x="7648" y="60151"/>
                  </a:lnTo>
                  <a:lnTo>
                    <a:pt x="7648" y="59520"/>
                  </a:lnTo>
                  <a:close/>
                  <a:moveTo>
                    <a:pt x="10210" y="59520"/>
                  </a:moveTo>
                  <a:lnTo>
                    <a:pt x="10210" y="60151"/>
                  </a:lnTo>
                  <a:lnTo>
                    <a:pt x="12753" y="60151"/>
                  </a:lnTo>
                  <a:lnTo>
                    <a:pt x="12753" y="59520"/>
                  </a:lnTo>
                  <a:close/>
                  <a:moveTo>
                    <a:pt x="15296" y="59520"/>
                  </a:moveTo>
                  <a:lnTo>
                    <a:pt x="15296" y="60151"/>
                  </a:lnTo>
                  <a:lnTo>
                    <a:pt x="17858" y="60151"/>
                  </a:lnTo>
                  <a:lnTo>
                    <a:pt x="17858" y="59520"/>
                  </a:lnTo>
                  <a:close/>
                  <a:moveTo>
                    <a:pt x="20401" y="59520"/>
                  </a:moveTo>
                  <a:lnTo>
                    <a:pt x="20401" y="60151"/>
                  </a:lnTo>
                  <a:lnTo>
                    <a:pt x="22944" y="60151"/>
                  </a:lnTo>
                  <a:lnTo>
                    <a:pt x="22944" y="59520"/>
                  </a:lnTo>
                  <a:close/>
                  <a:moveTo>
                    <a:pt x="25506" y="59520"/>
                  </a:moveTo>
                  <a:lnTo>
                    <a:pt x="25506" y="60151"/>
                  </a:lnTo>
                  <a:lnTo>
                    <a:pt x="28049" y="60151"/>
                  </a:lnTo>
                  <a:lnTo>
                    <a:pt x="28049" y="59520"/>
                  </a:lnTo>
                  <a:close/>
                  <a:moveTo>
                    <a:pt x="30592" y="59520"/>
                  </a:moveTo>
                  <a:lnTo>
                    <a:pt x="30592" y="60151"/>
                  </a:lnTo>
                  <a:lnTo>
                    <a:pt x="33154" y="60151"/>
                  </a:lnTo>
                  <a:lnTo>
                    <a:pt x="33154" y="59520"/>
                  </a:lnTo>
                  <a:close/>
                  <a:moveTo>
                    <a:pt x="35697" y="59520"/>
                  </a:moveTo>
                  <a:lnTo>
                    <a:pt x="35697" y="60151"/>
                  </a:lnTo>
                  <a:lnTo>
                    <a:pt x="38316" y="60151"/>
                  </a:lnTo>
                  <a:lnTo>
                    <a:pt x="38316" y="59520"/>
                  </a:lnTo>
                  <a:close/>
                  <a:moveTo>
                    <a:pt x="40878" y="59520"/>
                  </a:moveTo>
                  <a:lnTo>
                    <a:pt x="40878" y="60151"/>
                  </a:lnTo>
                  <a:lnTo>
                    <a:pt x="43421" y="60151"/>
                  </a:lnTo>
                  <a:lnTo>
                    <a:pt x="43421" y="59520"/>
                  </a:lnTo>
                  <a:close/>
                  <a:moveTo>
                    <a:pt x="45964" y="59520"/>
                  </a:moveTo>
                  <a:lnTo>
                    <a:pt x="45964" y="60151"/>
                  </a:lnTo>
                  <a:lnTo>
                    <a:pt x="48526" y="60151"/>
                  </a:lnTo>
                  <a:lnTo>
                    <a:pt x="48526" y="59520"/>
                  </a:lnTo>
                  <a:close/>
                  <a:moveTo>
                    <a:pt x="51069" y="59520"/>
                  </a:moveTo>
                  <a:lnTo>
                    <a:pt x="51069" y="60151"/>
                  </a:lnTo>
                  <a:lnTo>
                    <a:pt x="53612" y="60151"/>
                  </a:lnTo>
                  <a:lnTo>
                    <a:pt x="53612" y="59520"/>
                  </a:lnTo>
                  <a:close/>
                  <a:moveTo>
                    <a:pt x="58640" y="59348"/>
                  </a:moveTo>
                  <a:cubicBezTo>
                    <a:pt x="57914" y="59424"/>
                    <a:pt x="57130" y="59520"/>
                    <a:pt x="56250" y="59520"/>
                  </a:cubicBezTo>
                  <a:lnTo>
                    <a:pt x="56174" y="59520"/>
                  </a:lnTo>
                  <a:lnTo>
                    <a:pt x="56174" y="60151"/>
                  </a:lnTo>
                  <a:lnTo>
                    <a:pt x="56250" y="60151"/>
                  </a:lnTo>
                  <a:cubicBezTo>
                    <a:pt x="57130" y="60151"/>
                    <a:pt x="57914" y="60074"/>
                    <a:pt x="58717" y="59998"/>
                  </a:cubicBezTo>
                  <a:lnTo>
                    <a:pt x="58640" y="59348"/>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87" name="Google Shape;787;p15"/>
          <p:cNvGrpSpPr/>
          <p:nvPr/>
        </p:nvGrpSpPr>
        <p:grpSpPr>
          <a:xfrm>
            <a:off x="338213" y="4513064"/>
            <a:ext cx="750012" cy="630423"/>
            <a:chOff x="1507450" y="3919292"/>
            <a:chExt cx="953486" cy="801453"/>
          </a:xfrm>
        </p:grpSpPr>
        <p:grpSp>
          <p:nvGrpSpPr>
            <p:cNvPr id="788" name="Google Shape;788;p15"/>
            <p:cNvGrpSpPr/>
            <p:nvPr/>
          </p:nvGrpSpPr>
          <p:grpSpPr>
            <a:xfrm>
              <a:off x="1806988" y="3919292"/>
              <a:ext cx="441906" cy="801453"/>
              <a:chOff x="3816307" y="2352225"/>
              <a:chExt cx="1213027" cy="2199981"/>
            </a:xfrm>
          </p:grpSpPr>
          <p:sp>
            <p:nvSpPr>
              <p:cNvPr id="789" name="Google Shape;789;p15"/>
              <p:cNvSpPr/>
              <p:nvPr/>
            </p:nvSpPr>
            <p:spPr>
              <a:xfrm>
                <a:off x="3816307" y="2353110"/>
                <a:ext cx="1213027" cy="1210194"/>
              </a:xfrm>
              <a:custGeom>
                <a:avLst/>
                <a:gdLst/>
                <a:ahLst/>
                <a:cxnLst/>
                <a:rect l="l" t="t" r="r" b="b"/>
                <a:pathLst>
                  <a:path w="6852" h="6836" extrusionOk="0">
                    <a:moveTo>
                      <a:pt x="3422" y="1"/>
                    </a:moveTo>
                    <a:cubicBezTo>
                      <a:pt x="1540" y="1"/>
                      <a:pt x="14" y="1519"/>
                      <a:pt x="1" y="3404"/>
                    </a:cubicBezTo>
                    <a:cubicBezTo>
                      <a:pt x="1" y="5299"/>
                      <a:pt x="1524" y="6836"/>
                      <a:pt x="3420" y="6836"/>
                    </a:cubicBezTo>
                    <a:cubicBezTo>
                      <a:pt x="3430" y="6836"/>
                      <a:pt x="3440" y="6836"/>
                      <a:pt x="3450" y="6836"/>
                    </a:cubicBezTo>
                    <a:cubicBezTo>
                      <a:pt x="5316" y="6836"/>
                      <a:pt x="6836" y="5315"/>
                      <a:pt x="6852" y="3433"/>
                    </a:cubicBezTo>
                    <a:cubicBezTo>
                      <a:pt x="6852" y="1540"/>
                      <a:pt x="5326" y="1"/>
                      <a:pt x="3446" y="1"/>
                    </a:cubicBezTo>
                    <a:cubicBezTo>
                      <a:pt x="3438" y="1"/>
                      <a:pt x="3430" y="1"/>
                      <a:pt x="342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0" name="Google Shape;790;p15"/>
              <p:cNvSpPr/>
              <p:nvPr/>
            </p:nvSpPr>
            <p:spPr>
              <a:xfrm>
                <a:off x="4199402" y="2832867"/>
                <a:ext cx="361854" cy="1719340"/>
              </a:xfrm>
              <a:custGeom>
                <a:avLst/>
                <a:gdLst/>
                <a:ahLst/>
                <a:cxnLst/>
                <a:rect l="l" t="t" r="r" b="b"/>
                <a:pathLst>
                  <a:path w="2044" h="9712" extrusionOk="0">
                    <a:moveTo>
                      <a:pt x="1187" y="1"/>
                    </a:moveTo>
                    <a:lnTo>
                      <a:pt x="929" y="3420"/>
                    </a:lnTo>
                    <a:lnTo>
                      <a:pt x="14" y="2262"/>
                    </a:lnTo>
                    <a:lnTo>
                      <a:pt x="1" y="2276"/>
                    </a:lnTo>
                    <a:lnTo>
                      <a:pt x="900" y="3815"/>
                    </a:lnTo>
                    <a:lnTo>
                      <a:pt x="736" y="9712"/>
                    </a:lnTo>
                    <a:lnTo>
                      <a:pt x="1635" y="9712"/>
                    </a:lnTo>
                    <a:lnTo>
                      <a:pt x="1364" y="1854"/>
                    </a:lnTo>
                    <a:lnTo>
                      <a:pt x="2044" y="1020"/>
                    </a:lnTo>
                    <a:lnTo>
                      <a:pt x="2031" y="1007"/>
                    </a:lnTo>
                    <a:lnTo>
                      <a:pt x="1351" y="1648"/>
                    </a:lnTo>
                    <a:lnTo>
                      <a:pt x="1240" y="14"/>
                    </a:lnTo>
                    <a:lnTo>
                      <a:pt x="118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1" name="Google Shape;791;p15"/>
              <p:cNvSpPr/>
              <p:nvPr/>
            </p:nvSpPr>
            <p:spPr>
              <a:xfrm>
                <a:off x="4331999" y="2352225"/>
                <a:ext cx="697331" cy="1211079"/>
              </a:xfrm>
              <a:custGeom>
                <a:avLst/>
                <a:gdLst/>
                <a:ahLst/>
                <a:cxnLst/>
                <a:rect l="l" t="t" r="r" b="b"/>
                <a:pathLst>
                  <a:path w="3939" h="6841" extrusionOk="0">
                    <a:moveTo>
                      <a:pt x="383" y="1"/>
                    </a:moveTo>
                    <a:cubicBezTo>
                      <a:pt x="248" y="1"/>
                      <a:pt x="120" y="13"/>
                      <a:pt x="0" y="32"/>
                    </a:cubicBezTo>
                    <a:cubicBezTo>
                      <a:pt x="1651" y="290"/>
                      <a:pt x="2903" y="1722"/>
                      <a:pt x="2903" y="3438"/>
                    </a:cubicBezTo>
                    <a:cubicBezTo>
                      <a:pt x="2890" y="5141"/>
                      <a:pt x="1635" y="6556"/>
                      <a:pt x="0" y="6801"/>
                    </a:cubicBezTo>
                    <a:cubicBezTo>
                      <a:pt x="164" y="6828"/>
                      <a:pt x="327" y="6841"/>
                      <a:pt x="507" y="6841"/>
                    </a:cubicBezTo>
                    <a:cubicBezTo>
                      <a:pt x="517" y="6841"/>
                      <a:pt x="527" y="6841"/>
                      <a:pt x="537" y="6841"/>
                    </a:cubicBezTo>
                    <a:cubicBezTo>
                      <a:pt x="2403" y="6841"/>
                      <a:pt x="3923" y="5320"/>
                      <a:pt x="3939" y="3438"/>
                    </a:cubicBezTo>
                    <a:cubicBezTo>
                      <a:pt x="3939" y="1545"/>
                      <a:pt x="2413" y="6"/>
                      <a:pt x="533" y="6"/>
                    </a:cubicBezTo>
                    <a:cubicBezTo>
                      <a:pt x="482" y="2"/>
                      <a:pt x="432" y="1"/>
                      <a:pt x="383" y="1"/>
                    </a:cubicBezTo>
                    <a:close/>
                  </a:path>
                </a:pathLst>
              </a:custGeom>
              <a:solidFill>
                <a:srgbClr val="473A50">
                  <a:alpha val="434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92" name="Google Shape;792;p15"/>
            <p:cNvGrpSpPr/>
            <p:nvPr/>
          </p:nvGrpSpPr>
          <p:grpSpPr>
            <a:xfrm>
              <a:off x="2248899" y="4334549"/>
              <a:ext cx="212037" cy="384777"/>
              <a:chOff x="3816307" y="2352225"/>
              <a:chExt cx="1213027" cy="2199981"/>
            </a:xfrm>
          </p:grpSpPr>
          <p:sp>
            <p:nvSpPr>
              <p:cNvPr id="793" name="Google Shape;793;p15"/>
              <p:cNvSpPr/>
              <p:nvPr/>
            </p:nvSpPr>
            <p:spPr>
              <a:xfrm>
                <a:off x="3816307" y="2353110"/>
                <a:ext cx="1213027" cy="1210194"/>
              </a:xfrm>
              <a:custGeom>
                <a:avLst/>
                <a:gdLst/>
                <a:ahLst/>
                <a:cxnLst/>
                <a:rect l="l" t="t" r="r" b="b"/>
                <a:pathLst>
                  <a:path w="6852" h="6836" extrusionOk="0">
                    <a:moveTo>
                      <a:pt x="3422" y="1"/>
                    </a:moveTo>
                    <a:cubicBezTo>
                      <a:pt x="1540" y="1"/>
                      <a:pt x="14" y="1519"/>
                      <a:pt x="1" y="3404"/>
                    </a:cubicBezTo>
                    <a:cubicBezTo>
                      <a:pt x="1" y="5299"/>
                      <a:pt x="1524" y="6836"/>
                      <a:pt x="3420" y="6836"/>
                    </a:cubicBezTo>
                    <a:cubicBezTo>
                      <a:pt x="3430" y="6836"/>
                      <a:pt x="3440" y="6836"/>
                      <a:pt x="3450" y="6836"/>
                    </a:cubicBezTo>
                    <a:cubicBezTo>
                      <a:pt x="5316" y="6836"/>
                      <a:pt x="6836" y="5315"/>
                      <a:pt x="6852" y="3433"/>
                    </a:cubicBezTo>
                    <a:cubicBezTo>
                      <a:pt x="6852" y="1540"/>
                      <a:pt x="5326" y="1"/>
                      <a:pt x="3446" y="1"/>
                    </a:cubicBezTo>
                    <a:cubicBezTo>
                      <a:pt x="3438" y="1"/>
                      <a:pt x="3430" y="1"/>
                      <a:pt x="342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4" name="Google Shape;794;p15"/>
              <p:cNvSpPr/>
              <p:nvPr/>
            </p:nvSpPr>
            <p:spPr>
              <a:xfrm>
                <a:off x="4199402" y="2832867"/>
                <a:ext cx="361854" cy="1719340"/>
              </a:xfrm>
              <a:custGeom>
                <a:avLst/>
                <a:gdLst/>
                <a:ahLst/>
                <a:cxnLst/>
                <a:rect l="l" t="t" r="r" b="b"/>
                <a:pathLst>
                  <a:path w="2044" h="9712" extrusionOk="0">
                    <a:moveTo>
                      <a:pt x="1187" y="1"/>
                    </a:moveTo>
                    <a:lnTo>
                      <a:pt x="929" y="3420"/>
                    </a:lnTo>
                    <a:lnTo>
                      <a:pt x="14" y="2262"/>
                    </a:lnTo>
                    <a:lnTo>
                      <a:pt x="1" y="2276"/>
                    </a:lnTo>
                    <a:lnTo>
                      <a:pt x="900" y="3815"/>
                    </a:lnTo>
                    <a:lnTo>
                      <a:pt x="736" y="9712"/>
                    </a:lnTo>
                    <a:lnTo>
                      <a:pt x="1635" y="9712"/>
                    </a:lnTo>
                    <a:lnTo>
                      <a:pt x="1364" y="1854"/>
                    </a:lnTo>
                    <a:lnTo>
                      <a:pt x="2044" y="1020"/>
                    </a:lnTo>
                    <a:lnTo>
                      <a:pt x="2031" y="1007"/>
                    </a:lnTo>
                    <a:lnTo>
                      <a:pt x="1351" y="1648"/>
                    </a:lnTo>
                    <a:lnTo>
                      <a:pt x="1240" y="14"/>
                    </a:lnTo>
                    <a:lnTo>
                      <a:pt x="118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5" name="Google Shape;795;p15"/>
              <p:cNvSpPr/>
              <p:nvPr/>
            </p:nvSpPr>
            <p:spPr>
              <a:xfrm>
                <a:off x="4331999" y="2352225"/>
                <a:ext cx="697331" cy="1211079"/>
              </a:xfrm>
              <a:custGeom>
                <a:avLst/>
                <a:gdLst/>
                <a:ahLst/>
                <a:cxnLst/>
                <a:rect l="l" t="t" r="r" b="b"/>
                <a:pathLst>
                  <a:path w="3939" h="6841" extrusionOk="0">
                    <a:moveTo>
                      <a:pt x="383" y="1"/>
                    </a:moveTo>
                    <a:cubicBezTo>
                      <a:pt x="248" y="1"/>
                      <a:pt x="120" y="13"/>
                      <a:pt x="0" y="32"/>
                    </a:cubicBezTo>
                    <a:cubicBezTo>
                      <a:pt x="1651" y="290"/>
                      <a:pt x="2903" y="1722"/>
                      <a:pt x="2903" y="3438"/>
                    </a:cubicBezTo>
                    <a:cubicBezTo>
                      <a:pt x="2890" y="5141"/>
                      <a:pt x="1635" y="6556"/>
                      <a:pt x="0" y="6801"/>
                    </a:cubicBezTo>
                    <a:cubicBezTo>
                      <a:pt x="164" y="6828"/>
                      <a:pt x="327" y="6841"/>
                      <a:pt x="507" y="6841"/>
                    </a:cubicBezTo>
                    <a:cubicBezTo>
                      <a:pt x="517" y="6841"/>
                      <a:pt x="527" y="6841"/>
                      <a:pt x="537" y="6841"/>
                    </a:cubicBezTo>
                    <a:cubicBezTo>
                      <a:pt x="2403" y="6841"/>
                      <a:pt x="3923" y="5320"/>
                      <a:pt x="3939" y="3438"/>
                    </a:cubicBezTo>
                    <a:cubicBezTo>
                      <a:pt x="3939" y="1545"/>
                      <a:pt x="2413" y="6"/>
                      <a:pt x="533" y="6"/>
                    </a:cubicBezTo>
                    <a:cubicBezTo>
                      <a:pt x="482" y="2"/>
                      <a:pt x="432" y="1"/>
                      <a:pt x="383" y="1"/>
                    </a:cubicBezTo>
                    <a:close/>
                  </a:path>
                </a:pathLst>
              </a:custGeom>
              <a:solidFill>
                <a:srgbClr val="473A50">
                  <a:alpha val="434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96" name="Google Shape;796;p15"/>
            <p:cNvGrpSpPr/>
            <p:nvPr/>
          </p:nvGrpSpPr>
          <p:grpSpPr>
            <a:xfrm>
              <a:off x="1507450" y="4205080"/>
              <a:ext cx="212025" cy="514245"/>
              <a:chOff x="3816313" y="1611982"/>
              <a:chExt cx="1212958" cy="2940225"/>
            </a:xfrm>
          </p:grpSpPr>
          <p:sp>
            <p:nvSpPr>
              <p:cNvPr id="797" name="Google Shape;797;p15"/>
              <p:cNvSpPr/>
              <p:nvPr/>
            </p:nvSpPr>
            <p:spPr>
              <a:xfrm>
                <a:off x="3816313" y="1613408"/>
                <a:ext cx="1212958" cy="1949969"/>
              </a:xfrm>
              <a:custGeom>
                <a:avLst/>
                <a:gdLst/>
                <a:ahLst/>
                <a:cxnLst/>
                <a:rect l="l" t="t" r="r" b="b"/>
                <a:pathLst>
                  <a:path w="6852" h="6836" extrusionOk="0">
                    <a:moveTo>
                      <a:pt x="3422" y="1"/>
                    </a:moveTo>
                    <a:cubicBezTo>
                      <a:pt x="1540" y="1"/>
                      <a:pt x="14" y="1519"/>
                      <a:pt x="1" y="3404"/>
                    </a:cubicBezTo>
                    <a:cubicBezTo>
                      <a:pt x="1" y="5299"/>
                      <a:pt x="1524" y="6836"/>
                      <a:pt x="3420" y="6836"/>
                    </a:cubicBezTo>
                    <a:cubicBezTo>
                      <a:pt x="3430" y="6836"/>
                      <a:pt x="3440" y="6836"/>
                      <a:pt x="3450" y="6836"/>
                    </a:cubicBezTo>
                    <a:cubicBezTo>
                      <a:pt x="5316" y="6836"/>
                      <a:pt x="6836" y="5315"/>
                      <a:pt x="6852" y="3433"/>
                    </a:cubicBezTo>
                    <a:cubicBezTo>
                      <a:pt x="6852" y="1540"/>
                      <a:pt x="5326" y="1"/>
                      <a:pt x="3446" y="1"/>
                    </a:cubicBezTo>
                    <a:cubicBezTo>
                      <a:pt x="3438" y="1"/>
                      <a:pt x="3430" y="1"/>
                      <a:pt x="342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8" name="Google Shape;798;p15"/>
              <p:cNvSpPr/>
              <p:nvPr/>
            </p:nvSpPr>
            <p:spPr>
              <a:xfrm>
                <a:off x="4199464" y="2602232"/>
                <a:ext cx="351972" cy="1949975"/>
              </a:xfrm>
              <a:custGeom>
                <a:avLst/>
                <a:gdLst/>
                <a:ahLst/>
                <a:cxnLst/>
                <a:rect l="l" t="t" r="r" b="b"/>
                <a:pathLst>
                  <a:path w="2044" h="9712" extrusionOk="0">
                    <a:moveTo>
                      <a:pt x="1187" y="1"/>
                    </a:moveTo>
                    <a:lnTo>
                      <a:pt x="929" y="3420"/>
                    </a:lnTo>
                    <a:lnTo>
                      <a:pt x="14" y="2262"/>
                    </a:lnTo>
                    <a:lnTo>
                      <a:pt x="1" y="2276"/>
                    </a:lnTo>
                    <a:lnTo>
                      <a:pt x="900" y="3815"/>
                    </a:lnTo>
                    <a:lnTo>
                      <a:pt x="736" y="9712"/>
                    </a:lnTo>
                    <a:lnTo>
                      <a:pt x="1635" y="9712"/>
                    </a:lnTo>
                    <a:lnTo>
                      <a:pt x="1364" y="1854"/>
                    </a:lnTo>
                    <a:lnTo>
                      <a:pt x="2044" y="1020"/>
                    </a:lnTo>
                    <a:lnTo>
                      <a:pt x="2031" y="1007"/>
                    </a:lnTo>
                    <a:lnTo>
                      <a:pt x="1351" y="1648"/>
                    </a:lnTo>
                    <a:lnTo>
                      <a:pt x="1240" y="14"/>
                    </a:lnTo>
                    <a:lnTo>
                      <a:pt x="118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9" name="Google Shape;799;p15"/>
              <p:cNvSpPr/>
              <p:nvPr/>
            </p:nvSpPr>
            <p:spPr>
              <a:xfrm>
                <a:off x="4331976" y="1611982"/>
                <a:ext cx="697292" cy="1951395"/>
              </a:xfrm>
              <a:custGeom>
                <a:avLst/>
                <a:gdLst/>
                <a:ahLst/>
                <a:cxnLst/>
                <a:rect l="l" t="t" r="r" b="b"/>
                <a:pathLst>
                  <a:path w="3939" h="6841" extrusionOk="0">
                    <a:moveTo>
                      <a:pt x="383" y="1"/>
                    </a:moveTo>
                    <a:cubicBezTo>
                      <a:pt x="248" y="1"/>
                      <a:pt x="120" y="13"/>
                      <a:pt x="0" y="32"/>
                    </a:cubicBezTo>
                    <a:cubicBezTo>
                      <a:pt x="1651" y="290"/>
                      <a:pt x="2903" y="1722"/>
                      <a:pt x="2903" y="3438"/>
                    </a:cubicBezTo>
                    <a:cubicBezTo>
                      <a:pt x="2890" y="5141"/>
                      <a:pt x="1635" y="6556"/>
                      <a:pt x="0" y="6801"/>
                    </a:cubicBezTo>
                    <a:cubicBezTo>
                      <a:pt x="164" y="6828"/>
                      <a:pt x="327" y="6841"/>
                      <a:pt x="507" y="6841"/>
                    </a:cubicBezTo>
                    <a:cubicBezTo>
                      <a:pt x="517" y="6841"/>
                      <a:pt x="527" y="6841"/>
                      <a:pt x="537" y="6841"/>
                    </a:cubicBezTo>
                    <a:cubicBezTo>
                      <a:pt x="2403" y="6841"/>
                      <a:pt x="3923" y="5320"/>
                      <a:pt x="3939" y="3438"/>
                    </a:cubicBezTo>
                    <a:cubicBezTo>
                      <a:pt x="3939" y="1545"/>
                      <a:pt x="2413" y="6"/>
                      <a:pt x="533" y="6"/>
                    </a:cubicBezTo>
                    <a:cubicBezTo>
                      <a:pt x="482" y="2"/>
                      <a:pt x="432" y="1"/>
                      <a:pt x="383" y="1"/>
                    </a:cubicBezTo>
                    <a:close/>
                  </a:path>
                </a:pathLst>
              </a:custGeom>
              <a:solidFill>
                <a:srgbClr val="473A50">
                  <a:alpha val="434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and three columns">
  <p:cSld name="CUSTOM_6">
    <p:spTree>
      <p:nvGrpSpPr>
        <p:cNvPr id="1" name="Shape 800"/>
        <p:cNvGrpSpPr/>
        <p:nvPr/>
      </p:nvGrpSpPr>
      <p:grpSpPr>
        <a:xfrm>
          <a:off x="0" y="0"/>
          <a:ext cx="0" cy="0"/>
          <a:chOff x="0" y="0"/>
          <a:chExt cx="0" cy="0"/>
        </a:xfrm>
      </p:grpSpPr>
      <p:sp>
        <p:nvSpPr>
          <p:cNvPr id="801" name="Google Shape;801;p16"/>
          <p:cNvSpPr/>
          <p:nvPr/>
        </p:nvSpPr>
        <p:spPr>
          <a:xfrm>
            <a:off x="-1441737" y="3639663"/>
            <a:ext cx="3059100" cy="3059100"/>
          </a:xfrm>
          <a:prstGeom prst="ellipse">
            <a:avLst/>
          </a:prstGeom>
          <a:solidFill>
            <a:srgbClr val="897FBB">
              <a:alpha val="291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802" name="Google Shape;802;p16"/>
          <p:cNvGrpSpPr/>
          <p:nvPr/>
        </p:nvGrpSpPr>
        <p:grpSpPr>
          <a:xfrm rot="-5400000">
            <a:off x="-1101175" y="4427675"/>
            <a:ext cx="2079250" cy="1802500"/>
            <a:chOff x="349725" y="59275"/>
            <a:chExt cx="2079250" cy="1802500"/>
          </a:xfrm>
        </p:grpSpPr>
        <p:sp>
          <p:nvSpPr>
            <p:cNvPr id="803" name="Google Shape;803;p16"/>
            <p:cNvSpPr/>
            <p:nvPr/>
          </p:nvSpPr>
          <p:spPr>
            <a:xfrm>
              <a:off x="349725" y="59275"/>
              <a:ext cx="2079250" cy="1802500"/>
            </a:xfrm>
            <a:custGeom>
              <a:avLst/>
              <a:gdLst/>
              <a:ahLst/>
              <a:cxnLst/>
              <a:rect l="l" t="t" r="r" b="b"/>
              <a:pathLst>
                <a:path w="83170" h="72100" extrusionOk="0">
                  <a:moveTo>
                    <a:pt x="66287" y="0"/>
                  </a:moveTo>
                  <a:lnTo>
                    <a:pt x="66287" y="48908"/>
                  </a:lnTo>
                  <a:lnTo>
                    <a:pt x="66211" y="49080"/>
                  </a:lnTo>
                  <a:lnTo>
                    <a:pt x="66287" y="49386"/>
                  </a:lnTo>
                  <a:cubicBezTo>
                    <a:pt x="66287" y="50265"/>
                    <a:pt x="66058" y="52579"/>
                    <a:pt x="64777" y="53860"/>
                  </a:cubicBezTo>
                  <a:cubicBezTo>
                    <a:pt x="63898" y="54739"/>
                    <a:pt x="62311" y="55217"/>
                    <a:pt x="59997" y="55217"/>
                  </a:cubicBezTo>
                  <a:lnTo>
                    <a:pt x="0" y="55217"/>
                  </a:lnTo>
                  <a:lnTo>
                    <a:pt x="0" y="72100"/>
                  </a:lnTo>
                  <a:lnTo>
                    <a:pt x="59997" y="72100"/>
                  </a:lnTo>
                  <a:cubicBezTo>
                    <a:pt x="68926" y="72100"/>
                    <a:pt x="74260" y="68429"/>
                    <a:pt x="77128" y="65331"/>
                  </a:cubicBezTo>
                  <a:cubicBezTo>
                    <a:pt x="83093" y="59041"/>
                    <a:pt x="83170" y="50743"/>
                    <a:pt x="83170" y="48755"/>
                  </a:cubicBezTo>
                  <a:lnTo>
                    <a:pt x="83170" y="0"/>
                  </a:lnTo>
                  <a:close/>
                </a:path>
              </a:pathLst>
            </a:custGeom>
            <a:solidFill>
              <a:schemeClr val="accent5"/>
            </a:solidFill>
            <a:ln>
              <a:noFill/>
            </a:ln>
            <a:effectLst>
              <a:outerShdw dist="57150" dir="21540000" algn="bl" rotWithShape="0">
                <a:schemeClr val="dk1">
                  <a:alpha val="35000"/>
                </a:scheme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endParaRPr/>
            </a:p>
          </p:txBody>
        </p:sp>
        <p:sp>
          <p:nvSpPr>
            <p:cNvPr id="804" name="Google Shape;804;p16"/>
            <p:cNvSpPr/>
            <p:nvPr/>
          </p:nvSpPr>
          <p:spPr>
            <a:xfrm>
              <a:off x="443400" y="166800"/>
              <a:ext cx="1782450" cy="1503775"/>
            </a:xfrm>
            <a:custGeom>
              <a:avLst/>
              <a:gdLst/>
              <a:ahLst/>
              <a:cxnLst/>
              <a:rect l="l" t="t" r="r" b="b"/>
              <a:pathLst>
                <a:path w="71298" h="60151" extrusionOk="0">
                  <a:moveTo>
                    <a:pt x="70666" y="1"/>
                  </a:moveTo>
                  <a:lnTo>
                    <a:pt x="70666" y="2544"/>
                  </a:lnTo>
                  <a:lnTo>
                    <a:pt x="71297" y="2544"/>
                  </a:lnTo>
                  <a:lnTo>
                    <a:pt x="71297" y="1"/>
                  </a:lnTo>
                  <a:close/>
                  <a:moveTo>
                    <a:pt x="70666" y="5106"/>
                  </a:moveTo>
                  <a:lnTo>
                    <a:pt x="70666" y="7649"/>
                  </a:lnTo>
                  <a:lnTo>
                    <a:pt x="71297" y="7649"/>
                  </a:lnTo>
                  <a:lnTo>
                    <a:pt x="71297" y="5106"/>
                  </a:lnTo>
                  <a:close/>
                  <a:moveTo>
                    <a:pt x="70666" y="10192"/>
                  </a:moveTo>
                  <a:lnTo>
                    <a:pt x="70666" y="12754"/>
                  </a:lnTo>
                  <a:lnTo>
                    <a:pt x="71297" y="12754"/>
                  </a:lnTo>
                  <a:lnTo>
                    <a:pt x="71297" y="10192"/>
                  </a:lnTo>
                  <a:close/>
                  <a:moveTo>
                    <a:pt x="70666" y="15297"/>
                  </a:moveTo>
                  <a:lnTo>
                    <a:pt x="70666" y="17839"/>
                  </a:lnTo>
                  <a:lnTo>
                    <a:pt x="71297" y="17839"/>
                  </a:lnTo>
                  <a:lnTo>
                    <a:pt x="71297" y="15297"/>
                  </a:lnTo>
                  <a:close/>
                  <a:moveTo>
                    <a:pt x="70666" y="20401"/>
                  </a:moveTo>
                  <a:lnTo>
                    <a:pt x="70666" y="22944"/>
                  </a:lnTo>
                  <a:lnTo>
                    <a:pt x="71297" y="22944"/>
                  </a:lnTo>
                  <a:lnTo>
                    <a:pt x="71297" y="20401"/>
                  </a:lnTo>
                  <a:close/>
                  <a:moveTo>
                    <a:pt x="70666" y="25487"/>
                  </a:moveTo>
                  <a:lnTo>
                    <a:pt x="70666" y="28049"/>
                  </a:lnTo>
                  <a:lnTo>
                    <a:pt x="71297" y="28049"/>
                  </a:lnTo>
                  <a:lnTo>
                    <a:pt x="71297" y="25487"/>
                  </a:lnTo>
                  <a:close/>
                  <a:moveTo>
                    <a:pt x="70666" y="30592"/>
                  </a:moveTo>
                  <a:lnTo>
                    <a:pt x="70666" y="33135"/>
                  </a:lnTo>
                  <a:lnTo>
                    <a:pt x="71297" y="33135"/>
                  </a:lnTo>
                  <a:lnTo>
                    <a:pt x="71297" y="30592"/>
                  </a:lnTo>
                  <a:close/>
                  <a:moveTo>
                    <a:pt x="70666" y="35697"/>
                  </a:moveTo>
                  <a:lnTo>
                    <a:pt x="70666" y="38240"/>
                  </a:lnTo>
                  <a:lnTo>
                    <a:pt x="71297" y="38240"/>
                  </a:lnTo>
                  <a:lnTo>
                    <a:pt x="71297" y="35697"/>
                  </a:lnTo>
                  <a:close/>
                  <a:moveTo>
                    <a:pt x="70666" y="40783"/>
                  </a:moveTo>
                  <a:lnTo>
                    <a:pt x="70666" y="43345"/>
                  </a:lnTo>
                  <a:lnTo>
                    <a:pt x="71297" y="43345"/>
                  </a:lnTo>
                  <a:lnTo>
                    <a:pt x="71297" y="40783"/>
                  </a:lnTo>
                  <a:close/>
                  <a:moveTo>
                    <a:pt x="70666" y="45888"/>
                  </a:moveTo>
                  <a:cubicBezTo>
                    <a:pt x="70590" y="46442"/>
                    <a:pt x="70590" y="47322"/>
                    <a:pt x="70341" y="48354"/>
                  </a:cubicBezTo>
                  <a:lnTo>
                    <a:pt x="70991" y="48526"/>
                  </a:lnTo>
                  <a:cubicBezTo>
                    <a:pt x="71221" y="47398"/>
                    <a:pt x="71221" y="46519"/>
                    <a:pt x="71297" y="45888"/>
                  </a:cubicBezTo>
                  <a:close/>
                  <a:moveTo>
                    <a:pt x="69787" y="50821"/>
                  </a:moveTo>
                  <a:cubicBezTo>
                    <a:pt x="69481" y="51624"/>
                    <a:pt x="69156" y="52427"/>
                    <a:pt x="68754" y="53058"/>
                  </a:cubicBezTo>
                  <a:lnTo>
                    <a:pt x="69309" y="53383"/>
                  </a:lnTo>
                  <a:cubicBezTo>
                    <a:pt x="69710" y="52656"/>
                    <a:pt x="70112" y="51872"/>
                    <a:pt x="70341" y="50993"/>
                  </a:cubicBezTo>
                  <a:lnTo>
                    <a:pt x="69787" y="50821"/>
                  </a:lnTo>
                  <a:close/>
                  <a:moveTo>
                    <a:pt x="67397" y="55122"/>
                  </a:moveTo>
                  <a:cubicBezTo>
                    <a:pt x="66842" y="55773"/>
                    <a:pt x="66211" y="56327"/>
                    <a:pt x="65561" y="56805"/>
                  </a:cubicBezTo>
                  <a:lnTo>
                    <a:pt x="65963" y="57359"/>
                  </a:lnTo>
                  <a:cubicBezTo>
                    <a:pt x="66689" y="56805"/>
                    <a:pt x="67320" y="56251"/>
                    <a:pt x="67875" y="55524"/>
                  </a:cubicBezTo>
                  <a:lnTo>
                    <a:pt x="67397" y="55122"/>
                  </a:lnTo>
                  <a:close/>
                  <a:moveTo>
                    <a:pt x="63420" y="58086"/>
                  </a:moveTo>
                  <a:cubicBezTo>
                    <a:pt x="62693" y="58392"/>
                    <a:pt x="61910" y="58717"/>
                    <a:pt x="61107" y="58946"/>
                  </a:cubicBezTo>
                  <a:lnTo>
                    <a:pt x="61259" y="59520"/>
                  </a:lnTo>
                  <a:cubicBezTo>
                    <a:pt x="62139" y="59348"/>
                    <a:pt x="62942" y="59042"/>
                    <a:pt x="63745" y="58640"/>
                  </a:cubicBezTo>
                  <a:lnTo>
                    <a:pt x="63420" y="58086"/>
                  </a:lnTo>
                  <a:close/>
                  <a:moveTo>
                    <a:pt x="1" y="59520"/>
                  </a:moveTo>
                  <a:lnTo>
                    <a:pt x="1" y="60151"/>
                  </a:lnTo>
                  <a:lnTo>
                    <a:pt x="2563" y="60151"/>
                  </a:lnTo>
                  <a:lnTo>
                    <a:pt x="2563" y="59520"/>
                  </a:lnTo>
                  <a:close/>
                  <a:moveTo>
                    <a:pt x="5106" y="59520"/>
                  </a:moveTo>
                  <a:lnTo>
                    <a:pt x="5106" y="60151"/>
                  </a:lnTo>
                  <a:lnTo>
                    <a:pt x="7648" y="60151"/>
                  </a:lnTo>
                  <a:lnTo>
                    <a:pt x="7648" y="59520"/>
                  </a:lnTo>
                  <a:close/>
                  <a:moveTo>
                    <a:pt x="10210" y="59520"/>
                  </a:moveTo>
                  <a:lnTo>
                    <a:pt x="10210" y="60151"/>
                  </a:lnTo>
                  <a:lnTo>
                    <a:pt x="12753" y="60151"/>
                  </a:lnTo>
                  <a:lnTo>
                    <a:pt x="12753" y="59520"/>
                  </a:lnTo>
                  <a:close/>
                  <a:moveTo>
                    <a:pt x="15296" y="59520"/>
                  </a:moveTo>
                  <a:lnTo>
                    <a:pt x="15296" y="60151"/>
                  </a:lnTo>
                  <a:lnTo>
                    <a:pt x="17858" y="60151"/>
                  </a:lnTo>
                  <a:lnTo>
                    <a:pt x="17858" y="59520"/>
                  </a:lnTo>
                  <a:close/>
                  <a:moveTo>
                    <a:pt x="20401" y="59520"/>
                  </a:moveTo>
                  <a:lnTo>
                    <a:pt x="20401" y="60151"/>
                  </a:lnTo>
                  <a:lnTo>
                    <a:pt x="22944" y="60151"/>
                  </a:lnTo>
                  <a:lnTo>
                    <a:pt x="22944" y="59520"/>
                  </a:lnTo>
                  <a:close/>
                  <a:moveTo>
                    <a:pt x="25506" y="59520"/>
                  </a:moveTo>
                  <a:lnTo>
                    <a:pt x="25506" y="60151"/>
                  </a:lnTo>
                  <a:lnTo>
                    <a:pt x="28049" y="60151"/>
                  </a:lnTo>
                  <a:lnTo>
                    <a:pt x="28049" y="59520"/>
                  </a:lnTo>
                  <a:close/>
                  <a:moveTo>
                    <a:pt x="30592" y="59520"/>
                  </a:moveTo>
                  <a:lnTo>
                    <a:pt x="30592" y="60151"/>
                  </a:lnTo>
                  <a:lnTo>
                    <a:pt x="33154" y="60151"/>
                  </a:lnTo>
                  <a:lnTo>
                    <a:pt x="33154" y="59520"/>
                  </a:lnTo>
                  <a:close/>
                  <a:moveTo>
                    <a:pt x="35697" y="59520"/>
                  </a:moveTo>
                  <a:lnTo>
                    <a:pt x="35697" y="60151"/>
                  </a:lnTo>
                  <a:lnTo>
                    <a:pt x="38316" y="60151"/>
                  </a:lnTo>
                  <a:lnTo>
                    <a:pt x="38316" y="59520"/>
                  </a:lnTo>
                  <a:close/>
                  <a:moveTo>
                    <a:pt x="40878" y="59520"/>
                  </a:moveTo>
                  <a:lnTo>
                    <a:pt x="40878" y="60151"/>
                  </a:lnTo>
                  <a:lnTo>
                    <a:pt x="43421" y="60151"/>
                  </a:lnTo>
                  <a:lnTo>
                    <a:pt x="43421" y="59520"/>
                  </a:lnTo>
                  <a:close/>
                  <a:moveTo>
                    <a:pt x="45964" y="59520"/>
                  </a:moveTo>
                  <a:lnTo>
                    <a:pt x="45964" y="60151"/>
                  </a:lnTo>
                  <a:lnTo>
                    <a:pt x="48526" y="60151"/>
                  </a:lnTo>
                  <a:lnTo>
                    <a:pt x="48526" y="59520"/>
                  </a:lnTo>
                  <a:close/>
                  <a:moveTo>
                    <a:pt x="51069" y="59520"/>
                  </a:moveTo>
                  <a:lnTo>
                    <a:pt x="51069" y="60151"/>
                  </a:lnTo>
                  <a:lnTo>
                    <a:pt x="53612" y="60151"/>
                  </a:lnTo>
                  <a:lnTo>
                    <a:pt x="53612" y="59520"/>
                  </a:lnTo>
                  <a:close/>
                  <a:moveTo>
                    <a:pt x="58640" y="59348"/>
                  </a:moveTo>
                  <a:cubicBezTo>
                    <a:pt x="57914" y="59424"/>
                    <a:pt x="57130" y="59520"/>
                    <a:pt x="56250" y="59520"/>
                  </a:cubicBezTo>
                  <a:lnTo>
                    <a:pt x="56174" y="59520"/>
                  </a:lnTo>
                  <a:lnTo>
                    <a:pt x="56174" y="60151"/>
                  </a:lnTo>
                  <a:lnTo>
                    <a:pt x="56250" y="60151"/>
                  </a:lnTo>
                  <a:cubicBezTo>
                    <a:pt x="57130" y="60151"/>
                    <a:pt x="57914" y="60074"/>
                    <a:pt x="58717" y="59998"/>
                  </a:cubicBezTo>
                  <a:lnTo>
                    <a:pt x="58640" y="59348"/>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05" name="Google Shape;805;p16"/>
          <p:cNvGrpSpPr/>
          <p:nvPr/>
        </p:nvGrpSpPr>
        <p:grpSpPr>
          <a:xfrm rot="-5400000">
            <a:off x="5770006" y="-1428521"/>
            <a:ext cx="6382937" cy="1623549"/>
            <a:chOff x="713181" y="3935229"/>
            <a:chExt cx="6382937" cy="1623549"/>
          </a:xfrm>
        </p:grpSpPr>
        <p:sp>
          <p:nvSpPr>
            <p:cNvPr id="806" name="Google Shape;806;p16"/>
            <p:cNvSpPr/>
            <p:nvPr/>
          </p:nvSpPr>
          <p:spPr>
            <a:xfrm rot="5400000" flipH="1">
              <a:off x="3092875" y="1555535"/>
              <a:ext cx="1623549" cy="6382937"/>
            </a:xfrm>
            <a:custGeom>
              <a:avLst/>
              <a:gdLst/>
              <a:ahLst/>
              <a:cxnLst/>
              <a:rect l="l" t="t" r="r" b="b"/>
              <a:pathLst>
                <a:path w="12220" h="44059" extrusionOk="0">
                  <a:moveTo>
                    <a:pt x="9359" y="0"/>
                  </a:moveTo>
                  <a:lnTo>
                    <a:pt x="9359" y="18593"/>
                  </a:lnTo>
                  <a:lnTo>
                    <a:pt x="9359" y="27156"/>
                  </a:lnTo>
                  <a:cubicBezTo>
                    <a:pt x="9359" y="27621"/>
                    <a:pt x="9003" y="28003"/>
                    <a:pt x="8568" y="28055"/>
                  </a:cubicBezTo>
                  <a:lnTo>
                    <a:pt x="8444" y="28055"/>
                  </a:lnTo>
                  <a:cubicBezTo>
                    <a:pt x="7940" y="28055"/>
                    <a:pt x="7532" y="27647"/>
                    <a:pt x="7532" y="27156"/>
                  </a:cubicBezTo>
                  <a:lnTo>
                    <a:pt x="7532" y="18168"/>
                  </a:lnTo>
                  <a:cubicBezTo>
                    <a:pt x="7532" y="16099"/>
                    <a:pt x="5845" y="14409"/>
                    <a:pt x="3773" y="14409"/>
                  </a:cubicBezTo>
                  <a:cubicBezTo>
                    <a:pt x="1704" y="14409"/>
                    <a:pt x="1" y="16099"/>
                    <a:pt x="1" y="18168"/>
                  </a:cubicBezTo>
                  <a:lnTo>
                    <a:pt x="1" y="30141"/>
                  </a:lnTo>
                  <a:lnTo>
                    <a:pt x="1" y="44059"/>
                  </a:lnTo>
                  <a:lnTo>
                    <a:pt x="2861" y="44059"/>
                  </a:lnTo>
                  <a:lnTo>
                    <a:pt x="2861" y="29065"/>
                  </a:lnTo>
                  <a:lnTo>
                    <a:pt x="2861" y="18168"/>
                  </a:lnTo>
                  <a:cubicBezTo>
                    <a:pt x="2861" y="17677"/>
                    <a:pt x="3270" y="17269"/>
                    <a:pt x="3773" y="17269"/>
                  </a:cubicBezTo>
                  <a:cubicBezTo>
                    <a:pt x="4276" y="17269"/>
                    <a:pt x="4685" y="17677"/>
                    <a:pt x="4685" y="18168"/>
                  </a:cubicBezTo>
                  <a:lnTo>
                    <a:pt x="4685" y="27156"/>
                  </a:lnTo>
                  <a:cubicBezTo>
                    <a:pt x="4685" y="29186"/>
                    <a:pt x="6306" y="30863"/>
                    <a:pt x="8336" y="30915"/>
                  </a:cubicBezTo>
                  <a:cubicBezTo>
                    <a:pt x="8378" y="30915"/>
                    <a:pt x="8405" y="30932"/>
                    <a:pt x="8444" y="30932"/>
                  </a:cubicBezTo>
                  <a:cubicBezTo>
                    <a:pt x="10529" y="30932"/>
                    <a:pt x="12219" y="29229"/>
                    <a:pt x="12219" y="27156"/>
                  </a:cubicBezTo>
                  <a:lnTo>
                    <a:pt x="12219" y="18619"/>
                  </a:lnTo>
                  <a:lnTo>
                    <a:pt x="12219" y="0"/>
                  </a:lnTo>
                  <a:close/>
                </a:path>
              </a:pathLst>
            </a:custGeom>
            <a:solidFill>
              <a:schemeClr val="accent5"/>
            </a:solidFill>
            <a:ln>
              <a:noFill/>
            </a:ln>
            <a:effectLst>
              <a:outerShdw dist="57150" dir="6300000" algn="bl" rotWithShape="0">
                <a:schemeClr val="dk1">
                  <a:alpha val="35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807" name="Google Shape;807;p16"/>
            <p:cNvGrpSpPr/>
            <p:nvPr/>
          </p:nvGrpSpPr>
          <p:grpSpPr>
            <a:xfrm rot="5400000" flipH="1">
              <a:off x="3392071" y="1847512"/>
              <a:ext cx="1257637" cy="5799004"/>
              <a:chOff x="3563222" y="101822"/>
              <a:chExt cx="1212180" cy="5125965"/>
            </a:xfrm>
          </p:grpSpPr>
          <p:sp>
            <p:nvSpPr>
              <p:cNvPr id="808" name="Google Shape;808;p16"/>
              <p:cNvSpPr/>
              <p:nvPr/>
            </p:nvSpPr>
            <p:spPr>
              <a:xfrm>
                <a:off x="3563222" y="4946702"/>
                <a:ext cx="13830" cy="55833"/>
              </a:xfrm>
              <a:custGeom>
                <a:avLst/>
                <a:gdLst/>
                <a:ahLst/>
                <a:cxnLst/>
                <a:rect l="l" t="t" r="r" b="b"/>
                <a:pathLst>
                  <a:path w="108" h="436" extrusionOk="0">
                    <a:moveTo>
                      <a:pt x="0" y="1"/>
                    </a:moveTo>
                    <a:lnTo>
                      <a:pt x="0" y="436"/>
                    </a:lnTo>
                    <a:lnTo>
                      <a:pt x="108" y="436"/>
                    </a:lnTo>
                    <a:lnTo>
                      <a:pt x="108"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9" name="Google Shape;809;p16"/>
              <p:cNvSpPr/>
              <p:nvPr/>
            </p:nvSpPr>
            <p:spPr>
              <a:xfrm>
                <a:off x="3563222" y="5060160"/>
                <a:ext cx="13830" cy="55833"/>
              </a:xfrm>
              <a:custGeom>
                <a:avLst/>
                <a:gdLst/>
                <a:ahLst/>
                <a:cxnLst/>
                <a:rect l="l" t="t" r="r" b="b"/>
                <a:pathLst>
                  <a:path w="108" h="436" extrusionOk="0">
                    <a:moveTo>
                      <a:pt x="0" y="1"/>
                    </a:moveTo>
                    <a:lnTo>
                      <a:pt x="0" y="435"/>
                    </a:lnTo>
                    <a:lnTo>
                      <a:pt x="108" y="435"/>
                    </a:lnTo>
                    <a:lnTo>
                      <a:pt x="108"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0" name="Google Shape;810;p16"/>
              <p:cNvSpPr/>
              <p:nvPr/>
            </p:nvSpPr>
            <p:spPr>
              <a:xfrm>
                <a:off x="3563222" y="4833244"/>
                <a:ext cx="13830" cy="58010"/>
              </a:xfrm>
              <a:custGeom>
                <a:avLst/>
                <a:gdLst/>
                <a:ahLst/>
                <a:cxnLst/>
                <a:rect l="l" t="t" r="r" b="b"/>
                <a:pathLst>
                  <a:path w="108" h="453" extrusionOk="0">
                    <a:moveTo>
                      <a:pt x="0" y="1"/>
                    </a:moveTo>
                    <a:lnTo>
                      <a:pt x="0" y="452"/>
                    </a:lnTo>
                    <a:lnTo>
                      <a:pt x="108" y="452"/>
                    </a:lnTo>
                    <a:lnTo>
                      <a:pt x="108"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1" name="Google Shape;811;p16"/>
              <p:cNvSpPr/>
              <p:nvPr/>
            </p:nvSpPr>
            <p:spPr>
              <a:xfrm>
                <a:off x="3563222" y="5171569"/>
                <a:ext cx="13830" cy="56217"/>
              </a:xfrm>
              <a:custGeom>
                <a:avLst/>
                <a:gdLst/>
                <a:ahLst/>
                <a:cxnLst/>
                <a:rect l="l" t="t" r="r" b="b"/>
                <a:pathLst>
                  <a:path w="108" h="439" extrusionOk="0">
                    <a:moveTo>
                      <a:pt x="0" y="0"/>
                    </a:moveTo>
                    <a:lnTo>
                      <a:pt x="0" y="438"/>
                    </a:lnTo>
                    <a:lnTo>
                      <a:pt x="108" y="438"/>
                    </a:lnTo>
                    <a:lnTo>
                      <a:pt x="108"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2" name="Google Shape;812;p16"/>
              <p:cNvSpPr/>
              <p:nvPr/>
            </p:nvSpPr>
            <p:spPr>
              <a:xfrm>
                <a:off x="3563222" y="4043522"/>
                <a:ext cx="13830" cy="55705"/>
              </a:xfrm>
              <a:custGeom>
                <a:avLst/>
                <a:gdLst/>
                <a:ahLst/>
                <a:cxnLst/>
                <a:rect l="l" t="t" r="r" b="b"/>
                <a:pathLst>
                  <a:path w="108" h="435" extrusionOk="0">
                    <a:moveTo>
                      <a:pt x="0" y="0"/>
                    </a:moveTo>
                    <a:lnTo>
                      <a:pt x="0" y="435"/>
                    </a:lnTo>
                    <a:lnTo>
                      <a:pt x="108" y="435"/>
                    </a:lnTo>
                    <a:lnTo>
                      <a:pt x="108"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3" name="Google Shape;813;p16"/>
              <p:cNvSpPr/>
              <p:nvPr/>
            </p:nvSpPr>
            <p:spPr>
              <a:xfrm>
                <a:off x="3563222" y="4154802"/>
                <a:ext cx="13830" cy="57882"/>
              </a:xfrm>
              <a:custGeom>
                <a:avLst/>
                <a:gdLst/>
                <a:ahLst/>
                <a:cxnLst/>
                <a:rect l="l" t="t" r="r" b="b"/>
                <a:pathLst>
                  <a:path w="108" h="452" extrusionOk="0">
                    <a:moveTo>
                      <a:pt x="0" y="0"/>
                    </a:moveTo>
                    <a:lnTo>
                      <a:pt x="0" y="452"/>
                    </a:lnTo>
                    <a:lnTo>
                      <a:pt x="108" y="452"/>
                    </a:lnTo>
                    <a:lnTo>
                      <a:pt x="108"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4" name="Google Shape;814;p16"/>
              <p:cNvSpPr/>
              <p:nvPr/>
            </p:nvSpPr>
            <p:spPr>
              <a:xfrm>
                <a:off x="3563222" y="3818271"/>
                <a:ext cx="13830" cy="55833"/>
              </a:xfrm>
              <a:custGeom>
                <a:avLst/>
                <a:gdLst/>
                <a:ahLst/>
                <a:cxnLst/>
                <a:rect l="l" t="t" r="r" b="b"/>
                <a:pathLst>
                  <a:path w="108" h="436" extrusionOk="0">
                    <a:moveTo>
                      <a:pt x="0" y="0"/>
                    </a:moveTo>
                    <a:lnTo>
                      <a:pt x="0" y="435"/>
                    </a:lnTo>
                    <a:lnTo>
                      <a:pt x="108" y="435"/>
                    </a:lnTo>
                    <a:lnTo>
                      <a:pt x="108"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5" name="Google Shape;815;p16"/>
              <p:cNvSpPr/>
              <p:nvPr/>
            </p:nvSpPr>
            <p:spPr>
              <a:xfrm>
                <a:off x="3563222" y="3930064"/>
                <a:ext cx="13830" cy="55705"/>
              </a:xfrm>
              <a:custGeom>
                <a:avLst/>
                <a:gdLst/>
                <a:ahLst/>
                <a:cxnLst/>
                <a:rect l="l" t="t" r="r" b="b"/>
                <a:pathLst>
                  <a:path w="108" h="435" extrusionOk="0">
                    <a:moveTo>
                      <a:pt x="0" y="0"/>
                    </a:moveTo>
                    <a:lnTo>
                      <a:pt x="0" y="435"/>
                    </a:lnTo>
                    <a:lnTo>
                      <a:pt x="108" y="435"/>
                    </a:lnTo>
                    <a:lnTo>
                      <a:pt x="108"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6" name="Google Shape;816;p16"/>
              <p:cNvSpPr/>
              <p:nvPr/>
            </p:nvSpPr>
            <p:spPr>
              <a:xfrm>
                <a:off x="3563222" y="4268260"/>
                <a:ext cx="13830" cy="55833"/>
              </a:xfrm>
              <a:custGeom>
                <a:avLst/>
                <a:gdLst/>
                <a:ahLst/>
                <a:cxnLst/>
                <a:rect l="l" t="t" r="r" b="b"/>
                <a:pathLst>
                  <a:path w="108" h="436" extrusionOk="0">
                    <a:moveTo>
                      <a:pt x="0" y="0"/>
                    </a:moveTo>
                    <a:lnTo>
                      <a:pt x="0" y="435"/>
                    </a:lnTo>
                    <a:lnTo>
                      <a:pt x="108" y="435"/>
                    </a:lnTo>
                    <a:lnTo>
                      <a:pt x="108"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7" name="Google Shape;817;p16"/>
              <p:cNvSpPr/>
              <p:nvPr/>
            </p:nvSpPr>
            <p:spPr>
              <a:xfrm>
                <a:off x="3563222" y="4380053"/>
                <a:ext cx="13830" cy="57370"/>
              </a:xfrm>
              <a:custGeom>
                <a:avLst/>
                <a:gdLst/>
                <a:ahLst/>
                <a:cxnLst/>
                <a:rect l="l" t="t" r="r" b="b"/>
                <a:pathLst>
                  <a:path w="108" h="448" extrusionOk="0">
                    <a:moveTo>
                      <a:pt x="0" y="0"/>
                    </a:moveTo>
                    <a:lnTo>
                      <a:pt x="0" y="448"/>
                    </a:lnTo>
                    <a:lnTo>
                      <a:pt x="108" y="448"/>
                    </a:lnTo>
                    <a:lnTo>
                      <a:pt x="108"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8" name="Google Shape;818;p16"/>
              <p:cNvSpPr/>
              <p:nvPr/>
            </p:nvSpPr>
            <p:spPr>
              <a:xfrm>
                <a:off x="3563222" y="4493383"/>
                <a:ext cx="13830" cy="55833"/>
              </a:xfrm>
              <a:custGeom>
                <a:avLst/>
                <a:gdLst/>
                <a:ahLst/>
                <a:cxnLst/>
                <a:rect l="l" t="t" r="r" b="b"/>
                <a:pathLst>
                  <a:path w="108" h="436" extrusionOk="0">
                    <a:moveTo>
                      <a:pt x="0" y="1"/>
                    </a:moveTo>
                    <a:lnTo>
                      <a:pt x="0" y="436"/>
                    </a:lnTo>
                    <a:lnTo>
                      <a:pt x="108" y="436"/>
                    </a:lnTo>
                    <a:lnTo>
                      <a:pt x="108"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9" name="Google Shape;819;p16"/>
              <p:cNvSpPr/>
              <p:nvPr/>
            </p:nvSpPr>
            <p:spPr>
              <a:xfrm>
                <a:off x="3563222" y="4718250"/>
                <a:ext cx="13830" cy="59547"/>
              </a:xfrm>
              <a:custGeom>
                <a:avLst/>
                <a:gdLst/>
                <a:ahLst/>
                <a:cxnLst/>
                <a:rect l="l" t="t" r="r" b="b"/>
                <a:pathLst>
                  <a:path w="108" h="465" extrusionOk="0">
                    <a:moveTo>
                      <a:pt x="0" y="0"/>
                    </a:moveTo>
                    <a:lnTo>
                      <a:pt x="0" y="26"/>
                    </a:lnTo>
                    <a:lnTo>
                      <a:pt x="0" y="435"/>
                    </a:lnTo>
                    <a:lnTo>
                      <a:pt x="0" y="464"/>
                    </a:lnTo>
                    <a:lnTo>
                      <a:pt x="108" y="464"/>
                    </a:lnTo>
                    <a:lnTo>
                      <a:pt x="108" y="435"/>
                    </a:lnTo>
                    <a:lnTo>
                      <a:pt x="108" y="26"/>
                    </a:lnTo>
                    <a:lnTo>
                      <a:pt x="108"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0" name="Google Shape;820;p16"/>
              <p:cNvSpPr/>
              <p:nvPr/>
            </p:nvSpPr>
            <p:spPr>
              <a:xfrm>
                <a:off x="3563222" y="4606457"/>
                <a:ext cx="13830" cy="56217"/>
              </a:xfrm>
              <a:custGeom>
                <a:avLst/>
                <a:gdLst/>
                <a:ahLst/>
                <a:cxnLst/>
                <a:rect l="l" t="t" r="r" b="b"/>
                <a:pathLst>
                  <a:path w="108" h="439" extrusionOk="0">
                    <a:moveTo>
                      <a:pt x="0" y="0"/>
                    </a:moveTo>
                    <a:lnTo>
                      <a:pt x="0" y="438"/>
                    </a:lnTo>
                    <a:lnTo>
                      <a:pt x="108" y="438"/>
                    </a:lnTo>
                    <a:lnTo>
                      <a:pt x="108"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1" name="Google Shape;821;p16"/>
              <p:cNvSpPr/>
              <p:nvPr/>
            </p:nvSpPr>
            <p:spPr>
              <a:xfrm>
                <a:off x="3746086" y="1978230"/>
                <a:ext cx="57882" cy="31502"/>
              </a:xfrm>
              <a:custGeom>
                <a:avLst/>
                <a:gdLst/>
                <a:ahLst/>
                <a:cxnLst/>
                <a:rect l="l" t="t" r="r" b="b"/>
                <a:pathLst>
                  <a:path w="452" h="246" extrusionOk="0">
                    <a:moveTo>
                      <a:pt x="438" y="0"/>
                    </a:moveTo>
                    <a:cubicBezTo>
                      <a:pt x="288" y="43"/>
                      <a:pt x="138" y="82"/>
                      <a:pt x="0" y="151"/>
                    </a:cubicBezTo>
                    <a:lnTo>
                      <a:pt x="43" y="246"/>
                    </a:lnTo>
                    <a:cubicBezTo>
                      <a:pt x="180" y="193"/>
                      <a:pt x="314" y="151"/>
                      <a:pt x="451" y="112"/>
                    </a:cubicBezTo>
                    <a:lnTo>
                      <a:pt x="438"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2" name="Google Shape;822;p16"/>
              <p:cNvSpPr/>
              <p:nvPr/>
            </p:nvSpPr>
            <p:spPr>
              <a:xfrm>
                <a:off x="3563222" y="2663843"/>
                <a:ext cx="13830" cy="55833"/>
              </a:xfrm>
              <a:custGeom>
                <a:avLst/>
                <a:gdLst/>
                <a:ahLst/>
                <a:cxnLst/>
                <a:rect l="l" t="t" r="r" b="b"/>
                <a:pathLst>
                  <a:path w="108" h="436" extrusionOk="0">
                    <a:moveTo>
                      <a:pt x="0" y="1"/>
                    </a:moveTo>
                    <a:lnTo>
                      <a:pt x="0" y="435"/>
                    </a:lnTo>
                    <a:lnTo>
                      <a:pt x="108" y="435"/>
                    </a:lnTo>
                    <a:lnTo>
                      <a:pt x="108"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3" name="Google Shape;823;p16"/>
              <p:cNvSpPr/>
              <p:nvPr/>
            </p:nvSpPr>
            <p:spPr>
              <a:xfrm>
                <a:off x="3563222" y="2777301"/>
                <a:ext cx="13830" cy="55833"/>
              </a:xfrm>
              <a:custGeom>
                <a:avLst/>
                <a:gdLst/>
                <a:ahLst/>
                <a:cxnLst/>
                <a:rect l="l" t="t" r="r" b="b"/>
                <a:pathLst>
                  <a:path w="108" h="436" extrusionOk="0">
                    <a:moveTo>
                      <a:pt x="0" y="0"/>
                    </a:moveTo>
                    <a:lnTo>
                      <a:pt x="0" y="435"/>
                    </a:lnTo>
                    <a:lnTo>
                      <a:pt x="108" y="435"/>
                    </a:lnTo>
                    <a:lnTo>
                      <a:pt x="108"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4" name="Google Shape;824;p16"/>
              <p:cNvSpPr/>
              <p:nvPr/>
            </p:nvSpPr>
            <p:spPr>
              <a:xfrm>
                <a:off x="3563222" y="2438721"/>
                <a:ext cx="13830" cy="56089"/>
              </a:xfrm>
              <a:custGeom>
                <a:avLst/>
                <a:gdLst/>
                <a:ahLst/>
                <a:cxnLst/>
                <a:rect l="l" t="t" r="r" b="b"/>
                <a:pathLst>
                  <a:path w="108" h="438" extrusionOk="0">
                    <a:moveTo>
                      <a:pt x="0" y="0"/>
                    </a:moveTo>
                    <a:lnTo>
                      <a:pt x="0" y="438"/>
                    </a:lnTo>
                    <a:lnTo>
                      <a:pt x="108" y="438"/>
                    </a:lnTo>
                    <a:lnTo>
                      <a:pt x="108"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5" name="Google Shape;825;p16"/>
              <p:cNvSpPr/>
              <p:nvPr/>
            </p:nvSpPr>
            <p:spPr>
              <a:xfrm>
                <a:off x="3587424" y="2107567"/>
                <a:ext cx="40338" cy="55833"/>
              </a:xfrm>
              <a:custGeom>
                <a:avLst/>
                <a:gdLst/>
                <a:ahLst/>
                <a:cxnLst/>
                <a:rect l="l" t="t" r="r" b="b"/>
                <a:pathLst>
                  <a:path w="315" h="436" extrusionOk="0">
                    <a:moveTo>
                      <a:pt x="220" y="1"/>
                    </a:moveTo>
                    <a:cubicBezTo>
                      <a:pt x="138" y="121"/>
                      <a:pt x="69" y="259"/>
                      <a:pt x="1" y="393"/>
                    </a:cubicBezTo>
                    <a:lnTo>
                      <a:pt x="112" y="435"/>
                    </a:lnTo>
                    <a:cubicBezTo>
                      <a:pt x="164" y="298"/>
                      <a:pt x="233" y="177"/>
                      <a:pt x="314" y="53"/>
                    </a:cubicBezTo>
                    <a:lnTo>
                      <a:pt x="220"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6" name="Google Shape;826;p16"/>
              <p:cNvSpPr/>
              <p:nvPr/>
            </p:nvSpPr>
            <p:spPr>
              <a:xfrm>
                <a:off x="3563222" y="2325263"/>
                <a:ext cx="13830" cy="57882"/>
              </a:xfrm>
              <a:custGeom>
                <a:avLst/>
                <a:gdLst/>
                <a:ahLst/>
                <a:cxnLst/>
                <a:rect l="l" t="t" r="r" b="b"/>
                <a:pathLst>
                  <a:path w="108" h="452" extrusionOk="0">
                    <a:moveTo>
                      <a:pt x="0" y="0"/>
                    </a:moveTo>
                    <a:lnTo>
                      <a:pt x="0" y="451"/>
                    </a:lnTo>
                    <a:lnTo>
                      <a:pt x="108" y="451"/>
                    </a:lnTo>
                    <a:lnTo>
                      <a:pt x="108"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7" name="Google Shape;827;p16"/>
              <p:cNvSpPr/>
              <p:nvPr/>
            </p:nvSpPr>
            <p:spPr>
              <a:xfrm>
                <a:off x="3651837" y="2025483"/>
                <a:ext cx="52504" cy="46997"/>
              </a:xfrm>
              <a:custGeom>
                <a:avLst/>
                <a:gdLst/>
                <a:ahLst/>
                <a:cxnLst/>
                <a:rect l="l" t="t" r="r" b="b"/>
                <a:pathLst>
                  <a:path w="410" h="367" extrusionOk="0">
                    <a:moveTo>
                      <a:pt x="344" y="1"/>
                    </a:moveTo>
                    <a:cubicBezTo>
                      <a:pt x="220" y="83"/>
                      <a:pt x="112" y="177"/>
                      <a:pt x="1" y="285"/>
                    </a:cubicBezTo>
                    <a:lnTo>
                      <a:pt x="83" y="367"/>
                    </a:lnTo>
                    <a:cubicBezTo>
                      <a:pt x="181" y="259"/>
                      <a:pt x="289" y="177"/>
                      <a:pt x="410" y="96"/>
                    </a:cubicBezTo>
                    <a:lnTo>
                      <a:pt x="344"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8" name="Google Shape;828;p16"/>
              <p:cNvSpPr/>
              <p:nvPr/>
            </p:nvSpPr>
            <p:spPr>
              <a:xfrm>
                <a:off x="3563222" y="2212189"/>
                <a:ext cx="21001" cy="57498"/>
              </a:xfrm>
              <a:custGeom>
                <a:avLst/>
                <a:gdLst/>
                <a:ahLst/>
                <a:cxnLst/>
                <a:rect l="l" t="t" r="r" b="b"/>
                <a:pathLst>
                  <a:path w="164" h="449" extrusionOk="0">
                    <a:moveTo>
                      <a:pt x="56" y="1"/>
                    </a:moveTo>
                    <a:cubicBezTo>
                      <a:pt x="26" y="148"/>
                      <a:pt x="13" y="298"/>
                      <a:pt x="0" y="448"/>
                    </a:cubicBezTo>
                    <a:lnTo>
                      <a:pt x="121" y="448"/>
                    </a:lnTo>
                    <a:cubicBezTo>
                      <a:pt x="121" y="311"/>
                      <a:pt x="137" y="164"/>
                      <a:pt x="163" y="27"/>
                    </a:cubicBezTo>
                    <a:lnTo>
                      <a:pt x="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9" name="Google Shape;829;p16"/>
              <p:cNvSpPr/>
              <p:nvPr/>
            </p:nvSpPr>
            <p:spPr>
              <a:xfrm>
                <a:off x="3563222" y="2550386"/>
                <a:ext cx="13830" cy="57498"/>
              </a:xfrm>
              <a:custGeom>
                <a:avLst/>
                <a:gdLst/>
                <a:ahLst/>
                <a:cxnLst/>
                <a:rect l="l" t="t" r="r" b="b"/>
                <a:pathLst>
                  <a:path w="108" h="449" extrusionOk="0">
                    <a:moveTo>
                      <a:pt x="0" y="1"/>
                    </a:moveTo>
                    <a:lnTo>
                      <a:pt x="0" y="449"/>
                    </a:lnTo>
                    <a:lnTo>
                      <a:pt x="108" y="449"/>
                    </a:lnTo>
                    <a:lnTo>
                      <a:pt x="108"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0" name="Google Shape;830;p16"/>
              <p:cNvSpPr/>
              <p:nvPr/>
            </p:nvSpPr>
            <p:spPr>
              <a:xfrm>
                <a:off x="3563222" y="3452030"/>
                <a:ext cx="13830" cy="55833"/>
              </a:xfrm>
              <a:custGeom>
                <a:avLst/>
                <a:gdLst/>
                <a:ahLst/>
                <a:cxnLst/>
                <a:rect l="l" t="t" r="r" b="b"/>
                <a:pathLst>
                  <a:path w="108" h="436" extrusionOk="0">
                    <a:moveTo>
                      <a:pt x="0" y="0"/>
                    </a:moveTo>
                    <a:lnTo>
                      <a:pt x="0" y="435"/>
                    </a:lnTo>
                    <a:lnTo>
                      <a:pt x="108" y="435"/>
                    </a:lnTo>
                    <a:lnTo>
                      <a:pt x="108"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1" name="Google Shape;831;p16"/>
              <p:cNvSpPr/>
              <p:nvPr/>
            </p:nvSpPr>
            <p:spPr>
              <a:xfrm>
                <a:off x="3563222" y="3565488"/>
                <a:ext cx="13830" cy="55705"/>
              </a:xfrm>
              <a:custGeom>
                <a:avLst/>
                <a:gdLst/>
                <a:ahLst/>
                <a:cxnLst/>
                <a:rect l="l" t="t" r="r" b="b"/>
                <a:pathLst>
                  <a:path w="108" h="435" extrusionOk="0">
                    <a:moveTo>
                      <a:pt x="0" y="0"/>
                    </a:moveTo>
                    <a:lnTo>
                      <a:pt x="0" y="435"/>
                    </a:lnTo>
                    <a:lnTo>
                      <a:pt x="108" y="435"/>
                    </a:lnTo>
                    <a:lnTo>
                      <a:pt x="108"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2" name="Google Shape;832;p16"/>
              <p:cNvSpPr/>
              <p:nvPr/>
            </p:nvSpPr>
            <p:spPr>
              <a:xfrm>
                <a:off x="3563222" y="2888582"/>
                <a:ext cx="13830" cy="56217"/>
              </a:xfrm>
              <a:custGeom>
                <a:avLst/>
                <a:gdLst/>
                <a:ahLst/>
                <a:cxnLst/>
                <a:rect l="l" t="t" r="r" b="b"/>
                <a:pathLst>
                  <a:path w="108" h="439" extrusionOk="0">
                    <a:moveTo>
                      <a:pt x="0" y="1"/>
                    </a:moveTo>
                    <a:lnTo>
                      <a:pt x="0" y="439"/>
                    </a:lnTo>
                    <a:lnTo>
                      <a:pt x="108" y="439"/>
                    </a:lnTo>
                    <a:lnTo>
                      <a:pt x="108"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3" name="Google Shape;833;p16"/>
              <p:cNvSpPr/>
              <p:nvPr/>
            </p:nvSpPr>
            <p:spPr>
              <a:xfrm>
                <a:off x="3563222" y="3790226"/>
                <a:ext cx="13830" cy="19337"/>
              </a:xfrm>
              <a:custGeom>
                <a:avLst/>
                <a:gdLst/>
                <a:ahLst/>
                <a:cxnLst/>
                <a:rect l="l" t="t" r="r" b="b"/>
                <a:pathLst>
                  <a:path w="108" h="151" extrusionOk="0">
                    <a:moveTo>
                      <a:pt x="0" y="0"/>
                    </a:moveTo>
                    <a:lnTo>
                      <a:pt x="0" y="151"/>
                    </a:lnTo>
                    <a:lnTo>
                      <a:pt x="108" y="151"/>
                    </a:lnTo>
                    <a:lnTo>
                      <a:pt x="108"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4" name="Google Shape;834;p16"/>
              <p:cNvSpPr/>
              <p:nvPr/>
            </p:nvSpPr>
            <p:spPr>
              <a:xfrm>
                <a:off x="3563222" y="3677153"/>
                <a:ext cx="13830" cy="55833"/>
              </a:xfrm>
              <a:custGeom>
                <a:avLst/>
                <a:gdLst/>
                <a:ahLst/>
                <a:cxnLst/>
                <a:rect l="l" t="t" r="r" b="b"/>
                <a:pathLst>
                  <a:path w="108" h="436" extrusionOk="0">
                    <a:moveTo>
                      <a:pt x="0" y="1"/>
                    </a:moveTo>
                    <a:lnTo>
                      <a:pt x="0" y="436"/>
                    </a:lnTo>
                    <a:lnTo>
                      <a:pt x="108" y="436"/>
                    </a:lnTo>
                    <a:lnTo>
                      <a:pt x="108"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5" name="Google Shape;835;p16"/>
              <p:cNvSpPr/>
              <p:nvPr/>
            </p:nvSpPr>
            <p:spPr>
              <a:xfrm>
                <a:off x="3563222" y="3002040"/>
                <a:ext cx="13830" cy="55833"/>
              </a:xfrm>
              <a:custGeom>
                <a:avLst/>
                <a:gdLst/>
                <a:ahLst/>
                <a:cxnLst/>
                <a:rect l="l" t="t" r="r" b="b"/>
                <a:pathLst>
                  <a:path w="108" h="436" extrusionOk="0">
                    <a:moveTo>
                      <a:pt x="0" y="1"/>
                    </a:moveTo>
                    <a:lnTo>
                      <a:pt x="0" y="435"/>
                    </a:lnTo>
                    <a:lnTo>
                      <a:pt x="108" y="435"/>
                    </a:lnTo>
                    <a:lnTo>
                      <a:pt x="108"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6" name="Google Shape;836;p16"/>
              <p:cNvSpPr/>
              <p:nvPr/>
            </p:nvSpPr>
            <p:spPr>
              <a:xfrm>
                <a:off x="3563222" y="3113833"/>
                <a:ext cx="13830" cy="57498"/>
              </a:xfrm>
              <a:custGeom>
                <a:avLst/>
                <a:gdLst/>
                <a:ahLst/>
                <a:cxnLst/>
                <a:rect l="l" t="t" r="r" b="b"/>
                <a:pathLst>
                  <a:path w="108" h="449" extrusionOk="0">
                    <a:moveTo>
                      <a:pt x="0" y="0"/>
                    </a:moveTo>
                    <a:lnTo>
                      <a:pt x="0" y="448"/>
                    </a:lnTo>
                    <a:lnTo>
                      <a:pt x="108" y="448"/>
                    </a:lnTo>
                    <a:lnTo>
                      <a:pt x="108"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7" name="Google Shape;837;p16"/>
              <p:cNvSpPr/>
              <p:nvPr/>
            </p:nvSpPr>
            <p:spPr>
              <a:xfrm>
                <a:off x="3563222" y="3338572"/>
                <a:ext cx="13830" cy="57882"/>
              </a:xfrm>
              <a:custGeom>
                <a:avLst/>
                <a:gdLst/>
                <a:ahLst/>
                <a:cxnLst/>
                <a:rect l="l" t="t" r="r" b="b"/>
                <a:pathLst>
                  <a:path w="108" h="452" extrusionOk="0">
                    <a:moveTo>
                      <a:pt x="0" y="1"/>
                    </a:moveTo>
                    <a:lnTo>
                      <a:pt x="0" y="452"/>
                    </a:lnTo>
                    <a:lnTo>
                      <a:pt x="108" y="452"/>
                    </a:lnTo>
                    <a:lnTo>
                      <a:pt x="108"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8" name="Google Shape;838;p16"/>
              <p:cNvSpPr/>
              <p:nvPr/>
            </p:nvSpPr>
            <p:spPr>
              <a:xfrm>
                <a:off x="3563222" y="3227291"/>
                <a:ext cx="13830" cy="55705"/>
              </a:xfrm>
              <a:custGeom>
                <a:avLst/>
                <a:gdLst/>
                <a:ahLst/>
                <a:cxnLst/>
                <a:rect l="l" t="t" r="r" b="b"/>
                <a:pathLst>
                  <a:path w="108" h="435" extrusionOk="0">
                    <a:moveTo>
                      <a:pt x="0" y="0"/>
                    </a:moveTo>
                    <a:lnTo>
                      <a:pt x="0" y="435"/>
                    </a:lnTo>
                    <a:lnTo>
                      <a:pt x="108" y="435"/>
                    </a:lnTo>
                    <a:lnTo>
                      <a:pt x="108"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9" name="Google Shape;839;p16"/>
              <p:cNvSpPr/>
              <p:nvPr/>
            </p:nvSpPr>
            <p:spPr>
              <a:xfrm>
                <a:off x="4161244" y="2921749"/>
                <a:ext cx="16135" cy="56217"/>
              </a:xfrm>
              <a:custGeom>
                <a:avLst/>
                <a:gdLst/>
                <a:ahLst/>
                <a:cxnLst/>
                <a:rect l="l" t="t" r="r" b="b"/>
                <a:pathLst>
                  <a:path w="126" h="439" extrusionOk="0">
                    <a:moveTo>
                      <a:pt x="1" y="0"/>
                    </a:moveTo>
                    <a:lnTo>
                      <a:pt x="1" y="438"/>
                    </a:lnTo>
                    <a:lnTo>
                      <a:pt x="125" y="438"/>
                    </a:lnTo>
                    <a:lnTo>
                      <a:pt x="12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0" name="Google Shape;840;p16"/>
              <p:cNvSpPr/>
              <p:nvPr/>
            </p:nvSpPr>
            <p:spPr>
              <a:xfrm>
                <a:off x="4161244" y="2358685"/>
                <a:ext cx="16135" cy="57498"/>
              </a:xfrm>
              <a:custGeom>
                <a:avLst/>
                <a:gdLst/>
                <a:ahLst/>
                <a:cxnLst/>
                <a:rect l="l" t="t" r="r" b="b"/>
                <a:pathLst>
                  <a:path w="126" h="449" extrusionOk="0">
                    <a:moveTo>
                      <a:pt x="1" y="1"/>
                    </a:moveTo>
                    <a:lnTo>
                      <a:pt x="1" y="449"/>
                    </a:lnTo>
                    <a:lnTo>
                      <a:pt x="125" y="449"/>
                    </a:lnTo>
                    <a:lnTo>
                      <a:pt x="12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1" name="Google Shape;841;p16"/>
              <p:cNvSpPr/>
              <p:nvPr/>
            </p:nvSpPr>
            <p:spPr>
              <a:xfrm>
                <a:off x="4161244" y="2471759"/>
                <a:ext cx="16135" cy="56217"/>
              </a:xfrm>
              <a:custGeom>
                <a:avLst/>
                <a:gdLst/>
                <a:ahLst/>
                <a:cxnLst/>
                <a:rect l="l" t="t" r="r" b="b"/>
                <a:pathLst>
                  <a:path w="126" h="439" extrusionOk="0">
                    <a:moveTo>
                      <a:pt x="1" y="0"/>
                    </a:moveTo>
                    <a:lnTo>
                      <a:pt x="1" y="438"/>
                    </a:lnTo>
                    <a:lnTo>
                      <a:pt x="125" y="438"/>
                    </a:lnTo>
                    <a:lnTo>
                      <a:pt x="12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2" name="Google Shape;842;p16"/>
              <p:cNvSpPr/>
              <p:nvPr/>
            </p:nvSpPr>
            <p:spPr>
              <a:xfrm>
                <a:off x="4161244" y="2583424"/>
                <a:ext cx="16135" cy="58010"/>
              </a:xfrm>
              <a:custGeom>
                <a:avLst/>
                <a:gdLst/>
                <a:ahLst/>
                <a:cxnLst/>
                <a:rect l="l" t="t" r="r" b="b"/>
                <a:pathLst>
                  <a:path w="126" h="453" extrusionOk="0">
                    <a:moveTo>
                      <a:pt x="1" y="1"/>
                    </a:moveTo>
                    <a:lnTo>
                      <a:pt x="1" y="452"/>
                    </a:lnTo>
                    <a:lnTo>
                      <a:pt x="125" y="452"/>
                    </a:lnTo>
                    <a:lnTo>
                      <a:pt x="12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3" name="Google Shape;843;p16"/>
              <p:cNvSpPr/>
              <p:nvPr/>
            </p:nvSpPr>
            <p:spPr>
              <a:xfrm>
                <a:off x="4161244" y="3373787"/>
                <a:ext cx="16135" cy="55705"/>
              </a:xfrm>
              <a:custGeom>
                <a:avLst/>
                <a:gdLst/>
                <a:ahLst/>
                <a:cxnLst/>
                <a:rect l="l" t="t" r="r" b="b"/>
                <a:pathLst>
                  <a:path w="126" h="435" extrusionOk="0">
                    <a:moveTo>
                      <a:pt x="1" y="0"/>
                    </a:moveTo>
                    <a:lnTo>
                      <a:pt x="1" y="422"/>
                    </a:lnTo>
                    <a:lnTo>
                      <a:pt x="1" y="435"/>
                    </a:lnTo>
                    <a:lnTo>
                      <a:pt x="125" y="435"/>
                    </a:lnTo>
                    <a:lnTo>
                      <a:pt x="125" y="422"/>
                    </a:lnTo>
                    <a:lnTo>
                      <a:pt x="12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4" name="Google Shape;844;p16"/>
              <p:cNvSpPr/>
              <p:nvPr/>
            </p:nvSpPr>
            <p:spPr>
              <a:xfrm>
                <a:off x="4393154" y="3710319"/>
                <a:ext cx="57882" cy="22666"/>
              </a:xfrm>
              <a:custGeom>
                <a:avLst/>
                <a:gdLst/>
                <a:ahLst/>
                <a:cxnLst/>
                <a:rect l="l" t="t" r="r" b="b"/>
                <a:pathLst>
                  <a:path w="452" h="177" extrusionOk="0">
                    <a:moveTo>
                      <a:pt x="30" y="0"/>
                    </a:moveTo>
                    <a:lnTo>
                      <a:pt x="1" y="108"/>
                    </a:lnTo>
                    <a:cubicBezTo>
                      <a:pt x="138" y="151"/>
                      <a:pt x="288" y="177"/>
                      <a:pt x="439" y="177"/>
                    </a:cubicBezTo>
                    <a:lnTo>
                      <a:pt x="452" y="69"/>
                    </a:lnTo>
                    <a:cubicBezTo>
                      <a:pt x="301" y="52"/>
                      <a:pt x="164" y="39"/>
                      <a:pt x="3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5" name="Google Shape;845;p16"/>
              <p:cNvSpPr/>
              <p:nvPr/>
            </p:nvSpPr>
            <p:spPr>
              <a:xfrm>
                <a:off x="4161244" y="2696882"/>
                <a:ext cx="16135" cy="55833"/>
              </a:xfrm>
              <a:custGeom>
                <a:avLst/>
                <a:gdLst/>
                <a:ahLst/>
                <a:cxnLst/>
                <a:rect l="l" t="t" r="r" b="b"/>
                <a:pathLst>
                  <a:path w="126" h="436" extrusionOk="0">
                    <a:moveTo>
                      <a:pt x="1" y="1"/>
                    </a:moveTo>
                    <a:lnTo>
                      <a:pt x="1" y="435"/>
                    </a:lnTo>
                    <a:lnTo>
                      <a:pt x="125" y="435"/>
                    </a:lnTo>
                    <a:lnTo>
                      <a:pt x="12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6" name="Google Shape;846;p16"/>
              <p:cNvSpPr/>
              <p:nvPr/>
            </p:nvSpPr>
            <p:spPr>
              <a:xfrm>
                <a:off x="4168415" y="3483403"/>
                <a:ext cx="29837" cy="57882"/>
              </a:xfrm>
              <a:custGeom>
                <a:avLst/>
                <a:gdLst/>
                <a:ahLst/>
                <a:cxnLst/>
                <a:rect l="l" t="t" r="r" b="b"/>
                <a:pathLst>
                  <a:path w="233" h="452" extrusionOk="0">
                    <a:moveTo>
                      <a:pt x="108" y="1"/>
                    </a:moveTo>
                    <a:lnTo>
                      <a:pt x="0" y="27"/>
                    </a:lnTo>
                    <a:cubicBezTo>
                      <a:pt x="27" y="164"/>
                      <a:pt x="69" y="314"/>
                      <a:pt x="121" y="452"/>
                    </a:cubicBezTo>
                    <a:lnTo>
                      <a:pt x="233" y="409"/>
                    </a:lnTo>
                    <a:cubicBezTo>
                      <a:pt x="177" y="288"/>
                      <a:pt x="134" y="138"/>
                      <a:pt x="10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7" name="Google Shape;847;p16"/>
              <p:cNvSpPr/>
              <p:nvPr/>
            </p:nvSpPr>
            <p:spPr>
              <a:xfrm>
                <a:off x="4288532" y="3664603"/>
                <a:ext cx="56217" cy="40338"/>
              </a:xfrm>
              <a:custGeom>
                <a:avLst/>
                <a:gdLst/>
                <a:ahLst/>
                <a:cxnLst/>
                <a:rect l="l" t="t" r="r" b="b"/>
                <a:pathLst>
                  <a:path w="439" h="315" extrusionOk="0">
                    <a:moveTo>
                      <a:pt x="69" y="1"/>
                    </a:moveTo>
                    <a:lnTo>
                      <a:pt x="1" y="83"/>
                    </a:lnTo>
                    <a:cubicBezTo>
                      <a:pt x="125" y="181"/>
                      <a:pt x="259" y="246"/>
                      <a:pt x="396" y="315"/>
                    </a:cubicBezTo>
                    <a:lnTo>
                      <a:pt x="439" y="220"/>
                    </a:lnTo>
                    <a:cubicBezTo>
                      <a:pt x="314" y="151"/>
                      <a:pt x="193" y="83"/>
                      <a:pt x="6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8" name="Google Shape;848;p16"/>
              <p:cNvSpPr/>
              <p:nvPr/>
            </p:nvSpPr>
            <p:spPr>
              <a:xfrm>
                <a:off x="4210290" y="3584696"/>
                <a:ext cx="45332" cy="54168"/>
              </a:xfrm>
              <a:custGeom>
                <a:avLst/>
                <a:gdLst/>
                <a:ahLst/>
                <a:cxnLst/>
                <a:rect l="l" t="t" r="r" b="b"/>
                <a:pathLst>
                  <a:path w="354" h="423" extrusionOk="0">
                    <a:moveTo>
                      <a:pt x="95" y="1"/>
                    </a:moveTo>
                    <a:lnTo>
                      <a:pt x="0" y="69"/>
                    </a:lnTo>
                    <a:cubicBezTo>
                      <a:pt x="82" y="190"/>
                      <a:pt x="177" y="314"/>
                      <a:pt x="285" y="422"/>
                    </a:cubicBezTo>
                    <a:lnTo>
                      <a:pt x="353" y="341"/>
                    </a:lnTo>
                    <a:cubicBezTo>
                      <a:pt x="259" y="233"/>
                      <a:pt x="177" y="122"/>
                      <a:pt x="9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9" name="Google Shape;849;p16"/>
              <p:cNvSpPr/>
              <p:nvPr/>
            </p:nvSpPr>
            <p:spPr>
              <a:xfrm>
                <a:off x="3857879" y="1971571"/>
                <a:ext cx="57882" cy="17288"/>
              </a:xfrm>
              <a:custGeom>
                <a:avLst/>
                <a:gdLst/>
                <a:ahLst/>
                <a:cxnLst/>
                <a:rect l="l" t="t" r="r" b="b"/>
                <a:pathLst>
                  <a:path w="452" h="135" extrusionOk="0">
                    <a:moveTo>
                      <a:pt x="0" y="0"/>
                    </a:moveTo>
                    <a:lnTo>
                      <a:pt x="13" y="108"/>
                    </a:lnTo>
                    <a:lnTo>
                      <a:pt x="95" y="108"/>
                    </a:lnTo>
                    <a:cubicBezTo>
                      <a:pt x="206" y="108"/>
                      <a:pt x="327" y="121"/>
                      <a:pt x="435" y="134"/>
                    </a:cubicBezTo>
                    <a:lnTo>
                      <a:pt x="451" y="26"/>
                    </a:lnTo>
                    <a:cubicBezTo>
                      <a:pt x="340" y="13"/>
                      <a:pt x="219" y="0"/>
                      <a:pt x="9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0" name="Google Shape;850;p16"/>
              <p:cNvSpPr/>
              <p:nvPr/>
            </p:nvSpPr>
            <p:spPr>
              <a:xfrm>
                <a:off x="4161244" y="2245228"/>
                <a:ext cx="16135" cy="57498"/>
              </a:xfrm>
              <a:custGeom>
                <a:avLst/>
                <a:gdLst/>
                <a:ahLst/>
                <a:cxnLst/>
                <a:rect l="l" t="t" r="r" b="b"/>
                <a:pathLst>
                  <a:path w="126" h="449" extrusionOk="0">
                    <a:moveTo>
                      <a:pt x="109" y="1"/>
                    </a:moveTo>
                    <a:lnTo>
                      <a:pt x="1" y="14"/>
                    </a:lnTo>
                    <a:lnTo>
                      <a:pt x="1" y="259"/>
                    </a:lnTo>
                    <a:lnTo>
                      <a:pt x="1" y="449"/>
                    </a:lnTo>
                    <a:lnTo>
                      <a:pt x="125" y="449"/>
                    </a:lnTo>
                    <a:lnTo>
                      <a:pt x="125" y="259"/>
                    </a:lnTo>
                    <a:cubicBezTo>
                      <a:pt x="125" y="164"/>
                      <a:pt x="109" y="83"/>
                      <a:pt x="10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1" name="Google Shape;851;p16"/>
              <p:cNvSpPr/>
              <p:nvPr/>
            </p:nvSpPr>
            <p:spPr>
              <a:xfrm>
                <a:off x="4129870" y="2135227"/>
                <a:ext cx="33167" cy="57882"/>
              </a:xfrm>
              <a:custGeom>
                <a:avLst/>
                <a:gdLst/>
                <a:ahLst/>
                <a:cxnLst/>
                <a:rect l="l" t="t" r="r" b="b"/>
                <a:pathLst>
                  <a:path w="259" h="452" extrusionOk="0">
                    <a:moveTo>
                      <a:pt x="96" y="0"/>
                    </a:moveTo>
                    <a:lnTo>
                      <a:pt x="1" y="56"/>
                    </a:lnTo>
                    <a:cubicBezTo>
                      <a:pt x="56" y="177"/>
                      <a:pt x="109" y="314"/>
                      <a:pt x="151" y="451"/>
                    </a:cubicBezTo>
                    <a:lnTo>
                      <a:pt x="259" y="422"/>
                    </a:lnTo>
                    <a:cubicBezTo>
                      <a:pt x="220" y="275"/>
                      <a:pt x="164" y="138"/>
                      <a:pt x="9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2" name="Google Shape;852;p16"/>
              <p:cNvSpPr/>
              <p:nvPr/>
            </p:nvSpPr>
            <p:spPr>
              <a:xfrm>
                <a:off x="4062129" y="2046484"/>
                <a:ext cx="48662" cy="50711"/>
              </a:xfrm>
              <a:custGeom>
                <a:avLst/>
                <a:gdLst/>
                <a:ahLst/>
                <a:cxnLst/>
                <a:rect l="l" t="t" r="r" b="b"/>
                <a:pathLst>
                  <a:path w="380" h="396" extrusionOk="0">
                    <a:moveTo>
                      <a:pt x="66" y="0"/>
                    </a:moveTo>
                    <a:lnTo>
                      <a:pt x="0" y="82"/>
                    </a:lnTo>
                    <a:cubicBezTo>
                      <a:pt x="108" y="177"/>
                      <a:pt x="203" y="285"/>
                      <a:pt x="285" y="396"/>
                    </a:cubicBezTo>
                    <a:lnTo>
                      <a:pt x="379" y="327"/>
                    </a:lnTo>
                    <a:cubicBezTo>
                      <a:pt x="285" y="203"/>
                      <a:pt x="177" y="95"/>
                      <a:pt x="6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3" name="Google Shape;853;p16"/>
              <p:cNvSpPr/>
              <p:nvPr/>
            </p:nvSpPr>
            <p:spPr>
              <a:xfrm>
                <a:off x="3965830" y="1988731"/>
                <a:ext cx="57882" cy="36881"/>
              </a:xfrm>
              <a:custGeom>
                <a:avLst/>
                <a:gdLst/>
                <a:ahLst/>
                <a:cxnLst/>
                <a:rect l="l" t="t" r="r" b="b"/>
                <a:pathLst>
                  <a:path w="452" h="288" extrusionOk="0">
                    <a:moveTo>
                      <a:pt x="43" y="0"/>
                    </a:moveTo>
                    <a:lnTo>
                      <a:pt x="0" y="95"/>
                    </a:lnTo>
                    <a:cubicBezTo>
                      <a:pt x="138" y="151"/>
                      <a:pt x="275" y="206"/>
                      <a:pt x="396" y="288"/>
                    </a:cubicBezTo>
                    <a:lnTo>
                      <a:pt x="452" y="193"/>
                    </a:lnTo>
                    <a:cubicBezTo>
                      <a:pt x="327" y="111"/>
                      <a:pt x="193" y="56"/>
                      <a:pt x="43"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4" name="Google Shape;854;p16"/>
              <p:cNvSpPr/>
              <p:nvPr/>
            </p:nvSpPr>
            <p:spPr>
              <a:xfrm>
                <a:off x="4161244" y="3260329"/>
                <a:ext cx="16135" cy="55833"/>
              </a:xfrm>
              <a:custGeom>
                <a:avLst/>
                <a:gdLst/>
                <a:ahLst/>
                <a:cxnLst/>
                <a:rect l="l" t="t" r="r" b="b"/>
                <a:pathLst>
                  <a:path w="126" h="436" extrusionOk="0">
                    <a:moveTo>
                      <a:pt x="1" y="0"/>
                    </a:moveTo>
                    <a:lnTo>
                      <a:pt x="1" y="435"/>
                    </a:lnTo>
                    <a:lnTo>
                      <a:pt x="125" y="435"/>
                    </a:lnTo>
                    <a:lnTo>
                      <a:pt x="12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5" name="Google Shape;855;p16"/>
              <p:cNvSpPr/>
              <p:nvPr/>
            </p:nvSpPr>
            <p:spPr>
              <a:xfrm>
                <a:off x="4161244" y="3035079"/>
                <a:ext cx="16135" cy="56217"/>
              </a:xfrm>
              <a:custGeom>
                <a:avLst/>
                <a:gdLst/>
                <a:ahLst/>
                <a:cxnLst/>
                <a:rect l="l" t="t" r="r" b="b"/>
                <a:pathLst>
                  <a:path w="126" h="439" extrusionOk="0">
                    <a:moveTo>
                      <a:pt x="1" y="1"/>
                    </a:moveTo>
                    <a:lnTo>
                      <a:pt x="1" y="439"/>
                    </a:lnTo>
                    <a:lnTo>
                      <a:pt x="125" y="439"/>
                    </a:lnTo>
                    <a:lnTo>
                      <a:pt x="12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6" name="Google Shape;856;p16"/>
              <p:cNvSpPr/>
              <p:nvPr/>
            </p:nvSpPr>
            <p:spPr>
              <a:xfrm>
                <a:off x="4161244" y="2810340"/>
                <a:ext cx="16135" cy="55833"/>
              </a:xfrm>
              <a:custGeom>
                <a:avLst/>
                <a:gdLst/>
                <a:ahLst/>
                <a:cxnLst/>
                <a:rect l="l" t="t" r="r" b="b"/>
                <a:pathLst>
                  <a:path w="126" h="436" extrusionOk="0">
                    <a:moveTo>
                      <a:pt x="1" y="1"/>
                    </a:moveTo>
                    <a:lnTo>
                      <a:pt x="1" y="435"/>
                    </a:lnTo>
                    <a:lnTo>
                      <a:pt x="125" y="435"/>
                    </a:lnTo>
                    <a:lnTo>
                      <a:pt x="12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7" name="Google Shape;857;p16"/>
              <p:cNvSpPr/>
              <p:nvPr/>
            </p:nvSpPr>
            <p:spPr>
              <a:xfrm>
                <a:off x="4161244" y="3146872"/>
                <a:ext cx="16135" cy="57498"/>
              </a:xfrm>
              <a:custGeom>
                <a:avLst/>
                <a:gdLst/>
                <a:ahLst/>
                <a:cxnLst/>
                <a:rect l="l" t="t" r="r" b="b"/>
                <a:pathLst>
                  <a:path w="126" h="449" extrusionOk="0">
                    <a:moveTo>
                      <a:pt x="1" y="1"/>
                    </a:moveTo>
                    <a:lnTo>
                      <a:pt x="1" y="448"/>
                    </a:lnTo>
                    <a:lnTo>
                      <a:pt x="125" y="448"/>
                    </a:lnTo>
                    <a:lnTo>
                      <a:pt x="12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8" name="Google Shape;858;p16"/>
              <p:cNvSpPr/>
              <p:nvPr/>
            </p:nvSpPr>
            <p:spPr>
              <a:xfrm>
                <a:off x="4761060" y="1231918"/>
                <a:ext cx="14342" cy="55833"/>
              </a:xfrm>
              <a:custGeom>
                <a:avLst/>
                <a:gdLst/>
                <a:ahLst/>
                <a:cxnLst/>
                <a:rect l="l" t="t" r="r" b="b"/>
                <a:pathLst>
                  <a:path w="112" h="436" extrusionOk="0">
                    <a:moveTo>
                      <a:pt x="1" y="0"/>
                    </a:moveTo>
                    <a:lnTo>
                      <a:pt x="1" y="435"/>
                    </a:lnTo>
                    <a:lnTo>
                      <a:pt x="112" y="435"/>
                    </a:lnTo>
                    <a:lnTo>
                      <a:pt x="112"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9" name="Google Shape;859;p16"/>
              <p:cNvSpPr/>
              <p:nvPr/>
            </p:nvSpPr>
            <p:spPr>
              <a:xfrm>
                <a:off x="4761060" y="1343711"/>
                <a:ext cx="14342" cy="57498"/>
              </a:xfrm>
              <a:custGeom>
                <a:avLst/>
                <a:gdLst/>
                <a:ahLst/>
                <a:cxnLst/>
                <a:rect l="l" t="t" r="r" b="b"/>
                <a:pathLst>
                  <a:path w="112" h="449" extrusionOk="0">
                    <a:moveTo>
                      <a:pt x="1" y="0"/>
                    </a:moveTo>
                    <a:lnTo>
                      <a:pt x="1" y="448"/>
                    </a:lnTo>
                    <a:lnTo>
                      <a:pt x="112" y="448"/>
                    </a:lnTo>
                    <a:lnTo>
                      <a:pt x="112"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0" name="Google Shape;860;p16"/>
              <p:cNvSpPr/>
              <p:nvPr/>
            </p:nvSpPr>
            <p:spPr>
              <a:xfrm>
                <a:off x="4761060" y="1003338"/>
                <a:ext cx="14342" cy="59547"/>
              </a:xfrm>
              <a:custGeom>
                <a:avLst/>
                <a:gdLst/>
                <a:ahLst/>
                <a:cxnLst/>
                <a:rect l="l" t="t" r="r" b="b"/>
                <a:pathLst>
                  <a:path w="112" h="465" extrusionOk="0">
                    <a:moveTo>
                      <a:pt x="1" y="1"/>
                    </a:moveTo>
                    <a:lnTo>
                      <a:pt x="1" y="27"/>
                    </a:lnTo>
                    <a:lnTo>
                      <a:pt x="1" y="436"/>
                    </a:lnTo>
                    <a:lnTo>
                      <a:pt x="1" y="465"/>
                    </a:lnTo>
                    <a:lnTo>
                      <a:pt x="112" y="465"/>
                    </a:lnTo>
                    <a:lnTo>
                      <a:pt x="112" y="436"/>
                    </a:lnTo>
                    <a:lnTo>
                      <a:pt x="112" y="27"/>
                    </a:lnTo>
                    <a:lnTo>
                      <a:pt x="112"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1" name="Google Shape;861;p16"/>
              <p:cNvSpPr/>
              <p:nvPr/>
            </p:nvSpPr>
            <p:spPr>
              <a:xfrm>
                <a:off x="4761060" y="1118460"/>
                <a:ext cx="14342" cy="57882"/>
              </a:xfrm>
              <a:custGeom>
                <a:avLst/>
                <a:gdLst/>
                <a:ahLst/>
                <a:cxnLst/>
                <a:rect l="l" t="t" r="r" b="b"/>
                <a:pathLst>
                  <a:path w="112" h="452" extrusionOk="0">
                    <a:moveTo>
                      <a:pt x="1" y="1"/>
                    </a:moveTo>
                    <a:lnTo>
                      <a:pt x="1" y="452"/>
                    </a:lnTo>
                    <a:lnTo>
                      <a:pt x="112" y="452"/>
                    </a:lnTo>
                    <a:lnTo>
                      <a:pt x="112"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2" name="Google Shape;862;p16"/>
              <p:cNvSpPr/>
              <p:nvPr/>
            </p:nvSpPr>
            <p:spPr>
              <a:xfrm>
                <a:off x="4761060" y="2020105"/>
                <a:ext cx="14342" cy="56217"/>
              </a:xfrm>
              <a:custGeom>
                <a:avLst/>
                <a:gdLst/>
                <a:ahLst/>
                <a:cxnLst/>
                <a:rect l="l" t="t" r="r" b="b"/>
                <a:pathLst>
                  <a:path w="112" h="439" extrusionOk="0">
                    <a:moveTo>
                      <a:pt x="1" y="0"/>
                    </a:moveTo>
                    <a:lnTo>
                      <a:pt x="1" y="438"/>
                    </a:lnTo>
                    <a:lnTo>
                      <a:pt x="112" y="438"/>
                    </a:lnTo>
                    <a:lnTo>
                      <a:pt x="112"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3" name="Google Shape;863;p16"/>
              <p:cNvSpPr/>
              <p:nvPr/>
            </p:nvSpPr>
            <p:spPr>
              <a:xfrm>
                <a:off x="4761060" y="2131898"/>
                <a:ext cx="14342" cy="57370"/>
              </a:xfrm>
              <a:custGeom>
                <a:avLst/>
                <a:gdLst/>
                <a:ahLst/>
                <a:cxnLst/>
                <a:rect l="l" t="t" r="r" b="b"/>
                <a:pathLst>
                  <a:path w="112" h="448" extrusionOk="0">
                    <a:moveTo>
                      <a:pt x="1" y="0"/>
                    </a:moveTo>
                    <a:lnTo>
                      <a:pt x="1" y="448"/>
                    </a:lnTo>
                    <a:lnTo>
                      <a:pt x="112" y="448"/>
                    </a:lnTo>
                    <a:lnTo>
                      <a:pt x="112"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4" name="Google Shape;864;p16"/>
              <p:cNvSpPr/>
              <p:nvPr/>
            </p:nvSpPr>
            <p:spPr>
              <a:xfrm>
                <a:off x="4761060" y="1456657"/>
                <a:ext cx="14342" cy="56217"/>
              </a:xfrm>
              <a:custGeom>
                <a:avLst/>
                <a:gdLst/>
                <a:ahLst/>
                <a:cxnLst/>
                <a:rect l="l" t="t" r="r" b="b"/>
                <a:pathLst>
                  <a:path w="112" h="439" extrusionOk="0">
                    <a:moveTo>
                      <a:pt x="1" y="1"/>
                    </a:moveTo>
                    <a:lnTo>
                      <a:pt x="1" y="439"/>
                    </a:lnTo>
                    <a:lnTo>
                      <a:pt x="112" y="439"/>
                    </a:lnTo>
                    <a:lnTo>
                      <a:pt x="112"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5" name="Google Shape;865;p16"/>
              <p:cNvSpPr/>
              <p:nvPr/>
            </p:nvSpPr>
            <p:spPr>
              <a:xfrm>
                <a:off x="4761060" y="2245228"/>
                <a:ext cx="14342" cy="55833"/>
              </a:xfrm>
              <a:custGeom>
                <a:avLst/>
                <a:gdLst/>
                <a:ahLst/>
                <a:cxnLst/>
                <a:rect l="l" t="t" r="r" b="b"/>
                <a:pathLst>
                  <a:path w="112" h="436" extrusionOk="0">
                    <a:moveTo>
                      <a:pt x="1" y="1"/>
                    </a:moveTo>
                    <a:lnTo>
                      <a:pt x="1" y="436"/>
                    </a:lnTo>
                    <a:lnTo>
                      <a:pt x="112" y="436"/>
                    </a:lnTo>
                    <a:lnTo>
                      <a:pt x="112"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6" name="Google Shape;866;p16"/>
              <p:cNvSpPr/>
              <p:nvPr/>
            </p:nvSpPr>
            <p:spPr>
              <a:xfrm>
                <a:off x="4761060" y="1570115"/>
                <a:ext cx="14342" cy="56217"/>
              </a:xfrm>
              <a:custGeom>
                <a:avLst/>
                <a:gdLst/>
                <a:ahLst/>
                <a:cxnLst/>
                <a:rect l="l" t="t" r="r" b="b"/>
                <a:pathLst>
                  <a:path w="112" h="439" extrusionOk="0">
                    <a:moveTo>
                      <a:pt x="1" y="1"/>
                    </a:moveTo>
                    <a:lnTo>
                      <a:pt x="1" y="439"/>
                    </a:lnTo>
                    <a:lnTo>
                      <a:pt x="112" y="439"/>
                    </a:lnTo>
                    <a:lnTo>
                      <a:pt x="112"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7" name="Google Shape;867;p16"/>
              <p:cNvSpPr/>
              <p:nvPr/>
            </p:nvSpPr>
            <p:spPr>
              <a:xfrm>
                <a:off x="4761060" y="1681908"/>
                <a:ext cx="14342" cy="55833"/>
              </a:xfrm>
              <a:custGeom>
                <a:avLst/>
                <a:gdLst/>
                <a:ahLst/>
                <a:cxnLst/>
                <a:rect l="l" t="t" r="r" b="b"/>
                <a:pathLst>
                  <a:path w="112" h="436" extrusionOk="0">
                    <a:moveTo>
                      <a:pt x="1" y="0"/>
                    </a:moveTo>
                    <a:lnTo>
                      <a:pt x="1" y="435"/>
                    </a:lnTo>
                    <a:lnTo>
                      <a:pt x="112" y="435"/>
                    </a:lnTo>
                    <a:lnTo>
                      <a:pt x="112"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8" name="Google Shape;868;p16"/>
              <p:cNvSpPr/>
              <p:nvPr/>
            </p:nvSpPr>
            <p:spPr>
              <a:xfrm>
                <a:off x="4761060" y="1906647"/>
                <a:ext cx="14342" cy="57882"/>
              </a:xfrm>
              <a:custGeom>
                <a:avLst/>
                <a:gdLst/>
                <a:ahLst/>
                <a:cxnLst/>
                <a:rect l="l" t="t" r="r" b="b"/>
                <a:pathLst>
                  <a:path w="112" h="452" extrusionOk="0">
                    <a:moveTo>
                      <a:pt x="1" y="1"/>
                    </a:moveTo>
                    <a:lnTo>
                      <a:pt x="1" y="452"/>
                    </a:lnTo>
                    <a:lnTo>
                      <a:pt x="112" y="452"/>
                    </a:lnTo>
                    <a:lnTo>
                      <a:pt x="112"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9" name="Google Shape;869;p16"/>
              <p:cNvSpPr/>
              <p:nvPr/>
            </p:nvSpPr>
            <p:spPr>
              <a:xfrm>
                <a:off x="4761060" y="1795366"/>
                <a:ext cx="14342" cy="55705"/>
              </a:xfrm>
              <a:custGeom>
                <a:avLst/>
                <a:gdLst/>
                <a:ahLst/>
                <a:cxnLst/>
                <a:rect l="l" t="t" r="r" b="b"/>
                <a:pathLst>
                  <a:path w="112" h="435" extrusionOk="0">
                    <a:moveTo>
                      <a:pt x="1" y="0"/>
                    </a:moveTo>
                    <a:lnTo>
                      <a:pt x="1" y="435"/>
                    </a:lnTo>
                    <a:lnTo>
                      <a:pt x="112" y="435"/>
                    </a:lnTo>
                    <a:lnTo>
                      <a:pt x="112"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0" name="Google Shape;870;p16"/>
              <p:cNvSpPr/>
              <p:nvPr/>
            </p:nvSpPr>
            <p:spPr>
              <a:xfrm>
                <a:off x="4761060" y="328609"/>
                <a:ext cx="14342" cy="55833"/>
              </a:xfrm>
              <a:custGeom>
                <a:avLst/>
                <a:gdLst/>
                <a:ahLst/>
                <a:cxnLst/>
                <a:rect l="l" t="t" r="r" b="b"/>
                <a:pathLst>
                  <a:path w="112" h="436" extrusionOk="0">
                    <a:moveTo>
                      <a:pt x="1" y="1"/>
                    </a:moveTo>
                    <a:lnTo>
                      <a:pt x="1" y="435"/>
                    </a:lnTo>
                    <a:lnTo>
                      <a:pt x="112" y="435"/>
                    </a:lnTo>
                    <a:lnTo>
                      <a:pt x="112"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1" name="Google Shape;871;p16"/>
              <p:cNvSpPr/>
              <p:nvPr/>
            </p:nvSpPr>
            <p:spPr>
              <a:xfrm>
                <a:off x="4761060" y="440018"/>
                <a:ext cx="14342" cy="56217"/>
              </a:xfrm>
              <a:custGeom>
                <a:avLst/>
                <a:gdLst/>
                <a:ahLst/>
                <a:cxnLst/>
                <a:rect l="l" t="t" r="r" b="b"/>
                <a:pathLst>
                  <a:path w="112" h="439" extrusionOk="0">
                    <a:moveTo>
                      <a:pt x="1" y="0"/>
                    </a:moveTo>
                    <a:lnTo>
                      <a:pt x="1" y="438"/>
                    </a:lnTo>
                    <a:lnTo>
                      <a:pt x="112" y="438"/>
                    </a:lnTo>
                    <a:lnTo>
                      <a:pt x="112"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2" name="Google Shape;872;p16"/>
              <p:cNvSpPr/>
              <p:nvPr/>
            </p:nvSpPr>
            <p:spPr>
              <a:xfrm>
                <a:off x="4761060" y="101822"/>
                <a:ext cx="14342" cy="57370"/>
              </a:xfrm>
              <a:custGeom>
                <a:avLst/>
                <a:gdLst/>
                <a:ahLst/>
                <a:cxnLst/>
                <a:rect l="l" t="t" r="r" b="b"/>
                <a:pathLst>
                  <a:path w="112" h="448" extrusionOk="0">
                    <a:moveTo>
                      <a:pt x="1" y="0"/>
                    </a:moveTo>
                    <a:lnTo>
                      <a:pt x="1" y="448"/>
                    </a:lnTo>
                    <a:lnTo>
                      <a:pt x="112" y="448"/>
                    </a:lnTo>
                    <a:lnTo>
                      <a:pt x="112"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3" name="Google Shape;873;p16"/>
              <p:cNvSpPr/>
              <p:nvPr/>
            </p:nvSpPr>
            <p:spPr>
              <a:xfrm>
                <a:off x="4761060" y="215152"/>
                <a:ext cx="14342" cy="55833"/>
              </a:xfrm>
              <a:custGeom>
                <a:avLst/>
                <a:gdLst/>
                <a:ahLst/>
                <a:cxnLst/>
                <a:rect l="l" t="t" r="r" b="b"/>
                <a:pathLst>
                  <a:path w="112" h="436" extrusionOk="0">
                    <a:moveTo>
                      <a:pt x="1" y="1"/>
                    </a:moveTo>
                    <a:lnTo>
                      <a:pt x="1" y="436"/>
                    </a:lnTo>
                    <a:lnTo>
                      <a:pt x="112" y="436"/>
                    </a:lnTo>
                    <a:lnTo>
                      <a:pt x="112"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4" name="Google Shape;874;p16"/>
              <p:cNvSpPr/>
              <p:nvPr/>
            </p:nvSpPr>
            <p:spPr>
              <a:xfrm>
                <a:off x="4761060" y="553476"/>
                <a:ext cx="14342" cy="55705"/>
              </a:xfrm>
              <a:custGeom>
                <a:avLst/>
                <a:gdLst/>
                <a:ahLst/>
                <a:cxnLst/>
                <a:rect l="l" t="t" r="r" b="b"/>
                <a:pathLst>
                  <a:path w="112" h="435" extrusionOk="0">
                    <a:moveTo>
                      <a:pt x="1" y="0"/>
                    </a:moveTo>
                    <a:lnTo>
                      <a:pt x="1" y="435"/>
                    </a:lnTo>
                    <a:lnTo>
                      <a:pt x="112" y="435"/>
                    </a:lnTo>
                    <a:lnTo>
                      <a:pt x="112"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5" name="Google Shape;875;p16"/>
              <p:cNvSpPr/>
              <p:nvPr/>
            </p:nvSpPr>
            <p:spPr>
              <a:xfrm>
                <a:off x="4761060" y="665141"/>
                <a:ext cx="14342" cy="57498"/>
              </a:xfrm>
              <a:custGeom>
                <a:avLst/>
                <a:gdLst/>
                <a:ahLst/>
                <a:cxnLst/>
                <a:rect l="l" t="t" r="r" b="b"/>
                <a:pathLst>
                  <a:path w="112" h="449" extrusionOk="0">
                    <a:moveTo>
                      <a:pt x="1" y="1"/>
                    </a:moveTo>
                    <a:lnTo>
                      <a:pt x="1" y="449"/>
                    </a:lnTo>
                    <a:lnTo>
                      <a:pt x="112" y="449"/>
                    </a:lnTo>
                    <a:lnTo>
                      <a:pt x="112"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6" name="Google Shape;876;p16"/>
              <p:cNvSpPr/>
              <p:nvPr/>
            </p:nvSpPr>
            <p:spPr>
              <a:xfrm>
                <a:off x="4761060" y="778599"/>
                <a:ext cx="14342" cy="55833"/>
              </a:xfrm>
              <a:custGeom>
                <a:avLst/>
                <a:gdLst/>
                <a:ahLst/>
                <a:cxnLst/>
                <a:rect l="l" t="t" r="r" b="b"/>
                <a:pathLst>
                  <a:path w="112" h="436" extrusionOk="0">
                    <a:moveTo>
                      <a:pt x="1" y="1"/>
                    </a:moveTo>
                    <a:lnTo>
                      <a:pt x="1" y="435"/>
                    </a:lnTo>
                    <a:lnTo>
                      <a:pt x="112" y="435"/>
                    </a:lnTo>
                    <a:lnTo>
                      <a:pt x="112"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7" name="Google Shape;877;p16"/>
              <p:cNvSpPr/>
              <p:nvPr/>
            </p:nvSpPr>
            <p:spPr>
              <a:xfrm>
                <a:off x="4761060" y="889880"/>
                <a:ext cx="14342" cy="58010"/>
              </a:xfrm>
              <a:custGeom>
                <a:avLst/>
                <a:gdLst/>
                <a:ahLst/>
                <a:cxnLst/>
                <a:rect l="l" t="t" r="r" b="b"/>
                <a:pathLst>
                  <a:path w="112" h="453" extrusionOk="0">
                    <a:moveTo>
                      <a:pt x="1" y="1"/>
                    </a:moveTo>
                    <a:lnTo>
                      <a:pt x="1" y="452"/>
                    </a:lnTo>
                    <a:lnTo>
                      <a:pt x="112" y="452"/>
                    </a:lnTo>
                    <a:lnTo>
                      <a:pt x="112"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8" name="Google Shape;878;p16"/>
              <p:cNvSpPr/>
              <p:nvPr/>
            </p:nvSpPr>
            <p:spPr>
              <a:xfrm>
                <a:off x="4761060" y="2921749"/>
                <a:ext cx="14342" cy="56217"/>
              </a:xfrm>
              <a:custGeom>
                <a:avLst/>
                <a:gdLst/>
                <a:ahLst/>
                <a:cxnLst/>
                <a:rect l="l" t="t" r="r" b="b"/>
                <a:pathLst>
                  <a:path w="112" h="439" extrusionOk="0">
                    <a:moveTo>
                      <a:pt x="1" y="0"/>
                    </a:moveTo>
                    <a:lnTo>
                      <a:pt x="1" y="438"/>
                    </a:lnTo>
                    <a:lnTo>
                      <a:pt x="112" y="438"/>
                    </a:lnTo>
                    <a:lnTo>
                      <a:pt x="112"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9" name="Google Shape;879;p16"/>
              <p:cNvSpPr/>
              <p:nvPr/>
            </p:nvSpPr>
            <p:spPr>
              <a:xfrm>
                <a:off x="4761060" y="2358685"/>
                <a:ext cx="14342" cy="55833"/>
              </a:xfrm>
              <a:custGeom>
                <a:avLst/>
                <a:gdLst/>
                <a:ahLst/>
                <a:cxnLst/>
                <a:rect l="l" t="t" r="r" b="b"/>
                <a:pathLst>
                  <a:path w="112" h="436" extrusionOk="0">
                    <a:moveTo>
                      <a:pt x="1" y="1"/>
                    </a:moveTo>
                    <a:lnTo>
                      <a:pt x="1" y="435"/>
                    </a:lnTo>
                    <a:lnTo>
                      <a:pt x="112" y="435"/>
                    </a:lnTo>
                    <a:lnTo>
                      <a:pt x="112" y="148"/>
                    </a:lnTo>
                    <a:lnTo>
                      <a:pt x="112"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0" name="Google Shape;880;p16"/>
              <p:cNvSpPr/>
              <p:nvPr/>
            </p:nvSpPr>
            <p:spPr>
              <a:xfrm>
                <a:off x="4761060" y="2470094"/>
                <a:ext cx="14342" cy="57882"/>
              </a:xfrm>
              <a:custGeom>
                <a:avLst/>
                <a:gdLst/>
                <a:ahLst/>
                <a:cxnLst/>
                <a:rect l="l" t="t" r="r" b="b"/>
                <a:pathLst>
                  <a:path w="112" h="452" extrusionOk="0">
                    <a:moveTo>
                      <a:pt x="1" y="0"/>
                    </a:moveTo>
                    <a:lnTo>
                      <a:pt x="1" y="451"/>
                    </a:lnTo>
                    <a:lnTo>
                      <a:pt x="112" y="451"/>
                    </a:lnTo>
                    <a:lnTo>
                      <a:pt x="112"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1" name="Google Shape;881;p16"/>
              <p:cNvSpPr/>
              <p:nvPr/>
            </p:nvSpPr>
            <p:spPr>
              <a:xfrm>
                <a:off x="4761060" y="2583424"/>
                <a:ext cx="14342" cy="55833"/>
              </a:xfrm>
              <a:custGeom>
                <a:avLst/>
                <a:gdLst/>
                <a:ahLst/>
                <a:cxnLst/>
                <a:rect l="l" t="t" r="r" b="b"/>
                <a:pathLst>
                  <a:path w="112" h="436" extrusionOk="0">
                    <a:moveTo>
                      <a:pt x="1" y="1"/>
                    </a:moveTo>
                    <a:lnTo>
                      <a:pt x="1" y="436"/>
                    </a:lnTo>
                    <a:lnTo>
                      <a:pt x="112" y="436"/>
                    </a:lnTo>
                    <a:lnTo>
                      <a:pt x="112"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2" name="Google Shape;882;p16"/>
              <p:cNvSpPr/>
              <p:nvPr/>
            </p:nvSpPr>
            <p:spPr>
              <a:xfrm>
                <a:off x="4761060" y="3368281"/>
                <a:ext cx="14342" cy="55833"/>
              </a:xfrm>
              <a:custGeom>
                <a:avLst/>
                <a:gdLst/>
                <a:ahLst/>
                <a:cxnLst/>
                <a:rect l="l" t="t" r="r" b="b"/>
                <a:pathLst>
                  <a:path w="112" h="436" extrusionOk="0">
                    <a:moveTo>
                      <a:pt x="1" y="1"/>
                    </a:moveTo>
                    <a:lnTo>
                      <a:pt x="1" y="422"/>
                    </a:lnTo>
                    <a:lnTo>
                      <a:pt x="1" y="435"/>
                    </a:lnTo>
                    <a:lnTo>
                      <a:pt x="112" y="435"/>
                    </a:lnTo>
                    <a:lnTo>
                      <a:pt x="112" y="422"/>
                    </a:lnTo>
                    <a:lnTo>
                      <a:pt x="112"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3" name="Google Shape;883;p16"/>
              <p:cNvSpPr/>
              <p:nvPr/>
            </p:nvSpPr>
            <p:spPr>
              <a:xfrm>
                <a:off x="4485739" y="3710319"/>
                <a:ext cx="59547" cy="22666"/>
              </a:xfrm>
              <a:custGeom>
                <a:avLst/>
                <a:gdLst/>
                <a:ahLst/>
                <a:cxnLst/>
                <a:rect l="l" t="t" r="r" b="b"/>
                <a:pathLst>
                  <a:path w="465" h="177" extrusionOk="0">
                    <a:moveTo>
                      <a:pt x="435" y="0"/>
                    </a:moveTo>
                    <a:cubicBezTo>
                      <a:pt x="288" y="26"/>
                      <a:pt x="150" y="52"/>
                      <a:pt x="0" y="69"/>
                    </a:cubicBezTo>
                    <a:lnTo>
                      <a:pt x="13" y="177"/>
                    </a:lnTo>
                    <a:cubicBezTo>
                      <a:pt x="163" y="164"/>
                      <a:pt x="314" y="134"/>
                      <a:pt x="464" y="108"/>
                    </a:cubicBezTo>
                    <a:lnTo>
                      <a:pt x="43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4" name="Google Shape;884;p16"/>
              <p:cNvSpPr/>
              <p:nvPr/>
            </p:nvSpPr>
            <p:spPr>
              <a:xfrm>
                <a:off x="4761060" y="2696882"/>
                <a:ext cx="14342" cy="55833"/>
              </a:xfrm>
              <a:custGeom>
                <a:avLst/>
                <a:gdLst/>
                <a:ahLst/>
                <a:cxnLst/>
                <a:rect l="l" t="t" r="r" b="b"/>
                <a:pathLst>
                  <a:path w="112" h="436" extrusionOk="0">
                    <a:moveTo>
                      <a:pt x="1" y="1"/>
                    </a:moveTo>
                    <a:lnTo>
                      <a:pt x="1" y="435"/>
                    </a:lnTo>
                    <a:lnTo>
                      <a:pt x="112" y="435"/>
                    </a:lnTo>
                    <a:lnTo>
                      <a:pt x="112"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5" name="Google Shape;885;p16"/>
              <p:cNvSpPr/>
              <p:nvPr/>
            </p:nvSpPr>
            <p:spPr>
              <a:xfrm>
                <a:off x="4740187" y="3480074"/>
                <a:ext cx="29837" cy="57498"/>
              </a:xfrm>
              <a:custGeom>
                <a:avLst/>
                <a:gdLst/>
                <a:ahLst/>
                <a:cxnLst/>
                <a:rect l="l" t="t" r="r" b="b"/>
                <a:pathLst>
                  <a:path w="233" h="449" extrusionOk="0">
                    <a:moveTo>
                      <a:pt x="125" y="0"/>
                    </a:moveTo>
                    <a:cubicBezTo>
                      <a:pt x="98" y="134"/>
                      <a:pt x="56" y="272"/>
                      <a:pt x="0" y="409"/>
                    </a:cubicBezTo>
                    <a:lnTo>
                      <a:pt x="98" y="448"/>
                    </a:lnTo>
                    <a:cubicBezTo>
                      <a:pt x="151" y="314"/>
                      <a:pt x="206" y="164"/>
                      <a:pt x="232" y="13"/>
                    </a:cubicBezTo>
                    <a:lnTo>
                      <a:pt x="12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6" name="Google Shape;886;p16"/>
              <p:cNvSpPr/>
              <p:nvPr/>
            </p:nvSpPr>
            <p:spPr>
              <a:xfrm>
                <a:off x="4592025" y="3662938"/>
                <a:ext cx="56217" cy="42003"/>
              </a:xfrm>
              <a:custGeom>
                <a:avLst/>
                <a:gdLst/>
                <a:ahLst/>
                <a:cxnLst/>
                <a:rect l="l" t="t" r="r" b="b"/>
                <a:pathLst>
                  <a:path w="439" h="328" extrusionOk="0">
                    <a:moveTo>
                      <a:pt x="370" y="1"/>
                    </a:moveTo>
                    <a:cubicBezTo>
                      <a:pt x="259" y="83"/>
                      <a:pt x="138" y="164"/>
                      <a:pt x="0" y="220"/>
                    </a:cubicBezTo>
                    <a:lnTo>
                      <a:pt x="56" y="328"/>
                    </a:lnTo>
                    <a:cubicBezTo>
                      <a:pt x="193" y="259"/>
                      <a:pt x="314" y="177"/>
                      <a:pt x="438" y="96"/>
                    </a:cubicBezTo>
                    <a:lnTo>
                      <a:pt x="370"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7" name="Google Shape;887;p16"/>
              <p:cNvSpPr/>
              <p:nvPr/>
            </p:nvSpPr>
            <p:spPr>
              <a:xfrm>
                <a:off x="4681153" y="3580982"/>
                <a:ext cx="45332" cy="52376"/>
              </a:xfrm>
              <a:custGeom>
                <a:avLst/>
                <a:gdLst/>
                <a:ahLst/>
                <a:cxnLst/>
                <a:rect l="l" t="t" r="r" b="b"/>
                <a:pathLst>
                  <a:path w="354" h="409" extrusionOk="0">
                    <a:moveTo>
                      <a:pt x="259" y="0"/>
                    </a:moveTo>
                    <a:cubicBezTo>
                      <a:pt x="190" y="124"/>
                      <a:pt x="95" y="232"/>
                      <a:pt x="1" y="343"/>
                    </a:cubicBezTo>
                    <a:lnTo>
                      <a:pt x="82" y="409"/>
                    </a:lnTo>
                    <a:cubicBezTo>
                      <a:pt x="177" y="301"/>
                      <a:pt x="272" y="180"/>
                      <a:pt x="354" y="56"/>
                    </a:cubicBezTo>
                    <a:lnTo>
                      <a:pt x="259"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8" name="Google Shape;888;p16"/>
              <p:cNvSpPr/>
              <p:nvPr/>
            </p:nvSpPr>
            <p:spPr>
              <a:xfrm>
                <a:off x="4761060" y="3260329"/>
                <a:ext cx="14342" cy="55833"/>
              </a:xfrm>
              <a:custGeom>
                <a:avLst/>
                <a:gdLst/>
                <a:ahLst/>
                <a:cxnLst/>
                <a:rect l="l" t="t" r="r" b="b"/>
                <a:pathLst>
                  <a:path w="112" h="436" extrusionOk="0">
                    <a:moveTo>
                      <a:pt x="1" y="0"/>
                    </a:moveTo>
                    <a:lnTo>
                      <a:pt x="1" y="435"/>
                    </a:lnTo>
                    <a:lnTo>
                      <a:pt x="112" y="435"/>
                    </a:lnTo>
                    <a:lnTo>
                      <a:pt x="112"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9" name="Google Shape;889;p16"/>
              <p:cNvSpPr/>
              <p:nvPr/>
            </p:nvSpPr>
            <p:spPr>
              <a:xfrm>
                <a:off x="4761060" y="3035079"/>
                <a:ext cx="14342" cy="56217"/>
              </a:xfrm>
              <a:custGeom>
                <a:avLst/>
                <a:gdLst/>
                <a:ahLst/>
                <a:cxnLst/>
                <a:rect l="l" t="t" r="r" b="b"/>
                <a:pathLst>
                  <a:path w="112" h="439" extrusionOk="0">
                    <a:moveTo>
                      <a:pt x="1" y="1"/>
                    </a:moveTo>
                    <a:lnTo>
                      <a:pt x="1" y="439"/>
                    </a:lnTo>
                    <a:lnTo>
                      <a:pt x="112" y="439"/>
                    </a:lnTo>
                    <a:lnTo>
                      <a:pt x="112"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0" name="Google Shape;890;p16"/>
              <p:cNvSpPr/>
              <p:nvPr/>
            </p:nvSpPr>
            <p:spPr>
              <a:xfrm>
                <a:off x="4761060" y="2808675"/>
                <a:ext cx="14342" cy="55833"/>
              </a:xfrm>
              <a:custGeom>
                <a:avLst/>
                <a:gdLst/>
                <a:ahLst/>
                <a:cxnLst/>
                <a:rect l="l" t="t" r="r" b="b"/>
                <a:pathLst>
                  <a:path w="112" h="436" extrusionOk="0">
                    <a:moveTo>
                      <a:pt x="1" y="0"/>
                    </a:moveTo>
                    <a:lnTo>
                      <a:pt x="1" y="435"/>
                    </a:lnTo>
                    <a:lnTo>
                      <a:pt x="112" y="435"/>
                    </a:lnTo>
                    <a:lnTo>
                      <a:pt x="112"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1" name="Google Shape;891;p16"/>
              <p:cNvSpPr/>
              <p:nvPr/>
            </p:nvSpPr>
            <p:spPr>
              <a:xfrm>
                <a:off x="4761060" y="3146872"/>
                <a:ext cx="14342" cy="57498"/>
              </a:xfrm>
              <a:custGeom>
                <a:avLst/>
                <a:gdLst/>
                <a:ahLst/>
                <a:cxnLst/>
                <a:rect l="l" t="t" r="r" b="b"/>
                <a:pathLst>
                  <a:path w="112" h="449" extrusionOk="0">
                    <a:moveTo>
                      <a:pt x="1" y="1"/>
                    </a:moveTo>
                    <a:lnTo>
                      <a:pt x="1" y="448"/>
                    </a:lnTo>
                    <a:lnTo>
                      <a:pt x="112" y="448"/>
                    </a:lnTo>
                    <a:lnTo>
                      <a:pt x="112"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892" name="Google Shape;892;p16"/>
          <p:cNvGrpSpPr/>
          <p:nvPr/>
        </p:nvGrpSpPr>
        <p:grpSpPr>
          <a:xfrm>
            <a:off x="7768463" y="4513064"/>
            <a:ext cx="750012" cy="630423"/>
            <a:chOff x="1507450" y="3919292"/>
            <a:chExt cx="953486" cy="801453"/>
          </a:xfrm>
        </p:grpSpPr>
        <p:grpSp>
          <p:nvGrpSpPr>
            <p:cNvPr id="893" name="Google Shape;893;p16"/>
            <p:cNvGrpSpPr/>
            <p:nvPr/>
          </p:nvGrpSpPr>
          <p:grpSpPr>
            <a:xfrm>
              <a:off x="1806988" y="3919292"/>
              <a:ext cx="441906" cy="801453"/>
              <a:chOff x="3816307" y="2352225"/>
              <a:chExt cx="1213027" cy="2199981"/>
            </a:xfrm>
          </p:grpSpPr>
          <p:sp>
            <p:nvSpPr>
              <p:cNvPr id="894" name="Google Shape;894;p16"/>
              <p:cNvSpPr/>
              <p:nvPr/>
            </p:nvSpPr>
            <p:spPr>
              <a:xfrm>
                <a:off x="3816307" y="2353110"/>
                <a:ext cx="1213027" cy="1210194"/>
              </a:xfrm>
              <a:custGeom>
                <a:avLst/>
                <a:gdLst/>
                <a:ahLst/>
                <a:cxnLst/>
                <a:rect l="l" t="t" r="r" b="b"/>
                <a:pathLst>
                  <a:path w="6852" h="6836" extrusionOk="0">
                    <a:moveTo>
                      <a:pt x="3422" y="1"/>
                    </a:moveTo>
                    <a:cubicBezTo>
                      <a:pt x="1540" y="1"/>
                      <a:pt x="14" y="1519"/>
                      <a:pt x="1" y="3404"/>
                    </a:cubicBezTo>
                    <a:cubicBezTo>
                      <a:pt x="1" y="5299"/>
                      <a:pt x="1524" y="6836"/>
                      <a:pt x="3420" y="6836"/>
                    </a:cubicBezTo>
                    <a:cubicBezTo>
                      <a:pt x="3430" y="6836"/>
                      <a:pt x="3440" y="6836"/>
                      <a:pt x="3450" y="6836"/>
                    </a:cubicBezTo>
                    <a:cubicBezTo>
                      <a:pt x="5316" y="6836"/>
                      <a:pt x="6836" y="5315"/>
                      <a:pt x="6852" y="3433"/>
                    </a:cubicBezTo>
                    <a:cubicBezTo>
                      <a:pt x="6852" y="1540"/>
                      <a:pt x="5326" y="1"/>
                      <a:pt x="3446" y="1"/>
                    </a:cubicBezTo>
                    <a:cubicBezTo>
                      <a:pt x="3438" y="1"/>
                      <a:pt x="3430" y="1"/>
                      <a:pt x="342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5" name="Google Shape;895;p16"/>
              <p:cNvSpPr/>
              <p:nvPr/>
            </p:nvSpPr>
            <p:spPr>
              <a:xfrm>
                <a:off x="4199402" y="2832867"/>
                <a:ext cx="361854" cy="1719340"/>
              </a:xfrm>
              <a:custGeom>
                <a:avLst/>
                <a:gdLst/>
                <a:ahLst/>
                <a:cxnLst/>
                <a:rect l="l" t="t" r="r" b="b"/>
                <a:pathLst>
                  <a:path w="2044" h="9712" extrusionOk="0">
                    <a:moveTo>
                      <a:pt x="1187" y="1"/>
                    </a:moveTo>
                    <a:lnTo>
                      <a:pt x="929" y="3420"/>
                    </a:lnTo>
                    <a:lnTo>
                      <a:pt x="14" y="2262"/>
                    </a:lnTo>
                    <a:lnTo>
                      <a:pt x="1" y="2276"/>
                    </a:lnTo>
                    <a:lnTo>
                      <a:pt x="900" y="3815"/>
                    </a:lnTo>
                    <a:lnTo>
                      <a:pt x="736" y="9712"/>
                    </a:lnTo>
                    <a:lnTo>
                      <a:pt x="1635" y="9712"/>
                    </a:lnTo>
                    <a:lnTo>
                      <a:pt x="1364" y="1854"/>
                    </a:lnTo>
                    <a:lnTo>
                      <a:pt x="2044" y="1020"/>
                    </a:lnTo>
                    <a:lnTo>
                      <a:pt x="2031" y="1007"/>
                    </a:lnTo>
                    <a:lnTo>
                      <a:pt x="1351" y="1648"/>
                    </a:lnTo>
                    <a:lnTo>
                      <a:pt x="1240" y="14"/>
                    </a:lnTo>
                    <a:lnTo>
                      <a:pt x="118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6" name="Google Shape;896;p16"/>
              <p:cNvSpPr/>
              <p:nvPr/>
            </p:nvSpPr>
            <p:spPr>
              <a:xfrm>
                <a:off x="4331999" y="2352225"/>
                <a:ext cx="697331" cy="1211079"/>
              </a:xfrm>
              <a:custGeom>
                <a:avLst/>
                <a:gdLst/>
                <a:ahLst/>
                <a:cxnLst/>
                <a:rect l="l" t="t" r="r" b="b"/>
                <a:pathLst>
                  <a:path w="3939" h="6841" extrusionOk="0">
                    <a:moveTo>
                      <a:pt x="383" y="1"/>
                    </a:moveTo>
                    <a:cubicBezTo>
                      <a:pt x="248" y="1"/>
                      <a:pt x="120" y="13"/>
                      <a:pt x="0" y="32"/>
                    </a:cubicBezTo>
                    <a:cubicBezTo>
                      <a:pt x="1651" y="290"/>
                      <a:pt x="2903" y="1722"/>
                      <a:pt x="2903" y="3438"/>
                    </a:cubicBezTo>
                    <a:cubicBezTo>
                      <a:pt x="2890" y="5141"/>
                      <a:pt x="1635" y="6556"/>
                      <a:pt x="0" y="6801"/>
                    </a:cubicBezTo>
                    <a:cubicBezTo>
                      <a:pt x="164" y="6828"/>
                      <a:pt x="327" y="6841"/>
                      <a:pt x="507" y="6841"/>
                    </a:cubicBezTo>
                    <a:cubicBezTo>
                      <a:pt x="517" y="6841"/>
                      <a:pt x="527" y="6841"/>
                      <a:pt x="537" y="6841"/>
                    </a:cubicBezTo>
                    <a:cubicBezTo>
                      <a:pt x="2403" y="6841"/>
                      <a:pt x="3923" y="5320"/>
                      <a:pt x="3939" y="3438"/>
                    </a:cubicBezTo>
                    <a:cubicBezTo>
                      <a:pt x="3939" y="1545"/>
                      <a:pt x="2413" y="6"/>
                      <a:pt x="533" y="6"/>
                    </a:cubicBezTo>
                    <a:cubicBezTo>
                      <a:pt x="482" y="2"/>
                      <a:pt x="432" y="1"/>
                      <a:pt x="383" y="1"/>
                    </a:cubicBezTo>
                    <a:close/>
                  </a:path>
                </a:pathLst>
              </a:custGeom>
              <a:solidFill>
                <a:srgbClr val="473A50">
                  <a:alpha val="434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97" name="Google Shape;897;p16"/>
            <p:cNvGrpSpPr/>
            <p:nvPr/>
          </p:nvGrpSpPr>
          <p:grpSpPr>
            <a:xfrm>
              <a:off x="2248899" y="4334549"/>
              <a:ext cx="212037" cy="384777"/>
              <a:chOff x="3816307" y="2352225"/>
              <a:chExt cx="1213027" cy="2199981"/>
            </a:xfrm>
          </p:grpSpPr>
          <p:sp>
            <p:nvSpPr>
              <p:cNvPr id="898" name="Google Shape;898;p16"/>
              <p:cNvSpPr/>
              <p:nvPr/>
            </p:nvSpPr>
            <p:spPr>
              <a:xfrm>
                <a:off x="3816307" y="2353110"/>
                <a:ext cx="1213027" cy="1210194"/>
              </a:xfrm>
              <a:custGeom>
                <a:avLst/>
                <a:gdLst/>
                <a:ahLst/>
                <a:cxnLst/>
                <a:rect l="l" t="t" r="r" b="b"/>
                <a:pathLst>
                  <a:path w="6852" h="6836" extrusionOk="0">
                    <a:moveTo>
                      <a:pt x="3422" y="1"/>
                    </a:moveTo>
                    <a:cubicBezTo>
                      <a:pt x="1540" y="1"/>
                      <a:pt x="14" y="1519"/>
                      <a:pt x="1" y="3404"/>
                    </a:cubicBezTo>
                    <a:cubicBezTo>
                      <a:pt x="1" y="5299"/>
                      <a:pt x="1524" y="6836"/>
                      <a:pt x="3420" y="6836"/>
                    </a:cubicBezTo>
                    <a:cubicBezTo>
                      <a:pt x="3430" y="6836"/>
                      <a:pt x="3440" y="6836"/>
                      <a:pt x="3450" y="6836"/>
                    </a:cubicBezTo>
                    <a:cubicBezTo>
                      <a:pt x="5316" y="6836"/>
                      <a:pt x="6836" y="5315"/>
                      <a:pt x="6852" y="3433"/>
                    </a:cubicBezTo>
                    <a:cubicBezTo>
                      <a:pt x="6852" y="1540"/>
                      <a:pt x="5326" y="1"/>
                      <a:pt x="3446" y="1"/>
                    </a:cubicBezTo>
                    <a:cubicBezTo>
                      <a:pt x="3438" y="1"/>
                      <a:pt x="3430" y="1"/>
                      <a:pt x="342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9" name="Google Shape;899;p16"/>
              <p:cNvSpPr/>
              <p:nvPr/>
            </p:nvSpPr>
            <p:spPr>
              <a:xfrm>
                <a:off x="4199402" y="2832867"/>
                <a:ext cx="361854" cy="1719340"/>
              </a:xfrm>
              <a:custGeom>
                <a:avLst/>
                <a:gdLst/>
                <a:ahLst/>
                <a:cxnLst/>
                <a:rect l="l" t="t" r="r" b="b"/>
                <a:pathLst>
                  <a:path w="2044" h="9712" extrusionOk="0">
                    <a:moveTo>
                      <a:pt x="1187" y="1"/>
                    </a:moveTo>
                    <a:lnTo>
                      <a:pt x="929" y="3420"/>
                    </a:lnTo>
                    <a:lnTo>
                      <a:pt x="14" y="2262"/>
                    </a:lnTo>
                    <a:lnTo>
                      <a:pt x="1" y="2276"/>
                    </a:lnTo>
                    <a:lnTo>
                      <a:pt x="900" y="3815"/>
                    </a:lnTo>
                    <a:lnTo>
                      <a:pt x="736" y="9712"/>
                    </a:lnTo>
                    <a:lnTo>
                      <a:pt x="1635" y="9712"/>
                    </a:lnTo>
                    <a:lnTo>
                      <a:pt x="1364" y="1854"/>
                    </a:lnTo>
                    <a:lnTo>
                      <a:pt x="2044" y="1020"/>
                    </a:lnTo>
                    <a:lnTo>
                      <a:pt x="2031" y="1007"/>
                    </a:lnTo>
                    <a:lnTo>
                      <a:pt x="1351" y="1648"/>
                    </a:lnTo>
                    <a:lnTo>
                      <a:pt x="1240" y="14"/>
                    </a:lnTo>
                    <a:lnTo>
                      <a:pt x="118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0" name="Google Shape;900;p16"/>
              <p:cNvSpPr/>
              <p:nvPr/>
            </p:nvSpPr>
            <p:spPr>
              <a:xfrm>
                <a:off x="4331999" y="2352225"/>
                <a:ext cx="697331" cy="1211079"/>
              </a:xfrm>
              <a:custGeom>
                <a:avLst/>
                <a:gdLst/>
                <a:ahLst/>
                <a:cxnLst/>
                <a:rect l="l" t="t" r="r" b="b"/>
                <a:pathLst>
                  <a:path w="3939" h="6841" extrusionOk="0">
                    <a:moveTo>
                      <a:pt x="383" y="1"/>
                    </a:moveTo>
                    <a:cubicBezTo>
                      <a:pt x="248" y="1"/>
                      <a:pt x="120" y="13"/>
                      <a:pt x="0" y="32"/>
                    </a:cubicBezTo>
                    <a:cubicBezTo>
                      <a:pt x="1651" y="290"/>
                      <a:pt x="2903" y="1722"/>
                      <a:pt x="2903" y="3438"/>
                    </a:cubicBezTo>
                    <a:cubicBezTo>
                      <a:pt x="2890" y="5141"/>
                      <a:pt x="1635" y="6556"/>
                      <a:pt x="0" y="6801"/>
                    </a:cubicBezTo>
                    <a:cubicBezTo>
                      <a:pt x="164" y="6828"/>
                      <a:pt x="327" y="6841"/>
                      <a:pt x="507" y="6841"/>
                    </a:cubicBezTo>
                    <a:cubicBezTo>
                      <a:pt x="517" y="6841"/>
                      <a:pt x="527" y="6841"/>
                      <a:pt x="537" y="6841"/>
                    </a:cubicBezTo>
                    <a:cubicBezTo>
                      <a:pt x="2403" y="6841"/>
                      <a:pt x="3923" y="5320"/>
                      <a:pt x="3939" y="3438"/>
                    </a:cubicBezTo>
                    <a:cubicBezTo>
                      <a:pt x="3939" y="1545"/>
                      <a:pt x="2413" y="6"/>
                      <a:pt x="533" y="6"/>
                    </a:cubicBezTo>
                    <a:cubicBezTo>
                      <a:pt x="482" y="2"/>
                      <a:pt x="432" y="1"/>
                      <a:pt x="383" y="1"/>
                    </a:cubicBezTo>
                    <a:close/>
                  </a:path>
                </a:pathLst>
              </a:custGeom>
              <a:solidFill>
                <a:srgbClr val="473A50">
                  <a:alpha val="434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01" name="Google Shape;901;p16"/>
            <p:cNvGrpSpPr/>
            <p:nvPr/>
          </p:nvGrpSpPr>
          <p:grpSpPr>
            <a:xfrm>
              <a:off x="1507450" y="4205080"/>
              <a:ext cx="212025" cy="514245"/>
              <a:chOff x="3816313" y="1611982"/>
              <a:chExt cx="1212958" cy="2940225"/>
            </a:xfrm>
          </p:grpSpPr>
          <p:sp>
            <p:nvSpPr>
              <p:cNvPr id="902" name="Google Shape;902;p16"/>
              <p:cNvSpPr/>
              <p:nvPr/>
            </p:nvSpPr>
            <p:spPr>
              <a:xfrm>
                <a:off x="3816313" y="1613408"/>
                <a:ext cx="1212958" cy="1949969"/>
              </a:xfrm>
              <a:custGeom>
                <a:avLst/>
                <a:gdLst/>
                <a:ahLst/>
                <a:cxnLst/>
                <a:rect l="l" t="t" r="r" b="b"/>
                <a:pathLst>
                  <a:path w="6852" h="6836" extrusionOk="0">
                    <a:moveTo>
                      <a:pt x="3422" y="1"/>
                    </a:moveTo>
                    <a:cubicBezTo>
                      <a:pt x="1540" y="1"/>
                      <a:pt x="14" y="1519"/>
                      <a:pt x="1" y="3404"/>
                    </a:cubicBezTo>
                    <a:cubicBezTo>
                      <a:pt x="1" y="5299"/>
                      <a:pt x="1524" y="6836"/>
                      <a:pt x="3420" y="6836"/>
                    </a:cubicBezTo>
                    <a:cubicBezTo>
                      <a:pt x="3430" y="6836"/>
                      <a:pt x="3440" y="6836"/>
                      <a:pt x="3450" y="6836"/>
                    </a:cubicBezTo>
                    <a:cubicBezTo>
                      <a:pt x="5316" y="6836"/>
                      <a:pt x="6836" y="5315"/>
                      <a:pt x="6852" y="3433"/>
                    </a:cubicBezTo>
                    <a:cubicBezTo>
                      <a:pt x="6852" y="1540"/>
                      <a:pt x="5326" y="1"/>
                      <a:pt x="3446" y="1"/>
                    </a:cubicBezTo>
                    <a:cubicBezTo>
                      <a:pt x="3438" y="1"/>
                      <a:pt x="3430" y="1"/>
                      <a:pt x="342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3" name="Google Shape;903;p16"/>
              <p:cNvSpPr/>
              <p:nvPr/>
            </p:nvSpPr>
            <p:spPr>
              <a:xfrm>
                <a:off x="4199464" y="2602232"/>
                <a:ext cx="351972" cy="1949975"/>
              </a:xfrm>
              <a:custGeom>
                <a:avLst/>
                <a:gdLst/>
                <a:ahLst/>
                <a:cxnLst/>
                <a:rect l="l" t="t" r="r" b="b"/>
                <a:pathLst>
                  <a:path w="2044" h="9712" extrusionOk="0">
                    <a:moveTo>
                      <a:pt x="1187" y="1"/>
                    </a:moveTo>
                    <a:lnTo>
                      <a:pt x="929" y="3420"/>
                    </a:lnTo>
                    <a:lnTo>
                      <a:pt x="14" y="2262"/>
                    </a:lnTo>
                    <a:lnTo>
                      <a:pt x="1" y="2276"/>
                    </a:lnTo>
                    <a:lnTo>
                      <a:pt x="900" y="3815"/>
                    </a:lnTo>
                    <a:lnTo>
                      <a:pt x="736" y="9712"/>
                    </a:lnTo>
                    <a:lnTo>
                      <a:pt x="1635" y="9712"/>
                    </a:lnTo>
                    <a:lnTo>
                      <a:pt x="1364" y="1854"/>
                    </a:lnTo>
                    <a:lnTo>
                      <a:pt x="2044" y="1020"/>
                    </a:lnTo>
                    <a:lnTo>
                      <a:pt x="2031" y="1007"/>
                    </a:lnTo>
                    <a:lnTo>
                      <a:pt x="1351" y="1648"/>
                    </a:lnTo>
                    <a:lnTo>
                      <a:pt x="1240" y="14"/>
                    </a:lnTo>
                    <a:lnTo>
                      <a:pt x="118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4" name="Google Shape;904;p16"/>
              <p:cNvSpPr/>
              <p:nvPr/>
            </p:nvSpPr>
            <p:spPr>
              <a:xfrm>
                <a:off x="4331976" y="1611982"/>
                <a:ext cx="697292" cy="1951395"/>
              </a:xfrm>
              <a:custGeom>
                <a:avLst/>
                <a:gdLst/>
                <a:ahLst/>
                <a:cxnLst/>
                <a:rect l="l" t="t" r="r" b="b"/>
                <a:pathLst>
                  <a:path w="3939" h="6841" extrusionOk="0">
                    <a:moveTo>
                      <a:pt x="383" y="1"/>
                    </a:moveTo>
                    <a:cubicBezTo>
                      <a:pt x="248" y="1"/>
                      <a:pt x="120" y="13"/>
                      <a:pt x="0" y="32"/>
                    </a:cubicBezTo>
                    <a:cubicBezTo>
                      <a:pt x="1651" y="290"/>
                      <a:pt x="2903" y="1722"/>
                      <a:pt x="2903" y="3438"/>
                    </a:cubicBezTo>
                    <a:cubicBezTo>
                      <a:pt x="2890" y="5141"/>
                      <a:pt x="1635" y="6556"/>
                      <a:pt x="0" y="6801"/>
                    </a:cubicBezTo>
                    <a:cubicBezTo>
                      <a:pt x="164" y="6828"/>
                      <a:pt x="327" y="6841"/>
                      <a:pt x="507" y="6841"/>
                    </a:cubicBezTo>
                    <a:cubicBezTo>
                      <a:pt x="517" y="6841"/>
                      <a:pt x="527" y="6841"/>
                      <a:pt x="537" y="6841"/>
                    </a:cubicBezTo>
                    <a:cubicBezTo>
                      <a:pt x="2403" y="6841"/>
                      <a:pt x="3923" y="5320"/>
                      <a:pt x="3939" y="3438"/>
                    </a:cubicBezTo>
                    <a:cubicBezTo>
                      <a:pt x="3939" y="1545"/>
                      <a:pt x="2413" y="6"/>
                      <a:pt x="533" y="6"/>
                    </a:cubicBezTo>
                    <a:cubicBezTo>
                      <a:pt x="482" y="2"/>
                      <a:pt x="432" y="1"/>
                      <a:pt x="383" y="1"/>
                    </a:cubicBezTo>
                    <a:close/>
                  </a:path>
                </a:pathLst>
              </a:custGeom>
              <a:solidFill>
                <a:srgbClr val="473A50">
                  <a:alpha val="434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905" name="Google Shape;905;p16"/>
          <p:cNvGrpSpPr/>
          <p:nvPr/>
        </p:nvGrpSpPr>
        <p:grpSpPr>
          <a:xfrm>
            <a:off x="301289" y="4002345"/>
            <a:ext cx="374657" cy="463150"/>
            <a:chOff x="8243489" y="4050570"/>
            <a:chExt cx="374657" cy="463150"/>
          </a:xfrm>
        </p:grpSpPr>
        <p:sp>
          <p:nvSpPr>
            <p:cNvPr id="906" name="Google Shape;906;p16"/>
            <p:cNvSpPr/>
            <p:nvPr/>
          </p:nvSpPr>
          <p:spPr>
            <a:xfrm>
              <a:off x="8243489" y="4051225"/>
              <a:ext cx="374657" cy="461828"/>
            </a:xfrm>
            <a:custGeom>
              <a:avLst/>
              <a:gdLst/>
              <a:ahLst/>
              <a:cxnLst/>
              <a:rect l="l" t="t" r="r" b="b"/>
              <a:pathLst>
                <a:path w="107815" h="132900" extrusionOk="0">
                  <a:moveTo>
                    <a:pt x="53908" y="30499"/>
                  </a:moveTo>
                  <a:cubicBezTo>
                    <a:pt x="65243" y="30499"/>
                    <a:pt x="74444" y="39725"/>
                    <a:pt x="74444" y="51162"/>
                  </a:cubicBezTo>
                  <a:cubicBezTo>
                    <a:pt x="74444" y="62472"/>
                    <a:pt x="65243" y="71698"/>
                    <a:pt x="53908" y="71698"/>
                  </a:cubicBezTo>
                  <a:cubicBezTo>
                    <a:pt x="42572" y="71698"/>
                    <a:pt x="33372" y="62472"/>
                    <a:pt x="33372" y="51162"/>
                  </a:cubicBezTo>
                  <a:cubicBezTo>
                    <a:pt x="33372" y="39725"/>
                    <a:pt x="42572" y="30499"/>
                    <a:pt x="53908" y="30499"/>
                  </a:cubicBezTo>
                  <a:close/>
                  <a:moveTo>
                    <a:pt x="53908" y="0"/>
                  </a:moveTo>
                  <a:cubicBezTo>
                    <a:pt x="24146" y="0"/>
                    <a:pt x="1" y="24145"/>
                    <a:pt x="1" y="53907"/>
                  </a:cubicBezTo>
                  <a:cubicBezTo>
                    <a:pt x="1" y="72867"/>
                    <a:pt x="9125" y="89489"/>
                    <a:pt x="19800" y="102629"/>
                  </a:cubicBezTo>
                  <a:cubicBezTo>
                    <a:pt x="35176" y="121462"/>
                    <a:pt x="53908" y="132899"/>
                    <a:pt x="53908" y="132899"/>
                  </a:cubicBezTo>
                  <a:cubicBezTo>
                    <a:pt x="53908" y="132899"/>
                    <a:pt x="107815" y="101460"/>
                    <a:pt x="107815" y="53907"/>
                  </a:cubicBezTo>
                  <a:cubicBezTo>
                    <a:pt x="107815" y="49993"/>
                    <a:pt x="107383" y="46282"/>
                    <a:pt x="106646" y="42571"/>
                  </a:cubicBezTo>
                  <a:cubicBezTo>
                    <a:pt x="101461" y="18223"/>
                    <a:pt x="79857" y="0"/>
                    <a:pt x="5390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7" name="Google Shape;907;p16"/>
            <p:cNvSpPr/>
            <p:nvPr/>
          </p:nvSpPr>
          <p:spPr>
            <a:xfrm>
              <a:off x="8244307" y="4050570"/>
              <a:ext cx="257600" cy="463150"/>
            </a:xfrm>
            <a:custGeom>
              <a:avLst/>
              <a:gdLst/>
              <a:ahLst/>
              <a:cxnLst/>
              <a:rect l="l" t="t" r="r" b="b"/>
              <a:pathLst>
                <a:path w="10304" h="18526" extrusionOk="0">
                  <a:moveTo>
                    <a:pt x="10304" y="569"/>
                  </a:moveTo>
                  <a:cubicBezTo>
                    <a:pt x="10352" y="391"/>
                    <a:pt x="7780" y="-157"/>
                    <a:pt x="6521" y="43"/>
                  </a:cubicBezTo>
                  <a:cubicBezTo>
                    <a:pt x="5262" y="243"/>
                    <a:pt x="3802" y="856"/>
                    <a:pt x="2749" y="1767"/>
                  </a:cubicBezTo>
                  <a:cubicBezTo>
                    <a:pt x="1697" y="2678"/>
                    <a:pt x="575" y="4056"/>
                    <a:pt x="206" y="5509"/>
                  </a:cubicBezTo>
                  <a:cubicBezTo>
                    <a:pt x="-163" y="6962"/>
                    <a:pt x="-24" y="8869"/>
                    <a:pt x="533" y="10485"/>
                  </a:cubicBezTo>
                  <a:cubicBezTo>
                    <a:pt x="1090" y="12102"/>
                    <a:pt x="2383" y="13868"/>
                    <a:pt x="3548" y="15208"/>
                  </a:cubicBezTo>
                  <a:cubicBezTo>
                    <a:pt x="4713" y="16548"/>
                    <a:pt x="7296" y="18466"/>
                    <a:pt x="7523" y="18525"/>
                  </a:cubicBezTo>
                  <a:cubicBezTo>
                    <a:pt x="7750" y="18584"/>
                    <a:pt x="5678" y="16542"/>
                    <a:pt x="4908" y="15561"/>
                  </a:cubicBezTo>
                  <a:cubicBezTo>
                    <a:pt x="4138" y="14580"/>
                    <a:pt x="3455" y="13897"/>
                    <a:pt x="2903" y="12640"/>
                  </a:cubicBezTo>
                  <a:cubicBezTo>
                    <a:pt x="2351" y="11383"/>
                    <a:pt x="1592" y="9536"/>
                    <a:pt x="1595" y="8020"/>
                  </a:cubicBezTo>
                  <a:cubicBezTo>
                    <a:pt x="1598" y="6504"/>
                    <a:pt x="2149" y="4697"/>
                    <a:pt x="2922" y="3546"/>
                  </a:cubicBezTo>
                  <a:cubicBezTo>
                    <a:pt x="3696" y="2395"/>
                    <a:pt x="5006" y="1609"/>
                    <a:pt x="6236" y="1113"/>
                  </a:cubicBezTo>
                  <a:cubicBezTo>
                    <a:pt x="7466" y="617"/>
                    <a:pt x="10257" y="747"/>
                    <a:pt x="10304" y="569"/>
                  </a:cubicBezTo>
                  <a:close/>
                </a:path>
              </a:pathLst>
            </a:custGeom>
            <a:solidFill>
              <a:srgbClr val="8162A7">
                <a:alpha val="45910"/>
              </a:srgbClr>
            </a:solidFill>
            <a:ln>
              <a:noFill/>
            </a:ln>
          </p:spPr>
        </p:sp>
      </p:grpSp>
      <p:sp>
        <p:nvSpPr>
          <p:cNvPr id="908" name="Google Shape;908;p16"/>
          <p:cNvSpPr txBox="1">
            <a:spLocks noGrp="1"/>
          </p:cNvSpPr>
          <p:nvPr>
            <p:ph type="title"/>
          </p:nvPr>
        </p:nvSpPr>
        <p:spPr>
          <a:xfrm>
            <a:off x="720000" y="3688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909" name="Google Shape;909;p16"/>
          <p:cNvSpPr txBox="1">
            <a:spLocks noGrp="1"/>
          </p:cNvSpPr>
          <p:nvPr>
            <p:ph type="subTitle" idx="1"/>
          </p:nvPr>
        </p:nvSpPr>
        <p:spPr>
          <a:xfrm>
            <a:off x="1090025" y="2621198"/>
            <a:ext cx="2175300" cy="1501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1600"/>
              </a:spcBef>
              <a:spcAft>
                <a:spcPts val="0"/>
              </a:spcAft>
              <a:buSzPts val="1200"/>
              <a:buNone/>
              <a:defRPr/>
            </a:lvl3pPr>
            <a:lvl4pPr lvl="3" algn="ctr" rtl="0">
              <a:lnSpc>
                <a:spcPct val="100000"/>
              </a:lnSpc>
              <a:spcBef>
                <a:spcPts val="1600"/>
              </a:spcBef>
              <a:spcAft>
                <a:spcPts val="0"/>
              </a:spcAft>
              <a:buSzPts val="1200"/>
              <a:buNone/>
              <a:defRPr/>
            </a:lvl4pPr>
            <a:lvl5pPr lvl="4" algn="ctr" rtl="0">
              <a:lnSpc>
                <a:spcPct val="100000"/>
              </a:lnSpc>
              <a:spcBef>
                <a:spcPts val="1600"/>
              </a:spcBef>
              <a:spcAft>
                <a:spcPts val="0"/>
              </a:spcAft>
              <a:buSzPts val="1200"/>
              <a:buNone/>
              <a:defRPr/>
            </a:lvl5pPr>
            <a:lvl6pPr lvl="5" algn="ctr" rtl="0">
              <a:lnSpc>
                <a:spcPct val="100000"/>
              </a:lnSpc>
              <a:spcBef>
                <a:spcPts val="1600"/>
              </a:spcBef>
              <a:spcAft>
                <a:spcPts val="0"/>
              </a:spcAft>
              <a:buSzPts val="1200"/>
              <a:buNone/>
              <a:defRPr/>
            </a:lvl6pPr>
            <a:lvl7pPr lvl="6" algn="ctr" rtl="0">
              <a:lnSpc>
                <a:spcPct val="100000"/>
              </a:lnSpc>
              <a:spcBef>
                <a:spcPts val="1600"/>
              </a:spcBef>
              <a:spcAft>
                <a:spcPts val="0"/>
              </a:spcAft>
              <a:buSzPts val="1200"/>
              <a:buNone/>
              <a:defRPr/>
            </a:lvl7pPr>
            <a:lvl8pPr lvl="7" algn="ctr" rtl="0">
              <a:lnSpc>
                <a:spcPct val="100000"/>
              </a:lnSpc>
              <a:spcBef>
                <a:spcPts val="1600"/>
              </a:spcBef>
              <a:spcAft>
                <a:spcPts val="0"/>
              </a:spcAft>
              <a:buSzPts val="1200"/>
              <a:buNone/>
              <a:defRPr/>
            </a:lvl8pPr>
            <a:lvl9pPr lvl="8" algn="ctr" rtl="0">
              <a:lnSpc>
                <a:spcPct val="100000"/>
              </a:lnSpc>
              <a:spcBef>
                <a:spcPts val="1600"/>
              </a:spcBef>
              <a:spcAft>
                <a:spcPts val="1600"/>
              </a:spcAft>
              <a:buSzPts val="1200"/>
              <a:buNone/>
              <a:defRPr/>
            </a:lvl9pPr>
          </a:lstStyle>
          <a:p>
            <a:endParaRPr/>
          </a:p>
        </p:txBody>
      </p:sp>
      <p:sp>
        <p:nvSpPr>
          <p:cNvPr id="910" name="Google Shape;910;p16"/>
          <p:cNvSpPr txBox="1">
            <a:spLocks noGrp="1"/>
          </p:cNvSpPr>
          <p:nvPr>
            <p:ph type="subTitle" idx="2"/>
          </p:nvPr>
        </p:nvSpPr>
        <p:spPr>
          <a:xfrm>
            <a:off x="3484350" y="2621198"/>
            <a:ext cx="2175300" cy="1501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1600"/>
              </a:spcBef>
              <a:spcAft>
                <a:spcPts val="0"/>
              </a:spcAft>
              <a:buSzPts val="1200"/>
              <a:buNone/>
              <a:defRPr/>
            </a:lvl3pPr>
            <a:lvl4pPr lvl="3" algn="ctr" rtl="0">
              <a:lnSpc>
                <a:spcPct val="100000"/>
              </a:lnSpc>
              <a:spcBef>
                <a:spcPts val="1600"/>
              </a:spcBef>
              <a:spcAft>
                <a:spcPts val="0"/>
              </a:spcAft>
              <a:buSzPts val="1200"/>
              <a:buNone/>
              <a:defRPr/>
            </a:lvl4pPr>
            <a:lvl5pPr lvl="4" algn="ctr" rtl="0">
              <a:lnSpc>
                <a:spcPct val="100000"/>
              </a:lnSpc>
              <a:spcBef>
                <a:spcPts val="1600"/>
              </a:spcBef>
              <a:spcAft>
                <a:spcPts val="0"/>
              </a:spcAft>
              <a:buSzPts val="1200"/>
              <a:buNone/>
              <a:defRPr/>
            </a:lvl5pPr>
            <a:lvl6pPr lvl="5" algn="ctr" rtl="0">
              <a:lnSpc>
                <a:spcPct val="100000"/>
              </a:lnSpc>
              <a:spcBef>
                <a:spcPts val="1600"/>
              </a:spcBef>
              <a:spcAft>
                <a:spcPts val="0"/>
              </a:spcAft>
              <a:buSzPts val="1200"/>
              <a:buNone/>
              <a:defRPr/>
            </a:lvl6pPr>
            <a:lvl7pPr lvl="6" algn="ctr" rtl="0">
              <a:lnSpc>
                <a:spcPct val="100000"/>
              </a:lnSpc>
              <a:spcBef>
                <a:spcPts val="1600"/>
              </a:spcBef>
              <a:spcAft>
                <a:spcPts val="0"/>
              </a:spcAft>
              <a:buSzPts val="1200"/>
              <a:buNone/>
              <a:defRPr/>
            </a:lvl7pPr>
            <a:lvl8pPr lvl="7" algn="ctr" rtl="0">
              <a:lnSpc>
                <a:spcPct val="100000"/>
              </a:lnSpc>
              <a:spcBef>
                <a:spcPts val="1600"/>
              </a:spcBef>
              <a:spcAft>
                <a:spcPts val="0"/>
              </a:spcAft>
              <a:buSzPts val="1200"/>
              <a:buNone/>
              <a:defRPr/>
            </a:lvl8pPr>
            <a:lvl9pPr lvl="8" algn="ctr" rtl="0">
              <a:lnSpc>
                <a:spcPct val="100000"/>
              </a:lnSpc>
              <a:spcBef>
                <a:spcPts val="1600"/>
              </a:spcBef>
              <a:spcAft>
                <a:spcPts val="1600"/>
              </a:spcAft>
              <a:buSzPts val="1200"/>
              <a:buNone/>
              <a:defRPr/>
            </a:lvl9pPr>
          </a:lstStyle>
          <a:p>
            <a:endParaRPr/>
          </a:p>
        </p:txBody>
      </p:sp>
      <p:sp>
        <p:nvSpPr>
          <p:cNvPr id="911" name="Google Shape;911;p16"/>
          <p:cNvSpPr txBox="1">
            <a:spLocks noGrp="1"/>
          </p:cNvSpPr>
          <p:nvPr>
            <p:ph type="subTitle" idx="3"/>
          </p:nvPr>
        </p:nvSpPr>
        <p:spPr>
          <a:xfrm>
            <a:off x="5878675" y="2621198"/>
            <a:ext cx="2175300" cy="1501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1600"/>
              </a:spcBef>
              <a:spcAft>
                <a:spcPts val="0"/>
              </a:spcAft>
              <a:buSzPts val="1200"/>
              <a:buNone/>
              <a:defRPr/>
            </a:lvl3pPr>
            <a:lvl4pPr lvl="3" algn="ctr" rtl="0">
              <a:lnSpc>
                <a:spcPct val="100000"/>
              </a:lnSpc>
              <a:spcBef>
                <a:spcPts val="1600"/>
              </a:spcBef>
              <a:spcAft>
                <a:spcPts val="0"/>
              </a:spcAft>
              <a:buSzPts val="1200"/>
              <a:buNone/>
              <a:defRPr/>
            </a:lvl4pPr>
            <a:lvl5pPr lvl="4" algn="ctr" rtl="0">
              <a:lnSpc>
                <a:spcPct val="100000"/>
              </a:lnSpc>
              <a:spcBef>
                <a:spcPts val="1600"/>
              </a:spcBef>
              <a:spcAft>
                <a:spcPts val="0"/>
              </a:spcAft>
              <a:buSzPts val="1200"/>
              <a:buNone/>
              <a:defRPr/>
            </a:lvl5pPr>
            <a:lvl6pPr lvl="5" algn="ctr" rtl="0">
              <a:lnSpc>
                <a:spcPct val="100000"/>
              </a:lnSpc>
              <a:spcBef>
                <a:spcPts val="1600"/>
              </a:spcBef>
              <a:spcAft>
                <a:spcPts val="0"/>
              </a:spcAft>
              <a:buSzPts val="1200"/>
              <a:buNone/>
              <a:defRPr/>
            </a:lvl6pPr>
            <a:lvl7pPr lvl="6" algn="ctr" rtl="0">
              <a:lnSpc>
                <a:spcPct val="100000"/>
              </a:lnSpc>
              <a:spcBef>
                <a:spcPts val="1600"/>
              </a:spcBef>
              <a:spcAft>
                <a:spcPts val="0"/>
              </a:spcAft>
              <a:buSzPts val="1200"/>
              <a:buNone/>
              <a:defRPr/>
            </a:lvl7pPr>
            <a:lvl8pPr lvl="7" algn="ctr" rtl="0">
              <a:lnSpc>
                <a:spcPct val="100000"/>
              </a:lnSpc>
              <a:spcBef>
                <a:spcPts val="1600"/>
              </a:spcBef>
              <a:spcAft>
                <a:spcPts val="0"/>
              </a:spcAft>
              <a:buSzPts val="1200"/>
              <a:buNone/>
              <a:defRPr/>
            </a:lvl8pPr>
            <a:lvl9pPr lvl="8" algn="ctr" rtl="0">
              <a:lnSpc>
                <a:spcPct val="100000"/>
              </a:lnSpc>
              <a:spcBef>
                <a:spcPts val="1600"/>
              </a:spcBef>
              <a:spcAft>
                <a:spcPts val="1600"/>
              </a:spcAft>
              <a:buSzPts val="1200"/>
              <a:buNone/>
              <a:defRPr/>
            </a:lvl9pPr>
          </a:lstStyle>
          <a:p>
            <a:endParaRPr/>
          </a:p>
        </p:txBody>
      </p:sp>
      <p:sp>
        <p:nvSpPr>
          <p:cNvPr id="912" name="Google Shape;912;p16"/>
          <p:cNvSpPr txBox="1">
            <a:spLocks noGrp="1"/>
          </p:cNvSpPr>
          <p:nvPr>
            <p:ph type="subTitle" idx="4"/>
          </p:nvPr>
        </p:nvSpPr>
        <p:spPr>
          <a:xfrm>
            <a:off x="1090025" y="2191226"/>
            <a:ext cx="2175300" cy="5277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2400"/>
              <a:buFont typeface="Bebas Neue"/>
              <a:buNone/>
              <a:defRPr sz="2100">
                <a:solidFill>
                  <a:schemeClr val="dk1"/>
                </a:solidFill>
                <a:latin typeface="Poppins ExtraBold"/>
                <a:ea typeface="Poppins ExtraBold"/>
                <a:cs typeface="Poppins ExtraBold"/>
                <a:sym typeface="Poppins ExtraBold"/>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913" name="Google Shape;913;p16"/>
          <p:cNvSpPr txBox="1">
            <a:spLocks noGrp="1"/>
          </p:cNvSpPr>
          <p:nvPr>
            <p:ph type="subTitle" idx="5"/>
          </p:nvPr>
        </p:nvSpPr>
        <p:spPr>
          <a:xfrm>
            <a:off x="3484350" y="2191226"/>
            <a:ext cx="2175300" cy="5277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2400"/>
              <a:buFont typeface="Bebas Neue"/>
              <a:buNone/>
              <a:defRPr sz="2100">
                <a:solidFill>
                  <a:schemeClr val="dk1"/>
                </a:solidFill>
                <a:latin typeface="Poppins ExtraBold"/>
                <a:ea typeface="Poppins ExtraBold"/>
                <a:cs typeface="Poppins ExtraBold"/>
                <a:sym typeface="Poppins ExtraBold"/>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914" name="Google Shape;914;p16"/>
          <p:cNvSpPr txBox="1">
            <a:spLocks noGrp="1"/>
          </p:cNvSpPr>
          <p:nvPr>
            <p:ph type="subTitle" idx="6"/>
          </p:nvPr>
        </p:nvSpPr>
        <p:spPr>
          <a:xfrm>
            <a:off x="5878675" y="2191226"/>
            <a:ext cx="2175300" cy="5277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2400"/>
              <a:buFont typeface="Bebas Neue"/>
              <a:buNone/>
              <a:defRPr sz="2100">
                <a:solidFill>
                  <a:schemeClr val="dk1"/>
                </a:solidFill>
                <a:latin typeface="Poppins ExtraBold"/>
                <a:ea typeface="Poppins ExtraBold"/>
                <a:cs typeface="Poppins ExtraBold"/>
                <a:sym typeface="Poppins ExtraBold"/>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and four columns">
  <p:cSld name="CUSTOM_5">
    <p:spTree>
      <p:nvGrpSpPr>
        <p:cNvPr id="1" name="Shape 915"/>
        <p:cNvGrpSpPr/>
        <p:nvPr/>
      </p:nvGrpSpPr>
      <p:grpSpPr>
        <a:xfrm>
          <a:off x="0" y="0"/>
          <a:ext cx="0" cy="0"/>
          <a:chOff x="0" y="0"/>
          <a:chExt cx="0" cy="0"/>
        </a:xfrm>
      </p:grpSpPr>
      <p:sp>
        <p:nvSpPr>
          <p:cNvPr id="916" name="Google Shape;916;p17"/>
          <p:cNvSpPr txBox="1">
            <a:spLocks noGrp="1"/>
          </p:cNvSpPr>
          <p:nvPr>
            <p:ph type="title"/>
          </p:nvPr>
        </p:nvSpPr>
        <p:spPr>
          <a:xfrm>
            <a:off x="720000" y="3688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917" name="Google Shape;917;p17"/>
          <p:cNvSpPr txBox="1">
            <a:spLocks noGrp="1"/>
          </p:cNvSpPr>
          <p:nvPr>
            <p:ph type="subTitle" idx="1"/>
          </p:nvPr>
        </p:nvSpPr>
        <p:spPr>
          <a:xfrm>
            <a:off x="1823546" y="1623775"/>
            <a:ext cx="2811000" cy="9549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1600"/>
              </a:spcBef>
              <a:spcAft>
                <a:spcPts val="0"/>
              </a:spcAft>
              <a:buSzPts val="1200"/>
              <a:buNone/>
              <a:defRPr/>
            </a:lvl3pPr>
            <a:lvl4pPr lvl="3" algn="ctr" rtl="0">
              <a:lnSpc>
                <a:spcPct val="100000"/>
              </a:lnSpc>
              <a:spcBef>
                <a:spcPts val="1600"/>
              </a:spcBef>
              <a:spcAft>
                <a:spcPts val="0"/>
              </a:spcAft>
              <a:buSzPts val="1200"/>
              <a:buNone/>
              <a:defRPr/>
            </a:lvl4pPr>
            <a:lvl5pPr lvl="4" algn="ctr" rtl="0">
              <a:lnSpc>
                <a:spcPct val="100000"/>
              </a:lnSpc>
              <a:spcBef>
                <a:spcPts val="1600"/>
              </a:spcBef>
              <a:spcAft>
                <a:spcPts val="0"/>
              </a:spcAft>
              <a:buSzPts val="1200"/>
              <a:buNone/>
              <a:defRPr/>
            </a:lvl5pPr>
            <a:lvl6pPr lvl="5" algn="ctr" rtl="0">
              <a:lnSpc>
                <a:spcPct val="100000"/>
              </a:lnSpc>
              <a:spcBef>
                <a:spcPts val="1600"/>
              </a:spcBef>
              <a:spcAft>
                <a:spcPts val="0"/>
              </a:spcAft>
              <a:buSzPts val="1200"/>
              <a:buNone/>
              <a:defRPr/>
            </a:lvl6pPr>
            <a:lvl7pPr lvl="6" algn="ctr" rtl="0">
              <a:lnSpc>
                <a:spcPct val="100000"/>
              </a:lnSpc>
              <a:spcBef>
                <a:spcPts val="1600"/>
              </a:spcBef>
              <a:spcAft>
                <a:spcPts val="0"/>
              </a:spcAft>
              <a:buSzPts val="1200"/>
              <a:buNone/>
              <a:defRPr/>
            </a:lvl7pPr>
            <a:lvl8pPr lvl="7" algn="ctr" rtl="0">
              <a:lnSpc>
                <a:spcPct val="100000"/>
              </a:lnSpc>
              <a:spcBef>
                <a:spcPts val="1600"/>
              </a:spcBef>
              <a:spcAft>
                <a:spcPts val="0"/>
              </a:spcAft>
              <a:buSzPts val="1200"/>
              <a:buNone/>
              <a:defRPr/>
            </a:lvl8pPr>
            <a:lvl9pPr lvl="8" algn="ctr" rtl="0">
              <a:lnSpc>
                <a:spcPct val="100000"/>
              </a:lnSpc>
              <a:spcBef>
                <a:spcPts val="1600"/>
              </a:spcBef>
              <a:spcAft>
                <a:spcPts val="1600"/>
              </a:spcAft>
              <a:buSzPts val="1200"/>
              <a:buNone/>
              <a:defRPr/>
            </a:lvl9pPr>
          </a:lstStyle>
          <a:p>
            <a:endParaRPr/>
          </a:p>
        </p:txBody>
      </p:sp>
      <p:sp>
        <p:nvSpPr>
          <p:cNvPr id="918" name="Google Shape;918;p17"/>
          <p:cNvSpPr txBox="1">
            <a:spLocks noGrp="1"/>
          </p:cNvSpPr>
          <p:nvPr>
            <p:ph type="subTitle" idx="2"/>
          </p:nvPr>
        </p:nvSpPr>
        <p:spPr>
          <a:xfrm>
            <a:off x="5517024" y="1623775"/>
            <a:ext cx="2811000" cy="9549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1600"/>
              </a:spcBef>
              <a:spcAft>
                <a:spcPts val="0"/>
              </a:spcAft>
              <a:buSzPts val="1200"/>
              <a:buNone/>
              <a:defRPr/>
            </a:lvl3pPr>
            <a:lvl4pPr lvl="3" algn="ctr" rtl="0">
              <a:lnSpc>
                <a:spcPct val="100000"/>
              </a:lnSpc>
              <a:spcBef>
                <a:spcPts val="1600"/>
              </a:spcBef>
              <a:spcAft>
                <a:spcPts val="0"/>
              </a:spcAft>
              <a:buSzPts val="1200"/>
              <a:buNone/>
              <a:defRPr/>
            </a:lvl4pPr>
            <a:lvl5pPr lvl="4" algn="ctr" rtl="0">
              <a:lnSpc>
                <a:spcPct val="100000"/>
              </a:lnSpc>
              <a:spcBef>
                <a:spcPts val="1600"/>
              </a:spcBef>
              <a:spcAft>
                <a:spcPts val="0"/>
              </a:spcAft>
              <a:buSzPts val="1200"/>
              <a:buNone/>
              <a:defRPr/>
            </a:lvl5pPr>
            <a:lvl6pPr lvl="5" algn="ctr" rtl="0">
              <a:lnSpc>
                <a:spcPct val="100000"/>
              </a:lnSpc>
              <a:spcBef>
                <a:spcPts val="1600"/>
              </a:spcBef>
              <a:spcAft>
                <a:spcPts val="0"/>
              </a:spcAft>
              <a:buSzPts val="1200"/>
              <a:buNone/>
              <a:defRPr/>
            </a:lvl6pPr>
            <a:lvl7pPr lvl="6" algn="ctr" rtl="0">
              <a:lnSpc>
                <a:spcPct val="100000"/>
              </a:lnSpc>
              <a:spcBef>
                <a:spcPts val="1600"/>
              </a:spcBef>
              <a:spcAft>
                <a:spcPts val="0"/>
              </a:spcAft>
              <a:buSzPts val="1200"/>
              <a:buNone/>
              <a:defRPr/>
            </a:lvl7pPr>
            <a:lvl8pPr lvl="7" algn="ctr" rtl="0">
              <a:lnSpc>
                <a:spcPct val="100000"/>
              </a:lnSpc>
              <a:spcBef>
                <a:spcPts val="1600"/>
              </a:spcBef>
              <a:spcAft>
                <a:spcPts val="0"/>
              </a:spcAft>
              <a:buSzPts val="1200"/>
              <a:buNone/>
              <a:defRPr/>
            </a:lvl8pPr>
            <a:lvl9pPr lvl="8" algn="ctr" rtl="0">
              <a:lnSpc>
                <a:spcPct val="100000"/>
              </a:lnSpc>
              <a:spcBef>
                <a:spcPts val="1600"/>
              </a:spcBef>
              <a:spcAft>
                <a:spcPts val="1600"/>
              </a:spcAft>
              <a:buSzPts val="1200"/>
              <a:buNone/>
              <a:defRPr/>
            </a:lvl9pPr>
          </a:lstStyle>
          <a:p>
            <a:endParaRPr/>
          </a:p>
        </p:txBody>
      </p:sp>
      <p:sp>
        <p:nvSpPr>
          <p:cNvPr id="919" name="Google Shape;919;p17"/>
          <p:cNvSpPr txBox="1">
            <a:spLocks noGrp="1"/>
          </p:cNvSpPr>
          <p:nvPr>
            <p:ph type="subTitle" idx="3"/>
          </p:nvPr>
        </p:nvSpPr>
        <p:spPr>
          <a:xfrm>
            <a:off x="1823546" y="3131950"/>
            <a:ext cx="2811000" cy="9549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1600"/>
              </a:spcBef>
              <a:spcAft>
                <a:spcPts val="0"/>
              </a:spcAft>
              <a:buSzPts val="1200"/>
              <a:buNone/>
              <a:defRPr/>
            </a:lvl3pPr>
            <a:lvl4pPr lvl="3" algn="ctr" rtl="0">
              <a:lnSpc>
                <a:spcPct val="100000"/>
              </a:lnSpc>
              <a:spcBef>
                <a:spcPts val="1600"/>
              </a:spcBef>
              <a:spcAft>
                <a:spcPts val="0"/>
              </a:spcAft>
              <a:buSzPts val="1200"/>
              <a:buNone/>
              <a:defRPr/>
            </a:lvl4pPr>
            <a:lvl5pPr lvl="4" algn="ctr" rtl="0">
              <a:lnSpc>
                <a:spcPct val="100000"/>
              </a:lnSpc>
              <a:spcBef>
                <a:spcPts val="1600"/>
              </a:spcBef>
              <a:spcAft>
                <a:spcPts val="0"/>
              </a:spcAft>
              <a:buSzPts val="1200"/>
              <a:buNone/>
              <a:defRPr/>
            </a:lvl5pPr>
            <a:lvl6pPr lvl="5" algn="ctr" rtl="0">
              <a:lnSpc>
                <a:spcPct val="100000"/>
              </a:lnSpc>
              <a:spcBef>
                <a:spcPts val="1600"/>
              </a:spcBef>
              <a:spcAft>
                <a:spcPts val="0"/>
              </a:spcAft>
              <a:buSzPts val="1200"/>
              <a:buNone/>
              <a:defRPr/>
            </a:lvl6pPr>
            <a:lvl7pPr lvl="6" algn="ctr" rtl="0">
              <a:lnSpc>
                <a:spcPct val="100000"/>
              </a:lnSpc>
              <a:spcBef>
                <a:spcPts val="1600"/>
              </a:spcBef>
              <a:spcAft>
                <a:spcPts val="0"/>
              </a:spcAft>
              <a:buSzPts val="1200"/>
              <a:buNone/>
              <a:defRPr/>
            </a:lvl7pPr>
            <a:lvl8pPr lvl="7" algn="ctr" rtl="0">
              <a:lnSpc>
                <a:spcPct val="100000"/>
              </a:lnSpc>
              <a:spcBef>
                <a:spcPts val="1600"/>
              </a:spcBef>
              <a:spcAft>
                <a:spcPts val="0"/>
              </a:spcAft>
              <a:buSzPts val="1200"/>
              <a:buNone/>
              <a:defRPr/>
            </a:lvl8pPr>
            <a:lvl9pPr lvl="8" algn="ctr" rtl="0">
              <a:lnSpc>
                <a:spcPct val="100000"/>
              </a:lnSpc>
              <a:spcBef>
                <a:spcPts val="1600"/>
              </a:spcBef>
              <a:spcAft>
                <a:spcPts val="1600"/>
              </a:spcAft>
              <a:buSzPts val="1200"/>
              <a:buNone/>
              <a:defRPr/>
            </a:lvl9pPr>
          </a:lstStyle>
          <a:p>
            <a:endParaRPr/>
          </a:p>
        </p:txBody>
      </p:sp>
      <p:sp>
        <p:nvSpPr>
          <p:cNvPr id="920" name="Google Shape;920;p17"/>
          <p:cNvSpPr txBox="1">
            <a:spLocks noGrp="1"/>
          </p:cNvSpPr>
          <p:nvPr>
            <p:ph type="subTitle" idx="4"/>
          </p:nvPr>
        </p:nvSpPr>
        <p:spPr>
          <a:xfrm>
            <a:off x="5517024" y="3131950"/>
            <a:ext cx="2811000" cy="9549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1600"/>
              </a:spcBef>
              <a:spcAft>
                <a:spcPts val="0"/>
              </a:spcAft>
              <a:buSzPts val="1200"/>
              <a:buNone/>
              <a:defRPr/>
            </a:lvl3pPr>
            <a:lvl4pPr lvl="3" algn="ctr" rtl="0">
              <a:lnSpc>
                <a:spcPct val="100000"/>
              </a:lnSpc>
              <a:spcBef>
                <a:spcPts val="1600"/>
              </a:spcBef>
              <a:spcAft>
                <a:spcPts val="0"/>
              </a:spcAft>
              <a:buSzPts val="1200"/>
              <a:buNone/>
              <a:defRPr/>
            </a:lvl4pPr>
            <a:lvl5pPr lvl="4" algn="ctr" rtl="0">
              <a:lnSpc>
                <a:spcPct val="100000"/>
              </a:lnSpc>
              <a:spcBef>
                <a:spcPts val="1600"/>
              </a:spcBef>
              <a:spcAft>
                <a:spcPts val="0"/>
              </a:spcAft>
              <a:buSzPts val="1200"/>
              <a:buNone/>
              <a:defRPr/>
            </a:lvl5pPr>
            <a:lvl6pPr lvl="5" algn="ctr" rtl="0">
              <a:lnSpc>
                <a:spcPct val="100000"/>
              </a:lnSpc>
              <a:spcBef>
                <a:spcPts val="1600"/>
              </a:spcBef>
              <a:spcAft>
                <a:spcPts val="0"/>
              </a:spcAft>
              <a:buSzPts val="1200"/>
              <a:buNone/>
              <a:defRPr/>
            </a:lvl6pPr>
            <a:lvl7pPr lvl="6" algn="ctr" rtl="0">
              <a:lnSpc>
                <a:spcPct val="100000"/>
              </a:lnSpc>
              <a:spcBef>
                <a:spcPts val="1600"/>
              </a:spcBef>
              <a:spcAft>
                <a:spcPts val="0"/>
              </a:spcAft>
              <a:buSzPts val="1200"/>
              <a:buNone/>
              <a:defRPr/>
            </a:lvl7pPr>
            <a:lvl8pPr lvl="7" algn="ctr" rtl="0">
              <a:lnSpc>
                <a:spcPct val="100000"/>
              </a:lnSpc>
              <a:spcBef>
                <a:spcPts val="1600"/>
              </a:spcBef>
              <a:spcAft>
                <a:spcPts val="0"/>
              </a:spcAft>
              <a:buSzPts val="1200"/>
              <a:buNone/>
              <a:defRPr/>
            </a:lvl8pPr>
            <a:lvl9pPr lvl="8" algn="ctr" rtl="0">
              <a:lnSpc>
                <a:spcPct val="100000"/>
              </a:lnSpc>
              <a:spcBef>
                <a:spcPts val="1600"/>
              </a:spcBef>
              <a:spcAft>
                <a:spcPts val="1600"/>
              </a:spcAft>
              <a:buSzPts val="1200"/>
              <a:buNone/>
              <a:defRPr/>
            </a:lvl9pPr>
          </a:lstStyle>
          <a:p>
            <a:endParaRPr/>
          </a:p>
        </p:txBody>
      </p:sp>
      <p:sp>
        <p:nvSpPr>
          <p:cNvPr id="921" name="Google Shape;921;p17"/>
          <p:cNvSpPr txBox="1">
            <a:spLocks noGrp="1"/>
          </p:cNvSpPr>
          <p:nvPr>
            <p:ph type="subTitle" idx="5"/>
          </p:nvPr>
        </p:nvSpPr>
        <p:spPr>
          <a:xfrm>
            <a:off x="1823546" y="1326050"/>
            <a:ext cx="2811000" cy="3771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Bebas Neue"/>
              <a:buNone/>
              <a:defRPr sz="2100">
                <a:solidFill>
                  <a:schemeClr val="dk1"/>
                </a:solidFill>
                <a:latin typeface="Poppins ExtraBold"/>
                <a:ea typeface="Poppins ExtraBold"/>
                <a:cs typeface="Poppins ExtraBold"/>
                <a:sym typeface="Poppins ExtraBold"/>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922" name="Google Shape;922;p17"/>
          <p:cNvSpPr txBox="1">
            <a:spLocks noGrp="1"/>
          </p:cNvSpPr>
          <p:nvPr>
            <p:ph type="subTitle" idx="6"/>
          </p:nvPr>
        </p:nvSpPr>
        <p:spPr>
          <a:xfrm>
            <a:off x="1823546" y="2834300"/>
            <a:ext cx="2811000" cy="3771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Bebas Neue"/>
              <a:buNone/>
              <a:defRPr sz="2100">
                <a:solidFill>
                  <a:schemeClr val="dk1"/>
                </a:solidFill>
                <a:latin typeface="Poppins ExtraBold"/>
                <a:ea typeface="Poppins ExtraBold"/>
                <a:cs typeface="Poppins ExtraBold"/>
                <a:sym typeface="Poppins ExtraBold"/>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923" name="Google Shape;923;p17"/>
          <p:cNvSpPr txBox="1">
            <a:spLocks noGrp="1"/>
          </p:cNvSpPr>
          <p:nvPr>
            <p:ph type="subTitle" idx="7"/>
          </p:nvPr>
        </p:nvSpPr>
        <p:spPr>
          <a:xfrm>
            <a:off x="5517024" y="1326050"/>
            <a:ext cx="2811000" cy="3771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Bebas Neue"/>
              <a:buNone/>
              <a:defRPr sz="2100">
                <a:solidFill>
                  <a:schemeClr val="dk1"/>
                </a:solidFill>
                <a:latin typeface="Poppins ExtraBold"/>
                <a:ea typeface="Poppins ExtraBold"/>
                <a:cs typeface="Poppins ExtraBold"/>
                <a:sym typeface="Poppins ExtraBold"/>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924" name="Google Shape;924;p17"/>
          <p:cNvSpPr txBox="1">
            <a:spLocks noGrp="1"/>
          </p:cNvSpPr>
          <p:nvPr>
            <p:ph type="subTitle" idx="8"/>
          </p:nvPr>
        </p:nvSpPr>
        <p:spPr>
          <a:xfrm>
            <a:off x="5517024" y="2834300"/>
            <a:ext cx="2811000" cy="3771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Bebas Neue"/>
              <a:buNone/>
              <a:defRPr sz="2100">
                <a:solidFill>
                  <a:schemeClr val="dk1"/>
                </a:solidFill>
                <a:latin typeface="Poppins ExtraBold"/>
                <a:ea typeface="Poppins ExtraBold"/>
                <a:cs typeface="Poppins ExtraBold"/>
                <a:sym typeface="Poppins ExtraBold"/>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925" name="Google Shape;925;p17"/>
          <p:cNvSpPr/>
          <p:nvPr/>
        </p:nvSpPr>
        <p:spPr>
          <a:xfrm>
            <a:off x="6686588" y="4481688"/>
            <a:ext cx="3059100" cy="3059100"/>
          </a:xfrm>
          <a:prstGeom prst="ellipse">
            <a:avLst/>
          </a:prstGeom>
          <a:solidFill>
            <a:srgbClr val="897FBB">
              <a:alpha val="291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926" name="Google Shape;926;p17"/>
          <p:cNvGrpSpPr/>
          <p:nvPr/>
        </p:nvGrpSpPr>
        <p:grpSpPr>
          <a:xfrm>
            <a:off x="7664537" y="4203130"/>
            <a:ext cx="1103228" cy="3337661"/>
            <a:chOff x="1825573" y="1896181"/>
            <a:chExt cx="964529" cy="2918046"/>
          </a:xfrm>
        </p:grpSpPr>
        <p:sp>
          <p:nvSpPr>
            <p:cNvPr id="927" name="Google Shape;927;p17"/>
            <p:cNvSpPr/>
            <p:nvPr/>
          </p:nvSpPr>
          <p:spPr>
            <a:xfrm>
              <a:off x="1825573" y="1896181"/>
              <a:ext cx="964529" cy="2918046"/>
            </a:xfrm>
            <a:custGeom>
              <a:avLst/>
              <a:gdLst/>
              <a:ahLst/>
              <a:cxnLst/>
              <a:rect l="l" t="t" r="r" b="b"/>
              <a:pathLst>
                <a:path w="7532" h="22787" extrusionOk="0">
                  <a:moveTo>
                    <a:pt x="3773" y="1"/>
                  </a:moveTo>
                  <a:cubicBezTo>
                    <a:pt x="1687" y="1"/>
                    <a:pt x="1" y="1691"/>
                    <a:pt x="1" y="3776"/>
                  </a:cubicBezTo>
                  <a:lnTo>
                    <a:pt x="1" y="15746"/>
                  </a:lnTo>
                  <a:lnTo>
                    <a:pt x="14" y="15746"/>
                  </a:lnTo>
                  <a:lnTo>
                    <a:pt x="14" y="22787"/>
                  </a:lnTo>
                  <a:lnTo>
                    <a:pt x="2861" y="22787"/>
                  </a:lnTo>
                  <a:lnTo>
                    <a:pt x="2861" y="13174"/>
                  </a:lnTo>
                  <a:lnTo>
                    <a:pt x="2861" y="3776"/>
                  </a:lnTo>
                  <a:cubicBezTo>
                    <a:pt x="2861" y="3269"/>
                    <a:pt x="3269" y="2861"/>
                    <a:pt x="3773" y="2861"/>
                  </a:cubicBezTo>
                  <a:cubicBezTo>
                    <a:pt x="4276" y="2861"/>
                    <a:pt x="4672" y="3269"/>
                    <a:pt x="4672" y="3776"/>
                  </a:cubicBezTo>
                  <a:lnTo>
                    <a:pt x="4672" y="8391"/>
                  </a:lnTo>
                  <a:lnTo>
                    <a:pt x="4672" y="22787"/>
                  </a:lnTo>
                  <a:lnTo>
                    <a:pt x="7532" y="22787"/>
                  </a:lnTo>
                  <a:lnTo>
                    <a:pt x="7532" y="7110"/>
                  </a:lnTo>
                  <a:lnTo>
                    <a:pt x="7532" y="3776"/>
                  </a:lnTo>
                  <a:cubicBezTo>
                    <a:pt x="7532" y="1691"/>
                    <a:pt x="5842" y="1"/>
                    <a:pt x="3773" y="1"/>
                  </a:cubicBezTo>
                  <a:close/>
                </a:path>
              </a:pathLst>
            </a:custGeom>
            <a:solidFill>
              <a:schemeClr val="accent5"/>
            </a:solidFill>
            <a:ln>
              <a:noFill/>
            </a:ln>
            <a:effectLst>
              <a:outerShdw dist="76200" dir="2400000" algn="bl" rotWithShape="0">
                <a:srgbClr val="000000">
                  <a:alpha val="2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928" name="Google Shape;928;p17"/>
            <p:cNvGrpSpPr/>
            <p:nvPr/>
          </p:nvGrpSpPr>
          <p:grpSpPr>
            <a:xfrm>
              <a:off x="2001780" y="2072389"/>
              <a:ext cx="612115" cy="2698300"/>
              <a:chOff x="1718105" y="2072389"/>
              <a:chExt cx="612115" cy="2698300"/>
            </a:xfrm>
          </p:grpSpPr>
          <p:sp>
            <p:nvSpPr>
              <p:cNvPr id="929" name="Google Shape;929;p17"/>
              <p:cNvSpPr/>
              <p:nvPr/>
            </p:nvSpPr>
            <p:spPr>
              <a:xfrm>
                <a:off x="2316262" y="3811153"/>
                <a:ext cx="13958" cy="56217"/>
              </a:xfrm>
              <a:custGeom>
                <a:avLst/>
                <a:gdLst/>
                <a:ahLst/>
                <a:cxnLst/>
                <a:rect l="l" t="t" r="r" b="b"/>
                <a:pathLst>
                  <a:path w="109" h="439" extrusionOk="0">
                    <a:moveTo>
                      <a:pt x="1" y="1"/>
                    </a:moveTo>
                    <a:lnTo>
                      <a:pt x="1" y="439"/>
                    </a:lnTo>
                    <a:lnTo>
                      <a:pt x="109" y="439"/>
                    </a:lnTo>
                    <a:lnTo>
                      <a:pt x="109"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0" name="Google Shape;930;p17"/>
              <p:cNvSpPr/>
              <p:nvPr/>
            </p:nvSpPr>
            <p:spPr>
              <a:xfrm>
                <a:off x="2316262" y="3698207"/>
                <a:ext cx="13958" cy="55833"/>
              </a:xfrm>
              <a:custGeom>
                <a:avLst/>
                <a:gdLst/>
                <a:ahLst/>
                <a:cxnLst/>
                <a:rect l="l" t="t" r="r" b="b"/>
                <a:pathLst>
                  <a:path w="109" h="436" extrusionOk="0">
                    <a:moveTo>
                      <a:pt x="1" y="0"/>
                    </a:moveTo>
                    <a:lnTo>
                      <a:pt x="1" y="435"/>
                    </a:lnTo>
                    <a:lnTo>
                      <a:pt x="109" y="435"/>
                    </a:lnTo>
                    <a:lnTo>
                      <a:pt x="109"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1" name="Google Shape;931;p17"/>
              <p:cNvSpPr/>
              <p:nvPr/>
            </p:nvSpPr>
            <p:spPr>
              <a:xfrm>
                <a:off x="2316262" y="4036406"/>
                <a:ext cx="13958" cy="59547"/>
              </a:xfrm>
              <a:custGeom>
                <a:avLst/>
                <a:gdLst/>
                <a:ahLst/>
                <a:cxnLst/>
                <a:rect l="l" t="t" r="r" b="b"/>
                <a:pathLst>
                  <a:path w="109" h="465" extrusionOk="0">
                    <a:moveTo>
                      <a:pt x="1" y="0"/>
                    </a:moveTo>
                    <a:lnTo>
                      <a:pt x="1" y="27"/>
                    </a:lnTo>
                    <a:lnTo>
                      <a:pt x="1" y="435"/>
                    </a:lnTo>
                    <a:lnTo>
                      <a:pt x="1" y="465"/>
                    </a:lnTo>
                    <a:lnTo>
                      <a:pt x="109" y="465"/>
                    </a:lnTo>
                    <a:lnTo>
                      <a:pt x="109" y="435"/>
                    </a:lnTo>
                    <a:lnTo>
                      <a:pt x="109" y="27"/>
                    </a:lnTo>
                    <a:lnTo>
                      <a:pt x="109"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2" name="Google Shape;932;p17"/>
              <p:cNvSpPr/>
              <p:nvPr/>
            </p:nvSpPr>
            <p:spPr>
              <a:xfrm>
                <a:off x="2316262" y="3922948"/>
                <a:ext cx="13958" cy="57882"/>
              </a:xfrm>
              <a:custGeom>
                <a:avLst/>
                <a:gdLst/>
                <a:ahLst/>
                <a:cxnLst/>
                <a:rect l="l" t="t" r="r" b="b"/>
                <a:pathLst>
                  <a:path w="109" h="452" extrusionOk="0">
                    <a:moveTo>
                      <a:pt x="1" y="1"/>
                    </a:moveTo>
                    <a:lnTo>
                      <a:pt x="1" y="452"/>
                    </a:lnTo>
                    <a:lnTo>
                      <a:pt x="109" y="452"/>
                    </a:lnTo>
                    <a:lnTo>
                      <a:pt x="109"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3" name="Google Shape;933;p17"/>
              <p:cNvSpPr/>
              <p:nvPr/>
            </p:nvSpPr>
            <p:spPr>
              <a:xfrm>
                <a:off x="2316262" y="3023087"/>
                <a:ext cx="13958" cy="55705"/>
              </a:xfrm>
              <a:custGeom>
                <a:avLst/>
                <a:gdLst/>
                <a:ahLst/>
                <a:cxnLst/>
                <a:rect l="l" t="t" r="r" b="b"/>
                <a:pathLst>
                  <a:path w="109" h="435" extrusionOk="0">
                    <a:moveTo>
                      <a:pt x="1" y="0"/>
                    </a:moveTo>
                    <a:lnTo>
                      <a:pt x="1" y="435"/>
                    </a:lnTo>
                    <a:lnTo>
                      <a:pt x="109" y="435"/>
                    </a:lnTo>
                    <a:lnTo>
                      <a:pt x="109"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4" name="Google Shape;934;p17"/>
              <p:cNvSpPr/>
              <p:nvPr/>
            </p:nvSpPr>
            <p:spPr>
              <a:xfrm>
                <a:off x="2316262" y="3586412"/>
                <a:ext cx="13958" cy="55833"/>
              </a:xfrm>
              <a:custGeom>
                <a:avLst/>
                <a:gdLst/>
                <a:ahLst/>
                <a:cxnLst/>
                <a:rect l="l" t="t" r="r" b="b"/>
                <a:pathLst>
                  <a:path w="109" h="436" extrusionOk="0">
                    <a:moveTo>
                      <a:pt x="1" y="1"/>
                    </a:moveTo>
                    <a:lnTo>
                      <a:pt x="1" y="435"/>
                    </a:lnTo>
                    <a:lnTo>
                      <a:pt x="109" y="435"/>
                    </a:lnTo>
                    <a:lnTo>
                      <a:pt x="109"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5" name="Google Shape;935;p17"/>
              <p:cNvSpPr/>
              <p:nvPr/>
            </p:nvSpPr>
            <p:spPr>
              <a:xfrm>
                <a:off x="2316262" y="3472953"/>
                <a:ext cx="13958" cy="55833"/>
              </a:xfrm>
              <a:custGeom>
                <a:avLst/>
                <a:gdLst/>
                <a:ahLst/>
                <a:cxnLst/>
                <a:rect l="l" t="t" r="r" b="b"/>
                <a:pathLst>
                  <a:path w="109" h="436" extrusionOk="0">
                    <a:moveTo>
                      <a:pt x="1" y="1"/>
                    </a:moveTo>
                    <a:lnTo>
                      <a:pt x="1" y="436"/>
                    </a:lnTo>
                    <a:lnTo>
                      <a:pt x="109" y="436"/>
                    </a:lnTo>
                    <a:lnTo>
                      <a:pt x="109"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6" name="Google Shape;936;p17"/>
              <p:cNvSpPr/>
              <p:nvPr/>
            </p:nvSpPr>
            <p:spPr>
              <a:xfrm>
                <a:off x="2316262" y="3359623"/>
                <a:ext cx="13958" cy="57882"/>
              </a:xfrm>
              <a:custGeom>
                <a:avLst/>
                <a:gdLst/>
                <a:ahLst/>
                <a:cxnLst/>
                <a:rect l="l" t="t" r="r" b="b"/>
                <a:pathLst>
                  <a:path w="109" h="452" extrusionOk="0">
                    <a:moveTo>
                      <a:pt x="1" y="0"/>
                    </a:moveTo>
                    <a:lnTo>
                      <a:pt x="1" y="451"/>
                    </a:lnTo>
                    <a:lnTo>
                      <a:pt x="109" y="451"/>
                    </a:lnTo>
                    <a:lnTo>
                      <a:pt x="109"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7" name="Google Shape;937;p17"/>
              <p:cNvSpPr/>
              <p:nvPr/>
            </p:nvSpPr>
            <p:spPr>
              <a:xfrm>
                <a:off x="2316262" y="3134754"/>
                <a:ext cx="13958" cy="57498"/>
              </a:xfrm>
              <a:custGeom>
                <a:avLst/>
                <a:gdLst/>
                <a:ahLst/>
                <a:cxnLst/>
                <a:rect l="l" t="t" r="r" b="b"/>
                <a:pathLst>
                  <a:path w="109" h="449" extrusionOk="0">
                    <a:moveTo>
                      <a:pt x="1" y="1"/>
                    </a:moveTo>
                    <a:lnTo>
                      <a:pt x="1" y="449"/>
                    </a:lnTo>
                    <a:lnTo>
                      <a:pt x="109" y="449"/>
                    </a:lnTo>
                    <a:lnTo>
                      <a:pt x="109"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8" name="Google Shape;938;p17"/>
              <p:cNvSpPr/>
              <p:nvPr/>
            </p:nvSpPr>
            <p:spPr>
              <a:xfrm>
                <a:off x="2316262" y="3248213"/>
                <a:ext cx="13958" cy="55833"/>
              </a:xfrm>
              <a:custGeom>
                <a:avLst/>
                <a:gdLst/>
                <a:ahLst/>
                <a:cxnLst/>
                <a:rect l="l" t="t" r="r" b="b"/>
                <a:pathLst>
                  <a:path w="109" h="436" extrusionOk="0">
                    <a:moveTo>
                      <a:pt x="1" y="1"/>
                    </a:moveTo>
                    <a:lnTo>
                      <a:pt x="1" y="435"/>
                    </a:lnTo>
                    <a:lnTo>
                      <a:pt x="109" y="435"/>
                    </a:lnTo>
                    <a:lnTo>
                      <a:pt x="109"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9" name="Google Shape;939;p17"/>
              <p:cNvSpPr/>
              <p:nvPr/>
            </p:nvSpPr>
            <p:spPr>
              <a:xfrm>
                <a:off x="2316262" y="4714855"/>
                <a:ext cx="13958" cy="55833"/>
              </a:xfrm>
              <a:custGeom>
                <a:avLst/>
                <a:gdLst/>
                <a:ahLst/>
                <a:cxnLst/>
                <a:rect l="l" t="t" r="r" b="b"/>
                <a:pathLst>
                  <a:path w="109" h="436" extrusionOk="0">
                    <a:moveTo>
                      <a:pt x="1" y="1"/>
                    </a:moveTo>
                    <a:lnTo>
                      <a:pt x="1" y="436"/>
                    </a:lnTo>
                    <a:lnTo>
                      <a:pt x="109" y="436"/>
                    </a:lnTo>
                    <a:lnTo>
                      <a:pt x="109"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0" name="Google Shape;940;p17"/>
              <p:cNvSpPr/>
              <p:nvPr/>
            </p:nvSpPr>
            <p:spPr>
              <a:xfrm>
                <a:off x="2316262" y="4601524"/>
                <a:ext cx="13958" cy="57370"/>
              </a:xfrm>
              <a:custGeom>
                <a:avLst/>
                <a:gdLst/>
                <a:ahLst/>
                <a:cxnLst/>
                <a:rect l="l" t="t" r="r" b="b"/>
                <a:pathLst>
                  <a:path w="109" h="448" extrusionOk="0">
                    <a:moveTo>
                      <a:pt x="1" y="0"/>
                    </a:moveTo>
                    <a:lnTo>
                      <a:pt x="1" y="448"/>
                    </a:lnTo>
                    <a:lnTo>
                      <a:pt x="109" y="448"/>
                    </a:lnTo>
                    <a:lnTo>
                      <a:pt x="109"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1" name="Google Shape;941;p17"/>
              <p:cNvSpPr/>
              <p:nvPr/>
            </p:nvSpPr>
            <p:spPr>
              <a:xfrm>
                <a:off x="2316262" y="4489730"/>
                <a:ext cx="13958" cy="56217"/>
              </a:xfrm>
              <a:custGeom>
                <a:avLst/>
                <a:gdLst/>
                <a:ahLst/>
                <a:cxnLst/>
                <a:rect l="l" t="t" r="r" b="b"/>
                <a:pathLst>
                  <a:path w="109" h="439" extrusionOk="0">
                    <a:moveTo>
                      <a:pt x="1" y="0"/>
                    </a:moveTo>
                    <a:lnTo>
                      <a:pt x="1" y="438"/>
                    </a:lnTo>
                    <a:lnTo>
                      <a:pt x="109" y="438"/>
                    </a:lnTo>
                    <a:lnTo>
                      <a:pt x="109"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2" name="Google Shape;942;p17"/>
              <p:cNvSpPr/>
              <p:nvPr/>
            </p:nvSpPr>
            <p:spPr>
              <a:xfrm>
                <a:off x="2316262" y="4376271"/>
                <a:ext cx="13958" cy="57882"/>
              </a:xfrm>
              <a:custGeom>
                <a:avLst/>
                <a:gdLst/>
                <a:ahLst/>
                <a:cxnLst/>
                <a:rect l="l" t="t" r="r" b="b"/>
                <a:pathLst>
                  <a:path w="109" h="452" extrusionOk="0">
                    <a:moveTo>
                      <a:pt x="1" y="1"/>
                    </a:moveTo>
                    <a:lnTo>
                      <a:pt x="1" y="452"/>
                    </a:lnTo>
                    <a:lnTo>
                      <a:pt x="109" y="452"/>
                    </a:lnTo>
                    <a:lnTo>
                      <a:pt x="109"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3" name="Google Shape;943;p17"/>
              <p:cNvSpPr/>
              <p:nvPr/>
            </p:nvSpPr>
            <p:spPr>
              <a:xfrm>
                <a:off x="2316262" y="4264989"/>
                <a:ext cx="13958" cy="55705"/>
              </a:xfrm>
              <a:custGeom>
                <a:avLst/>
                <a:gdLst/>
                <a:ahLst/>
                <a:cxnLst/>
                <a:rect l="l" t="t" r="r" b="b"/>
                <a:pathLst>
                  <a:path w="109" h="435" extrusionOk="0">
                    <a:moveTo>
                      <a:pt x="1" y="0"/>
                    </a:moveTo>
                    <a:lnTo>
                      <a:pt x="1" y="435"/>
                    </a:lnTo>
                    <a:lnTo>
                      <a:pt x="109" y="435"/>
                    </a:lnTo>
                    <a:lnTo>
                      <a:pt x="109"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4" name="Google Shape;944;p17"/>
              <p:cNvSpPr/>
              <p:nvPr/>
            </p:nvSpPr>
            <p:spPr>
              <a:xfrm>
                <a:off x="2316262" y="4151530"/>
                <a:ext cx="13958" cy="55833"/>
              </a:xfrm>
              <a:custGeom>
                <a:avLst/>
                <a:gdLst/>
                <a:ahLst/>
                <a:cxnLst/>
                <a:rect l="l" t="t" r="r" b="b"/>
                <a:pathLst>
                  <a:path w="109" h="436" extrusionOk="0">
                    <a:moveTo>
                      <a:pt x="1" y="0"/>
                    </a:moveTo>
                    <a:lnTo>
                      <a:pt x="1" y="435"/>
                    </a:lnTo>
                    <a:lnTo>
                      <a:pt x="109" y="435"/>
                    </a:lnTo>
                    <a:lnTo>
                      <a:pt x="109"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5" name="Google Shape;945;p17"/>
              <p:cNvSpPr/>
              <p:nvPr/>
            </p:nvSpPr>
            <p:spPr>
              <a:xfrm>
                <a:off x="1901100" y="2081225"/>
                <a:ext cx="57882" cy="29837"/>
              </a:xfrm>
              <a:custGeom>
                <a:avLst/>
                <a:gdLst/>
                <a:ahLst/>
                <a:cxnLst/>
                <a:rect l="l" t="t" r="r" b="b"/>
                <a:pathLst>
                  <a:path w="452" h="233" extrusionOk="0">
                    <a:moveTo>
                      <a:pt x="422" y="1"/>
                    </a:moveTo>
                    <a:cubicBezTo>
                      <a:pt x="288" y="27"/>
                      <a:pt x="138" y="82"/>
                      <a:pt x="0" y="138"/>
                    </a:cubicBezTo>
                    <a:lnTo>
                      <a:pt x="43" y="233"/>
                    </a:lnTo>
                    <a:cubicBezTo>
                      <a:pt x="177" y="177"/>
                      <a:pt x="314" y="138"/>
                      <a:pt x="451" y="95"/>
                    </a:cubicBezTo>
                    <a:lnTo>
                      <a:pt x="422"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6" name="Google Shape;946;p17"/>
              <p:cNvSpPr/>
              <p:nvPr/>
            </p:nvSpPr>
            <p:spPr>
              <a:xfrm>
                <a:off x="1718105" y="2764795"/>
                <a:ext cx="13958" cy="56217"/>
              </a:xfrm>
              <a:custGeom>
                <a:avLst/>
                <a:gdLst/>
                <a:ahLst/>
                <a:cxnLst/>
                <a:rect l="l" t="t" r="r" b="b"/>
                <a:pathLst>
                  <a:path w="109" h="439" extrusionOk="0">
                    <a:moveTo>
                      <a:pt x="1" y="0"/>
                    </a:moveTo>
                    <a:lnTo>
                      <a:pt x="1" y="438"/>
                    </a:lnTo>
                    <a:lnTo>
                      <a:pt x="109" y="438"/>
                    </a:lnTo>
                    <a:lnTo>
                      <a:pt x="109"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7" name="Google Shape;947;p17"/>
              <p:cNvSpPr/>
              <p:nvPr/>
            </p:nvSpPr>
            <p:spPr>
              <a:xfrm>
                <a:off x="1718105" y="2878254"/>
                <a:ext cx="13958" cy="56217"/>
              </a:xfrm>
              <a:custGeom>
                <a:avLst/>
                <a:gdLst/>
                <a:ahLst/>
                <a:cxnLst/>
                <a:rect l="l" t="t" r="r" b="b"/>
                <a:pathLst>
                  <a:path w="109" h="439" extrusionOk="0">
                    <a:moveTo>
                      <a:pt x="1" y="0"/>
                    </a:moveTo>
                    <a:lnTo>
                      <a:pt x="1" y="438"/>
                    </a:lnTo>
                    <a:lnTo>
                      <a:pt x="109" y="438"/>
                    </a:lnTo>
                    <a:lnTo>
                      <a:pt x="109"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8" name="Google Shape;948;p17"/>
              <p:cNvSpPr/>
              <p:nvPr/>
            </p:nvSpPr>
            <p:spPr>
              <a:xfrm>
                <a:off x="1718105" y="2540055"/>
                <a:ext cx="13958" cy="55705"/>
              </a:xfrm>
              <a:custGeom>
                <a:avLst/>
                <a:gdLst/>
                <a:ahLst/>
                <a:cxnLst/>
                <a:rect l="l" t="t" r="r" b="b"/>
                <a:pathLst>
                  <a:path w="109" h="435" extrusionOk="0">
                    <a:moveTo>
                      <a:pt x="1" y="0"/>
                    </a:moveTo>
                    <a:lnTo>
                      <a:pt x="1" y="435"/>
                    </a:lnTo>
                    <a:lnTo>
                      <a:pt x="109" y="435"/>
                    </a:lnTo>
                    <a:lnTo>
                      <a:pt x="109"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9" name="Google Shape;949;p17"/>
              <p:cNvSpPr/>
              <p:nvPr/>
            </p:nvSpPr>
            <p:spPr>
              <a:xfrm>
                <a:off x="1742436" y="2208514"/>
                <a:ext cx="40338" cy="56217"/>
              </a:xfrm>
              <a:custGeom>
                <a:avLst/>
                <a:gdLst/>
                <a:ahLst/>
                <a:cxnLst/>
                <a:rect l="l" t="t" r="r" b="b"/>
                <a:pathLst>
                  <a:path w="315" h="439" extrusionOk="0">
                    <a:moveTo>
                      <a:pt x="220" y="0"/>
                    </a:moveTo>
                    <a:cubicBezTo>
                      <a:pt x="138" y="124"/>
                      <a:pt x="69" y="258"/>
                      <a:pt x="1" y="396"/>
                    </a:cubicBezTo>
                    <a:lnTo>
                      <a:pt x="108" y="438"/>
                    </a:lnTo>
                    <a:cubicBezTo>
                      <a:pt x="164" y="301"/>
                      <a:pt x="233" y="177"/>
                      <a:pt x="314" y="56"/>
                    </a:cubicBezTo>
                    <a:lnTo>
                      <a:pt x="220"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0" name="Google Shape;950;p17"/>
              <p:cNvSpPr/>
              <p:nvPr/>
            </p:nvSpPr>
            <p:spPr>
              <a:xfrm>
                <a:off x="1718105" y="2426596"/>
                <a:ext cx="13958" cy="57882"/>
              </a:xfrm>
              <a:custGeom>
                <a:avLst/>
                <a:gdLst/>
                <a:ahLst/>
                <a:cxnLst/>
                <a:rect l="l" t="t" r="r" b="b"/>
                <a:pathLst>
                  <a:path w="109" h="452" extrusionOk="0">
                    <a:moveTo>
                      <a:pt x="1" y="0"/>
                    </a:moveTo>
                    <a:lnTo>
                      <a:pt x="1" y="451"/>
                    </a:lnTo>
                    <a:lnTo>
                      <a:pt x="109" y="451"/>
                    </a:lnTo>
                    <a:lnTo>
                      <a:pt x="109"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1" name="Google Shape;951;p17"/>
              <p:cNvSpPr/>
              <p:nvPr/>
            </p:nvSpPr>
            <p:spPr>
              <a:xfrm>
                <a:off x="1806849" y="2126429"/>
                <a:ext cx="52504" cy="47381"/>
              </a:xfrm>
              <a:custGeom>
                <a:avLst/>
                <a:gdLst/>
                <a:ahLst/>
                <a:cxnLst/>
                <a:rect l="l" t="t" r="r" b="b"/>
                <a:pathLst>
                  <a:path w="410" h="370" extrusionOk="0">
                    <a:moveTo>
                      <a:pt x="341" y="1"/>
                    </a:moveTo>
                    <a:cubicBezTo>
                      <a:pt x="220" y="82"/>
                      <a:pt x="109" y="180"/>
                      <a:pt x="1" y="288"/>
                    </a:cubicBezTo>
                    <a:lnTo>
                      <a:pt x="83" y="370"/>
                    </a:lnTo>
                    <a:cubicBezTo>
                      <a:pt x="177" y="275"/>
                      <a:pt x="289" y="180"/>
                      <a:pt x="409" y="99"/>
                    </a:cubicBezTo>
                    <a:lnTo>
                      <a:pt x="341"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2" name="Google Shape;952;p17"/>
              <p:cNvSpPr/>
              <p:nvPr/>
            </p:nvSpPr>
            <p:spPr>
              <a:xfrm>
                <a:off x="1718105" y="2313137"/>
                <a:ext cx="21129" cy="57882"/>
              </a:xfrm>
              <a:custGeom>
                <a:avLst/>
                <a:gdLst/>
                <a:ahLst/>
                <a:cxnLst/>
                <a:rect l="l" t="t" r="r" b="b"/>
                <a:pathLst>
                  <a:path w="165" h="452" extrusionOk="0">
                    <a:moveTo>
                      <a:pt x="53" y="0"/>
                    </a:moveTo>
                    <a:cubicBezTo>
                      <a:pt x="27" y="151"/>
                      <a:pt x="14" y="301"/>
                      <a:pt x="1" y="451"/>
                    </a:cubicBezTo>
                    <a:lnTo>
                      <a:pt x="109" y="451"/>
                    </a:lnTo>
                    <a:cubicBezTo>
                      <a:pt x="122" y="314"/>
                      <a:pt x="135" y="164"/>
                      <a:pt x="164" y="30"/>
                    </a:cubicBezTo>
                    <a:lnTo>
                      <a:pt x="53"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3" name="Google Shape;953;p17"/>
              <p:cNvSpPr/>
              <p:nvPr/>
            </p:nvSpPr>
            <p:spPr>
              <a:xfrm>
                <a:off x="1718105" y="2653385"/>
                <a:ext cx="13958" cy="55833"/>
              </a:xfrm>
              <a:custGeom>
                <a:avLst/>
                <a:gdLst/>
                <a:ahLst/>
                <a:cxnLst/>
                <a:rect l="l" t="t" r="r" b="b"/>
                <a:pathLst>
                  <a:path w="109" h="436" extrusionOk="0">
                    <a:moveTo>
                      <a:pt x="1" y="1"/>
                    </a:moveTo>
                    <a:lnTo>
                      <a:pt x="1" y="436"/>
                    </a:lnTo>
                    <a:lnTo>
                      <a:pt x="109" y="436"/>
                    </a:lnTo>
                    <a:lnTo>
                      <a:pt x="109"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4" name="Google Shape;954;p17"/>
              <p:cNvSpPr/>
              <p:nvPr/>
            </p:nvSpPr>
            <p:spPr>
              <a:xfrm>
                <a:off x="1718105" y="3553374"/>
                <a:ext cx="13958" cy="55833"/>
              </a:xfrm>
              <a:custGeom>
                <a:avLst/>
                <a:gdLst/>
                <a:ahLst/>
                <a:cxnLst/>
                <a:rect l="l" t="t" r="r" b="b"/>
                <a:pathLst>
                  <a:path w="109" h="436" extrusionOk="0">
                    <a:moveTo>
                      <a:pt x="1" y="0"/>
                    </a:moveTo>
                    <a:lnTo>
                      <a:pt x="1" y="435"/>
                    </a:lnTo>
                    <a:lnTo>
                      <a:pt x="109" y="435"/>
                    </a:lnTo>
                    <a:lnTo>
                      <a:pt x="109"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5" name="Google Shape;955;p17"/>
              <p:cNvSpPr/>
              <p:nvPr/>
            </p:nvSpPr>
            <p:spPr>
              <a:xfrm>
                <a:off x="1718105" y="3666833"/>
                <a:ext cx="13958" cy="55705"/>
              </a:xfrm>
              <a:custGeom>
                <a:avLst/>
                <a:gdLst/>
                <a:ahLst/>
                <a:cxnLst/>
                <a:rect l="l" t="t" r="r" b="b"/>
                <a:pathLst>
                  <a:path w="109" h="435" extrusionOk="0">
                    <a:moveTo>
                      <a:pt x="1" y="0"/>
                    </a:moveTo>
                    <a:lnTo>
                      <a:pt x="1" y="435"/>
                    </a:lnTo>
                    <a:lnTo>
                      <a:pt x="109" y="435"/>
                    </a:lnTo>
                    <a:lnTo>
                      <a:pt x="109"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6" name="Google Shape;956;p17"/>
              <p:cNvSpPr/>
              <p:nvPr/>
            </p:nvSpPr>
            <p:spPr>
              <a:xfrm>
                <a:off x="1718105" y="2989921"/>
                <a:ext cx="13958" cy="57498"/>
              </a:xfrm>
              <a:custGeom>
                <a:avLst/>
                <a:gdLst/>
                <a:ahLst/>
                <a:cxnLst/>
                <a:rect l="l" t="t" r="r" b="b"/>
                <a:pathLst>
                  <a:path w="109" h="449" extrusionOk="0">
                    <a:moveTo>
                      <a:pt x="1" y="1"/>
                    </a:moveTo>
                    <a:lnTo>
                      <a:pt x="1" y="449"/>
                    </a:lnTo>
                    <a:lnTo>
                      <a:pt x="109" y="449"/>
                    </a:lnTo>
                    <a:lnTo>
                      <a:pt x="109"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7" name="Google Shape;957;p17"/>
              <p:cNvSpPr/>
              <p:nvPr/>
            </p:nvSpPr>
            <p:spPr>
              <a:xfrm>
                <a:off x="1718105" y="3778114"/>
                <a:ext cx="13958" cy="57882"/>
              </a:xfrm>
              <a:custGeom>
                <a:avLst/>
                <a:gdLst/>
                <a:ahLst/>
                <a:cxnLst/>
                <a:rect l="l" t="t" r="r" b="b"/>
                <a:pathLst>
                  <a:path w="109" h="452" extrusionOk="0">
                    <a:moveTo>
                      <a:pt x="1" y="1"/>
                    </a:moveTo>
                    <a:lnTo>
                      <a:pt x="1" y="452"/>
                    </a:lnTo>
                    <a:lnTo>
                      <a:pt x="109" y="452"/>
                    </a:lnTo>
                    <a:lnTo>
                      <a:pt x="109"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8" name="Google Shape;958;p17"/>
              <p:cNvSpPr/>
              <p:nvPr/>
            </p:nvSpPr>
            <p:spPr>
              <a:xfrm>
                <a:off x="1718105" y="3103380"/>
                <a:ext cx="13958" cy="55833"/>
              </a:xfrm>
              <a:custGeom>
                <a:avLst/>
                <a:gdLst/>
                <a:ahLst/>
                <a:cxnLst/>
                <a:rect l="l" t="t" r="r" b="b"/>
                <a:pathLst>
                  <a:path w="109" h="436" extrusionOk="0">
                    <a:moveTo>
                      <a:pt x="1" y="1"/>
                    </a:moveTo>
                    <a:lnTo>
                      <a:pt x="1" y="435"/>
                    </a:lnTo>
                    <a:lnTo>
                      <a:pt x="109" y="435"/>
                    </a:lnTo>
                    <a:lnTo>
                      <a:pt x="109"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9" name="Google Shape;959;p17"/>
              <p:cNvSpPr/>
              <p:nvPr/>
            </p:nvSpPr>
            <p:spPr>
              <a:xfrm>
                <a:off x="1718105" y="3214790"/>
                <a:ext cx="13958" cy="57882"/>
              </a:xfrm>
              <a:custGeom>
                <a:avLst/>
                <a:gdLst/>
                <a:ahLst/>
                <a:cxnLst/>
                <a:rect l="l" t="t" r="r" b="b"/>
                <a:pathLst>
                  <a:path w="109" h="452" extrusionOk="0">
                    <a:moveTo>
                      <a:pt x="1" y="0"/>
                    </a:moveTo>
                    <a:lnTo>
                      <a:pt x="1" y="451"/>
                    </a:lnTo>
                    <a:lnTo>
                      <a:pt x="109" y="451"/>
                    </a:lnTo>
                    <a:lnTo>
                      <a:pt x="109"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0" name="Google Shape;960;p17"/>
              <p:cNvSpPr/>
              <p:nvPr/>
            </p:nvSpPr>
            <p:spPr>
              <a:xfrm>
                <a:off x="1718105" y="3441579"/>
                <a:ext cx="13958" cy="55833"/>
              </a:xfrm>
              <a:custGeom>
                <a:avLst/>
                <a:gdLst/>
                <a:ahLst/>
                <a:cxnLst/>
                <a:rect l="l" t="t" r="r" b="b"/>
                <a:pathLst>
                  <a:path w="109" h="436" extrusionOk="0">
                    <a:moveTo>
                      <a:pt x="1" y="1"/>
                    </a:moveTo>
                    <a:lnTo>
                      <a:pt x="1" y="435"/>
                    </a:lnTo>
                    <a:lnTo>
                      <a:pt x="109" y="435"/>
                    </a:lnTo>
                    <a:lnTo>
                      <a:pt x="109"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1" name="Google Shape;961;p17"/>
              <p:cNvSpPr/>
              <p:nvPr/>
            </p:nvSpPr>
            <p:spPr>
              <a:xfrm>
                <a:off x="1718105" y="3328120"/>
                <a:ext cx="13958" cy="56217"/>
              </a:xfrm>
              <a:custGeom>
                <a:avLst/>
                <a:gdLst/>
                <a:ahLst/>
                <a:cxnLst/>
                <a:rect l="l" t="t" r="r" b="b"/>
                <a:pathLst>
                  <a:path w="109" h="439" extrusionOk="0">
                    <a:moveTo>
                      <a:pt x="1" y="1"/>
                    </a:moveTo>
                    <a:lnTo>
                      <a:pt x="1" y="439"/>
                    </a:lnTo>
                    <a:lnTo>
                      <a:pt x="109" y="439"/>
                    </a:lnTo>
                    <a:lnTo>
                      <a:pt x="109"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2" name="Google Shape;962;p17"/>
              <p:cNvSpPr/>
              <p:nvPr/>
            </p:nvSpPr>
            <p:spPr>
              <a:xfrm>
                <a:off x="2316262" y="2459634"/>
                <a:ext cx="13958" cy="57882"/>
              </a:xfrm>
              <a:custGeom>
                <a:avLst/>
                <a:gdLst/>
                <a:ahLst/>
                <a:cxnLst/>
                <a:rect l="l" t="t" r="r" b="b"/>
                <a:pathLst>
                  <a:path w="109" h="452" extrusionOk="0">
                    <a:moveTo>
                      <a:pt x="1" y="0"/>
                    </a:moveTo>
                    <a:lnTo>
                      <a:pt x="1" y="452"/>
                    </a:lnTo>
                    <a:lnTo>
                      <a:pt x="109" y="452"/>
                    </a:lnTo>
                    <a:lnTo>
                      <a:pt x="109"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3" name="Google Shape;963;p17"/>
              <p:cNvSpPr/>
              <p:nvPr/>
            </p:nvSpPr>
            <p:spPr>
              <a:xfrm>
                <a:off x="2316262" y="2573093"/>
                <a:ext cx="13958" cy="55705"/>
              </a:xfrm>
              <a:custGeom>
                <a:avLst/>
                <a:gdLst/>
                <a:ahLst/>
                <a:cxnLst/>
                <a:rect l="l" t="t" r="r" b="b"/>
                <a:pathLst>
                  <a:path w="109" h="435" extrusionOk="0">
                    <a:moveTo>
                      <a:pt x="1" y="0"/>
                    </a:moveTo>
                    <a:lnTo>
                      <a:pt x="1" y="435"/>
                    </a:lnTo>
                    <a:lnTo>
                      <a:pt x="109" y="435"/>
                    </a:lnTo>
                    <a:lnTo>
                      <a:pt x="109"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4" name="Google Shape;964;p17"/>
              <p:cNvSpPr/>
              <p:nvPr/>
            </p:nvSpPr>
            <p:spPr>
              <a:xfrm>
                <a:off x="2316262" y="2686552"/>
                <a:ext cx="13958" cy="55705"/>
              </a:xfrm>
              <a:custGeom>
                <a:avLst/>
                <a:gdLst/>
                <a:ahLst/>
                <a:cxnLst/>
                <a:rect l="l" t="t" r="r" b="b"/>
                <a:pathLst>
                  <a:path w="109" h="435" extrusionOk="0">
                    <a:moveTo>
                      <a:pt x="1" y="0"/>
                    </a:moveTo>
                    <a:lnTo>
                      <a:pt x="1" y="435"/>
                    </a:lnTo>
                    <a:lnTo>
                      <a:pt x="109" y="435"/>
                    </a:lnTo>
                    <a:lnTo>
                      <a:pt x="109"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5" name="Google Shape;965;p17"/>
              <p:cNvSpPr/>
              <p:nvPr/>
            </p:nvSpPr>
            <p:spPr>
              <a:xfrm>
                <a:off x="2316262" y="2798218"/>
                <a:ext cx="13958" cy="55833"/>
              </a:xfrm>
              <a:custGeom>
                <a:avLst/>
                <a:gdLst/>
                <a:ahLst/>
                <a:cxnLst/>
                <a:rect l="l" t="t" r="r" b="b"/>
                <a:pathLst>
                  <a:path w="109" h="436" extrusionOk="0">
                    <a:moveTo>
                      <a:pt x="1" y="1"/>
                    </a:moveTo>
                    <a:lnTo>
                      <a:pt x="1" y="436"/>
                    </a:lnTo>
                    <a:lnTo>
                      <a:pt x="109" y="436"/>
                    </a:lnTo>
                    <a:lnTo>
                      <a:pt x="109"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6" name="Google Shape;966;p17"/>
              <p:cNvSpPr/>
              <p:nvPr/>
            </p:nvSpPr>
            <p:spPr>
              <a:xfrm>
                <a:off x="2012894" y="2072389"/>
                <a:ext cx="57370" cy="17800"/>
              </a:xfrm>
              <a:custGeom>
                <a:avLst/>
                <a:gdLst/>
                <a:ahLst/>
                <a:cxnLst/>
                <a:rect l="l" t="t" r="r" b="b"/>
                <a:pathLst>
                  <a:path w="448" h="139" extrusionOk="0">
                    <a:moveTo>
                      <a:pt x="0" y="1"/>
                    </a:moveTo>
                    <a:lnTo>
                      <a:pt x="0" y="112"/>
                    </a:lnTo>
                    <a:lnTo>
                      <a:pt x="95" y="112"/>
                    </a:lnTo>
                    <a:cubicBezTo>
                      <a:pt x="203" y="112"/>
                      <a:pt x="327" y="125"/>
                      <a:pt x="435" y="138"/>
                    </a:cubicBezTo>
                    <a:lnTo>
                      <a:pt x="448" y="30"/>
                    </a:lnTo>
                    <a:cubicBezTo>
                      <a:pt x="327" y="14"/>
                      <a:pt x="216" y="1"/>
                      <a:pt x="95"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7" name="Google Shape;967;p17"/>
              <p:cNvSpPr/>
              <p:nvPr/>
            </p:nvSpPr>
            <p:spPr>
              <a:xfrm>
                <a:off x="2314597" y="2346176"/>
                <a:ext cx="15623" cy="57882"/>
              </a:xfrm>
              <a:custGeom>
                <a:avLst/>
                <a:gdLst/>
                <a:ahLst/>
                <a:cxnLst/>
                <a:rect l="l" t="t" r="r" b="b"/>
                <a:pathLst>
                  <a:path w="122" h="452" extrusionOk="0">
                    <a:moveTo>
                      <a:pt x="109" y="1"/>
                    </a:moveTo>
                    <a:lnTo>
                      <a:pt x="1" y="17"/>
                    </a:lnTo>
                    <a:cubicBezTo>
                      <a:pt x="14" y="99"/>
                      <a:pt x="14" y="180"/>
                      <a:pt x="14" y="262"/>
                    </a:cubicBezTo>
                    <a:lnTo>
                      <a:pt x="14" y="452"/>
                    </a:lnTo>
                    <a:lnTo>
                      <a:pt x="122" y="452"/>
                    </a:lnTo>
                    <a:lnTo>
                      <a:pt x="122" y="262"/>
                    </a:lnTo>
                    <a:cubicBezTo>
                      <a:pt x="122" y="180"/>
                      <a:pt x="122" y="99"/>
                      <a:pt x="109"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8" name="Google Shape;968;p17"/>
              <p:cNvSpPr/>
              <p:nvPr/>
            </p:nvSpPr>
            <p:spPr>
              <a:xfrm>
                <a:off x="2283223" y="2238223"/>
                <a:ext cx="34832" cy="55833"/>
              </a:xfrm>
              <a:custGeom>
                <a:avLst/>
                <a:gdLst/>
                <a:ahLst/>
                <a:cxnLst/>
                <a:rect l="l" t="t" r="r" b="b"/>
                <a:pathLst>
                  <a:path w="272" h="436" extrusionOk="0">
                    <a:moveTo>
                      <a:pt x="108" y="0"/>
                    </a:moveTo>
                    <a:lnTo>
                      <a:pt x="1" y="43"/>
                    </a:lnTo>
                    <a:cubicBezTo>
                      <a:pt x="66" y="177"/>
                      <a:pt x="122" y="301"/>
                      <a:pt x="164" y="435"/>
                    </a:cubicBezTo>
                    <a:lnTo>
                      <a:pt x="272" y="409"/>
                    </a:lnTo>
                    <a:cubicBezTo>
                      <a:pt x="229" y="272"/>
                      <a:pt x="177" y="125"/>
                      <a:pt x="108"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9" name="Google Shape;969;p17"/>
              <p:cNvSpPr/>
              <p:nvPr/>
            </p:nvSpPr>
            <p:spPr>
              <a:xfrm>
                <a:off x="2216633" y="2147430"/>
                <a:ext cx="49174" cy="50711"/>
              </a:xfrm>
              <a:custGeom>
                <a:avLst/>
                <a:gdLst/>
                <a:ahLst/>
                <a:cxnLst/>
                <a:rect l="l" t="t" r="r" b="b"/>
                <a:pathLst>
                  <a:path w="384" h="396" extrusionOk="0">
                    <a:moveTo>
                      <a:pt x="70" y="0"/>
                    </a:moveTo>
                    <a:lnTo>
                      <a:pt x="1" y="82"/>
                    </a:lnTo>
                    <a:cubicBezTo>
                      <a:pt x="96" y="180"/>
                      <a:pt x="207" y="288"/>
                      <a:pt x="289" y="396"/>
                    </a:cubicBezTo>
                    <a:lnTo>
                      <a:pt x="383" y="327"/>
                    </a:lnTo>
                    <a:cubicBezTo>
                      <a:pt x="289" y="206"/>
                      <a:pt x="177" y="98"/>
                      <a:pt x="70"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0" name="Google Shape;970;p17"/>
              <p:cNvSpPr/>
              <p:nvPr/>
            </p:nvSpPr>
            <p:spPr>
              <a:xfrm>
                <a:off x="2120846" y="2090061"/>
                <a:ext cx="57882" cy="36496"/>
              </a:xfrm>
              <a:custGeom>
                <a:avLst/>
                <a:gdLst/>
                <a:ahLst/>
                <a:cxnLst/>
                <a:rect l="l" t="t" r="r" b="b"/>
                <a:pathLst>
                  <a:path w="452" h="285" extrusionOk="0">
                    <a:moveTo>
                      <a:pt x="43" y="0"/>
                    </a:moveTo>
                    <a:lnTo>
                      <a:pt x="0" y="108"/>
                    </a:lnTo>
                    <a:cubicBezTo>
                      <a:pt x="138" y="151"/>
                      <a:pt x="272" y="219"/>
                      <a:pt x="396" y="285"/>
                    </a:cubicBezTo>
                    <a:lnTo>
                      <a:pt x="451" y="190"/>
                    </a:lnTo>
                    <a:cubicBezTo>
                      <a:pt x="314" y="108"/>
                      <a:pt x="177" y="56"/>
                      <a:pt x="43"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1" name="Google Shape;971;p17"/>
              <p:cNvSpPr/>
              <p:nvPr/>
            </p:nvSpPr>
            <p:spPr>
              <a:xfrm>
                <a:off x="2316262" y="2911293"/>
                <a:ext cx="13958" cy="56217"/>
              </a:xfrm>
              <a:custGeom>
                <a:avLst/>
                <a:gdLst/>
                <a:ahLst/>
                <a:cxnLst/>
                <a:rect l="l" t="t" r="r" b="b"/>
                <a:pathLst>
                  <a:path w="109" h="439" extrusionOk="0">
                    <a:moveTo>
                      <a:pt x="1" y="0"/>
                    </a:moveTo>
                    <a:lnTo>
                      <a:pt x="1" y="438"/>
                    </a:lnTo>
                    <a:lnTo>
                      <a:pt x="109" y="438"/>
                    </a:lnTo>
                    <a:lnTo>
                      <a:pt x="109"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2" name="Google Shape;972;p17"/>
              <p:cNvSpPr/>
              <p:nvPr/>
            </p:nvSpPr>
            <p:spPr>
              <a:xfrm>
                <a:off x="1718105" y="4003368"/>
                <a:ext cx="15623" cy="55705"/>
              </a:xfrm>
              <a:custGeom>
                <a:avLst/>
                <a:gdLst/>
                <a:ahLst/>
                <a:cxnLst/>
                <a:rect l="l" t="t" r="r" b="b"/>
                <a:pathLst>
                  <a:path w="122" h="435" extrusionOk="0">
                    <a:moveTo>
                      <a:pt x="1" y="0"/>
                    </a:moveTo>
                    <a:lnTo>
                      <a:pt x="1" y="435"/>
                    </a:lnTo>
                    <a:lnTo>
                      <a:pt x="122" y="435"/>
                    </a:lnTo>
                    <a:lnTo>
                      <a:pt x="122"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3" name="Google Shape;973;p17"/>
              <p:cNvSpPr/>
              <p:nvPr/>
            </p:nvSpPr>
            <p:spPr>
              <a:xfrm>
                <a:off x="1718105" y="4114650"/>
                <a:ext cx="15623" cy="57882"/>
              </a:xfrm>
              <a:custGeom>
                <a:avLst/>
                <a:gdLst/>
                <a:ahLst/>
                <a:cxnLst/>
                <a:rect l="l" t="t" r="r" b="b"/>
                <a:pathLst>
                  <a:path w="122" h="452" extrusionOk="0">
                    <a:moveTo>
                      <a:pt x="1" y="1"/>
                    </a:moveTo>
                    <a:lnTo>
                      <a:pt x="1" y="452"/>
                    </a:lnTo>
                    <a:lnTo>
                      <a:pt x="122" y="452"/>
                    </a:lnTo>
                    <a:lnTo>
                      <a:pt x="122"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4" name="Google Shape;974;p17"/>
              <p:cNvSpPr/>
              <p:nvPr/>
            </p:nvSpPr>
            <p:spPr>
              <a:xfrm>
                <a:off x="1718105" y="3889909"/>
                <a:ext cx="15623" cy="57498"/>
              </a:xfrm>
              <a:custGeom>
                <a:avLst/>
                <a:gdLst/>
                <a:ahLst/>
                <a:cxnLst/>
                <a:rect l="l" t="t" r="r" b="b"/>
                <a:pathLst>
                  <a:path w="122" h="449" extrusionOk="0">
                    <a:moveTo>
                      <a:pt x="1" y="0"/>
                    </a:moveTo>
                    <a:lnTo>
                      <a:pt x="1" y="14"/>
                    </a:lnTo>
                    <a:lnTo>
                      <a:pt x="1" y="177"/>
                    </a:lnTo>
                    <a:lnTo>
                      <a:pt x="1" y="448"/>
                    </a:lnTo>
                    <a:lnTo>
                      <a:pt x="122" y="448"/>
                    </a:lnTo>
                    <a:lnTo>
                      <a:pt x="122"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5" name="Google Shape;975;p17"/>
              <p:cNvSpPr/>
              <p:nvPr/>
            </p:nvSpPr>
            <p:spPr>
              <a:xfrm>
                <a:off x="1718105" y="4228109"/>
                <a:ext cx="15623" cy="56217"/>
              </a:xfrm>
              <a:custGeom>
                <a:avLst/>
                <a:gdLst/>
                <a:ahLst/>
                <a:cxnLst/>
                <a:rect l="l" t="t" r="r" b="b"/>
                <a:pathLst>
                  <a:path w="122" h="439" extrusionOk="0">
                    <a:moveTo>
                      <a:pt x="1" y="0"/>
                    </a:moveTo>
                    <a:lnTo>
                      <a:pt x="1" y="438"/>
                    </a:lnTo>
                    <a:lnTo>
                      <a:pt x="122" y="438"/>
                    </a:lnTo>
                    <a:lnTo>
                      <a:pt x="122"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6" name="Google Shape;976;p17"/>
              <p:cNvSpPr/>
              <p:nvPr/>
            </p:nvSpPr>
            <p:spPr>
              <a:xfrm>
                <a:off x="1718105" y="4341568"/>
                <a:ext cx="15623" cy="55833"/>
              </a:xfrm>
              <a:custGeom>
                <a:avLst/>
                <a:gdLst/>
                <a:ahLst/>
                <a:cxnLst/>
                <a:rect l="l" t="t" r="r" b="b"/>
                <a:pathLst>
                  <a:path w="122" h="436" extrusionOk="0">
                    <a:moveTo>
                      <a:pt x="1" y="0"/>
                    </a:moveTo>
                    <a:lnTo>
                      <a:pt x="1" y="435"/>
                    </a:lnTo>
                    <a:lnTo>
                      <a:pt x="122" y="435"/>
                    </a:lnTo>
                    <a:lnTo>
                      <a:pt x="122"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7" name="Google Shape;977;p17"/>
              <p:cNvSpPr/>
              <p:nvPr/>
            </p:nvSpPr>
            <p:spPr>
              <a:xfrm>
                <a:off x="1718105" y="4453362"/>
                <a:ext cx="15623" cy="55705"/>
              </a:xfrm>
              <a:custGeom>
                <a:avLst/>
                <a:gdLst/>
                <a:ahLst/>
                <a:cxnLst/>
                <a:rect l="l" t="t" r="r" b="b"/>
                <a:pathLst>
                  <a:path w="122" h="435" extrusionOk="0">
                    <a:moveTo>
                      <a:pt x="1" y="0"/>
                    </a:moveTo>
                    <a:lnTo>
                      <a:pt x="1" y="435"/>
                    </a:lnTo>
                    <a:lnTo>
                      <a:pt x="122" y="435"/>
                    </a:lnTo>
                    <a:lnTo>
                      <a:pt x="122"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8" name="Google Shape;978;p17"/>
              <p:cNvSpPr/>
              <p:nvPr/>
            </p:nvSpPr>
            <p:spPr>
              <a:xfrm>
                <a:off x="1718105" y="4678103"/>
                <a:ext cx="15623" cy="59547"/>
              </a:xfrm>
              <a:custGeom>
                <a:avLst/>
                <a:gdLst/>
                <a:ahLst/>
                <a:cxnLst/>
                <a:rect l="l" t="t" r="r" b="b"/>
                <a:pathLst>
                  <a:path w="122" h="465" extrusionOk="0">
                    <a:moveTo>
                      <a:pt x="1" y="0"/>
                    </a:moveTo>
                    <a:lnTo>
                      <a:pt x="1" y="30"/>
                    </a:lnTo>
                    <a:lnTo>
                      <a:pt x="1" y="451"/>
                    </a:lnTo>
                    <a:lnTo>
                      <a:pt x="1" y="464"/>
                    </a:lnTo>
                    <a:lnTo>
                      <a:pt x="122" y="464"/>
                    </a:lnTo>
                    <a:lnTo>
                      <a:pt x="122" y="451"/>
                    </a:lnTo>
                    <a:lnTo>
                      <a:pt x="122" y="30"/>
                    </a:lnTo>
                    <a:lnTo>
                      <a:pt x="122"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9" name="Google Shape;979;p17"/>
              <p:cNvSpPr/>
              <p:nvPr/>
            </p:nvSpPr>
            <p:spPr>
              <a:xfrm>
                <a:off x="1718105" y="4566693"/>
                <a:ext cx="15623" cy="55833"/>
              </a:xfrm>
              <a:custGeom>
                <a:avLst/>
                <a:gdLst/>
                <a:ahLst/>
                <a:cxnLst/>
                <a:rect l="l" t="t" r="r" b="b"/>
                <a:pathLst>
                  <a:path w="122" h="436" extrusionOk="0">
                    <a:moveTo>
                      <a:pt x="1" y="1"/>
                    </a:moveTo>
                    <a:lnTo>
                      <a:pt x="1" y="436"/>
                    </a:lnTo>
                    <a:lnTo>
                      <a:pt x="122" y="436"/>
                    </a:lnTo>
                    <a:lnTo>
                      <a:pt x="122"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980" name="Google Shape;980;p17"/>
          <p:cNvGrpSpPr/>
          <p:nvPr/>
        </p:nvGrpSpPr>
        <p:grpSpPr>
          <a:xfrm flipH="1">
            <a:off x="-3522231" y="-1618067"/>
            <a:ext cx="4242221" cy="6761580"/>
            <a:chOff x="1336575" y="1389950"/>
            <a:chExt cx="1583450" cy="2523825"/>
          </a:xfrm>
        </p:grpSpPr>
        <p:sp>
          <p:nvSpPr>
            <p:cNvPr id="981" name="Google Shape;981;p17"/>
            <p:cNvSpPr/>
            <p:nvPr/>
          </p:nvSpPr>
          <p:spPr>
            <a:xfrm>
              <a:off x="1336575" y="1389950"/>
              <a:ext cx="1583450" cy="2523825"/>
            </a:xfrm>
            <a:custGeom>
              <a:avLst/>
              <a:gdLst/>
              <a:ahLst/>
              <a:cxnLst/>
              <a:rect l="l" t="t" r="r" b="b"/>
              <a:pathLst>
                <a:path w="63338" h="100953" extrusionOk="0">
                  <a:moveTo>
                    <a:pt x="1" y="1"/>
                  </a:moveTo>
                  <a:lnTo>
                    <a:pt x="1" y="45116"/>
                  </a:lnTo>
                  <a:cubicBezTo>
                    <a:pt x="1" y="48401"/>
                    <a:pt x="1340" y="50320"/>
                    <a:pt x="2470" y="51366"/>
                  </a:cubicBezTo>
                  <a:cubicBezTo>
                    <a:pt x="4773" y="53543"/>
                    <a:pt x="7793" y="53571"/>
                    <a:pt x="8519" y="53571"/>
                  </a:cubicBezTo>
                  <a:lnTo>
                    <a:pt x="54938" y="53571"/>
                  </a:lnTo>
                  <a:lnTo>
                    <a:pt x="55057" y="53543"/>
                  </a:lnTo>
                  <a:cubicBezTo>
                    <a:pt x="55378" y="53543"/>
                    <a:pt x="56222" y="53633"/>
                    <a:pt x="56682" y="54094"/>
                  </a:cubicBezTo>
                  <a:cubicBezTo>
                    <a:pt x="57003" y="54415"/>
                    <a:pt x="57177" y="55001"/>
                    <a:pt x="57177" y="55838"/>
                  </a:cubicBezTo>
                  <a:lnTo>
                    <a:pt x="57177" y="100953"/>
                  </a:lnTo>
                  <a:lnTo>
                    <a:pt x="63337" y="100953"/>
                  </a:lnTo>
                  <a:lnTo>
                    <a:pt x="63337" y="55838"/>
                  </a:lnTo>
                  <a:cubicBezTo>
                    <a:pt x="63337" y="52587"/>
                    <a:pt x="62005" y="50641"/>
                    <a:pt x="60868" y="49594"/>
                  </a:cubicBezTo>
                  <a:cubicBezTo>
                    <a:pt x="58783" y="47611"/>
                    <a:pt x="56100" y="47406"/>
                    <a:pt x="55082" y="47406"/>
                  </a:cubicBezTo>
                  <a:cubicBezTo>
                    <a:pt x="54979" y="47406"/>
                    <a:pt x="54893" y="47408"/>
                    <a:pt x="54826" y="47411"/>
                  </a:cubicBezTo>
                  <a:lnTo>
                    <a:pt x="8463" y="47411"/>
                  </a:lnTo>
                  <a:lnTo>
                    <a:pt x="8400" y="47383"/>
                  </a:lnTo>
                  <a:lnTo>
                    <a:pt x="8289" y="47411"/>
                  </a:lnTo>
                  <a:cubicBezTo>
                    <a:pt x="7968" y="47411"/>
                    <a:pt x="7124" y="47327"/>
                    <a:pt x="6656" y="46888"/>
                  </a:cubicBezTo>
                  <a:cubicBezTo>
                    <a:pt x="6342" y="46539"/>
                    <a:pt x="6168" y="45960"/>
                    <a:pt x="6168" y="45116"/>
                  </a:cubicBezTo>
                  <a:lnTo>
                    <a:pt x="6168" y="1"/>
                  </a:lnTo>
                  <a:close/>
                </a:path>
              </a:pathLst>
            </a:custGeom>
            <a:solidFill>
              <a:schemeClr val="accent5"/>
            </a:solidFill>
            <a:ln>
              <a:noFill/>
            </a:ln>
            <a:effectLst>
              <a:outerShdw dist="57150" dir="6300000" algn="bl" rotWithShape="0">
                <a:schemeClr val="dk1">
                  <a:alpha val="35000"/>
                </a:scheme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endParaRPr/>
            </a:p>
          </p:txBody>
        </p:sp>
        <p:sp>
          <p:nvSpPr>
            <p:cNvPr id="982" name="Google Shape;982;p17"/>
            <p:cNvSpPr/>
            <p:nvPr/>
          </p:nvSpPr>
          <p:spPr>
            <a:xfrm>
              <a:off x="2510150" y="2649325"/>
              <a:ext cx="11700" cy="5775"/>
            </a:xfrm>
            <a:custGeom>
              <a:avLst/>
              <a:gdLst/>
              <a:ahLst/>
              <a:cxnLst/>
              <a:rect l="l" t="t" r="r" b="b"/>
              <a:pathLst>
                <a:path w="468" h="231" extrusionOk="0">
                  <a:moveTo>
                    <a:pt x="0" y="1"/>
                  </a:moveTo>
                  <a:lnTo>
                    <a:pt x="0" y="231"/>
                  </a:lnTo>
                  <a:lnTo>
                    <a:pt x="468" y="231"/>
                  </a:lnTo>
                  <a:lnTo>
                    <a:pt x="46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3" name="Google Shape;983;p17"/>
            <p:cNvSpPr/>
            <p:nvPr/>
          </p:nvSpPr>
          <p:spPr>
            <a:xfrm>
              <a:off x="1406350" y="1423450"/>
              <a:ext cx="1080625" cy="1231650"/>
            </a:xfrm>
            <a:custGeom>
              <a:avLst/>
              <a:gdLst/>
              <a:ahLst/>
              <a:cxnLst/>
              <a:rect l="l" t="t" r="r" b="b"/>
              <a:pathLst>
                <a:path w="43225" h="49266" extrusionOk="0">
                  <a:moveTo>
                    <a:pt x="0" y="0"/>
                  </a:moveTo>
                  <a:lnTo>
                    <a:pt x="0" y="928"/>
                  </a:lnTo>
                  <a:lnTo>
                    <a:pt x="238" y="928"/>
                  </a:lnTo>
                  <a:lnTo>
                    <a:pt x="238" y="0"/>
                  </a:lnTo>
                  <a:close/>
                  <a:moveTo>
                    <a:pt x="0" y="1863"/>
                  </a:moveTo>
                  <a:lnTo>
                    <a:pt x="0" y="2791"/>
                  </a:lnTo>
                  <a:lnTo>
                    <a:pt x="238" y="2791"/>
                  </a:lnTo>
                  <a:lnTo>
                    <a:pt x="238" y="1863"/>
                  </a:lnTo>
                  <a:close/>
                  <a:moveTo>
                    <a:pt x="0" y="3719"/>
                  </a:moveTo>
                  <a:lnTo>
                    <a:pt x="0" y="4653"/>
                  </a:lnTo>
                  <a:lnTo>
                    <a:pt x="238" y="4653"/>
                  </a:lnTo>
                  <a:lnTo>
                    <a:pt x="238" y="3719"/>
                  </a:lnTo>
                  <a:close/>
                  <a:moveTo>
                    <a:pt x="0" y="5581"/>
                  </a:moveTo>
                  <a:lnTo>
                    <a:pt x="0" y="6509"/>
                  </a:lnTo>
                  <a:lnTo>
                    <a:pt x="238" y="6509"/>
                  </a:lnTo>
                  <a:lnTo>
                    <a:pt x="238" y="5581"/>
                  </a:lnTo>
                  <a:close/>
                  <a:moveTo>
                    <a:pt x="0" y="7444"/>
                  </a:moveTo>
                  <a:lnTo>
                    <a:pt x="0" y="8372"/>
                  </a:lnTo>
                  <a:lnTo>
                    <a:pt x="238" y="8372"/>
                  </a:lnTo>
                  <a:lnTo>
                    <a:pt x="238" y="7444"/>
                  </a:lnTo>
                  <a:close/>
                  <a:moveTo>
                    <a:pt x="0" y="9300"/>
                  </a:moveTo>
                  <a:lnTo>
                    <a:pt x="0" y="10234"/>
                  </a:lnTo>
                  <a:lnTo>
                    <a:pt x="238" y="10234"/>
                  </a:lnTo>
                  <a:lnTo>
                    <a:pt x="238" y="9300"/>
                  </a:lnTo>
                  <a:close/>
                  <a:moveTo>
                    <a:pt x="0" y="11162"/>
                  </a:moveTo>
                  <a:lnTo>
                    <a:pt x="0" y="12090"/>
                  </a:lnTo>
                  <a:lnTo>
                    <a:pt x="238" y="12090"/>
                  </a:lnTo>
                  <a:lnTo>
                    <a:pt x="238" y="11162"/>
                  </a:lnTo>
                  <a:close/>
                  <a:moveTo>
                    <a:pt x="0" y="13025"/>
                  </a:moveTo>
                  <a:lnTo>
                    <a:pt x="0" y="13953"/>
                  </a:lnTo>
                  <a:lnTo>
                    <a:pt x="238" y="13953"/>
                  </a:lnTo>
                  <a:lnTo>
                    <a:pt x="238" y="13025"/>
                  </a:lnTo>
                  <a:close/>
                  <a:moveTo>
                    <a:pt x="0" y="14880"/>
                  </a:moveTo>
                  <a:lnTo>
                    <a:pt x="0" y="15815"/>
                  </a:lnTo>
                  <a:lnTo>
                    <a:pt x="238" y="15815"/>
                  </a:lnTo>
                  <a:lnTo>
                    <a:pt x="238" y="14880"/>
                  </a:lnTo>
                  <a:close/>
                  <a:moveTo>
                    <a:pt x="0" y="16743"/>
                  </a:moveTo>
                  <a:lnTo>
                    <a:pt x="0" y="17671"/>
                  </a:lnTo>
                  <a:lnTo>
                    <a:pt x="238" y="17671"/>
                  </a:lnTo>
                  <a:lnTo>
                    <a:pt x="238" y="16743"/>
                  </a:lnTo>
                  <a:close/>
                  <a:moveTo>
                    <a:pt x="0" y="18606"/>
                  </a:moveTo>
                  <a:lnTo>
                    <a:pt x="0" y="19534"/>
                  </a:lnTo>
                  <a:lnTo>
                    <a:pt x="238" y="19534"/>
                  </a:lnTo>
                  <a:lnTo>
                    <a:pt x="238" y="18606"/>
                  </a:lnTo>
                  <a:close/>
                  <a:moveTo>
                    <a:pt x="0" y="20461"/>
                  </a:moveTo>
                  <a:lnTo>
                    <a:pt x="0" y="21396"/>
                  </a:lnTo>
                  <a:lnTo>
                    <a:pt x="238" y="21396"/>
                  </a:lnTo>
                  <a:lnTo>
                    <a:pt x="238" y="20461"/>
                  </a:lnTo>
                  <a:close/>
                  <a:moveTo>
                    <a:pt x="0" y="22324"/>
                  </a:moveTo>
                  <a:lnTo>
                    <a:pt x="0" y="23252"/>
                  </a:lnTo>
                  <a:lnTo>
                    <a:pt x="238" y="23252"/>
                  </a:lnTo>
                  <a:lnTo>
                    <a:pt x="238" y="22324"/>
                  </a:lnTo>
                  <a:close/>
                  <a:moveTo>
                    <a:pt x="0" y="24187"/>
                  </a:moveTo>
                  <a:lnTo>
                    <a:pt x="0" y="25114"/>
                  </a:lnTo>
                  <a:lnTo>
                    <a:pt x="238" y="25114"/>
                  </a:lnTo>
                  <a:lnTo>
                    <a:pt x="238" y="24187"/>
                  </a:lnTo>
                  <a:close/>
                  <a:moveTo>
                    <a:pt x="0" y="26014"/>
                  </a:moveTo>
                  <a:lnTo>
                    <a:pt x="0" y="26942"/>
                  </a:lnTo>
                  <a:lnTo>
                    <a:pt x="238" y="26942"/>
                  </a:lnTo>
                  <a:lnTo>
                    <a:pt x="238" y="26014"/>
                  </a:lnTo>
                  <a:close/>
                  <a:moveTo>
                    <a:pt x="0" y="27877"/>
                  </a:moveTo>
                  <a:lnTo>
                    <a:pt x="0" y="28805"/>
                  </a:lnTo>
                  <a:lnTo>
                    <a:pt x="238" y="28805"/>
                  </a:lnTo>
                  <a:lnTo>
                    <a:pt x="238" y="27877"/>
                  </a:lnTo>
                  <a:close/>
                  <a:moveTo>
                    <a:pt x="0" y="29733"/>
                  </a:moveTo>
                  <a:lnTo>
                    <a:pt x="0" y="30667"/>
                  </a:lnTo>
                  <a:lnTo>
                    <a:pt x="238" y="30667"/>
                  </a:lnTo>
                  <a:lnTo>
                    <a:pt x="238" y="29733"/>
                  </a:lnTo>
                  <a:close/>
                  <a:moveTo>
                    <a:pt x="0" y="31595"/>
                  </a:moveTo>
                  <a:lnTo>
                    <a:pt x="0" y="32523"/>
                  </a:lnTo>
                  <a:lnTo>
                    <a:pt x="238" y="32523"/>
                  </a:lnTo>
                  <a:lnTo>
                    <a:pt x="238" y="31595"/>
                  </a:lnTo>
                  <a:close/>
                  <a:moveTo>
                    <a:pt x="0" y="33458"/>
                  </a:moveTo>
                  <a:lnTo>
                    <a:pt x="0" y="34386"/>
                  </a:lnTo>
                  <a:lnTo>
                    <a:pt x="238" y="34386"/>
                  </a:lnTo>
                  <a:lnTo>
                    <a:pt x="238" y="33458"/>
                  </a:lnTo>
                  <a:close/>
                  <a:moveTo>
                    <a:pt x="0" y="35314"/>
                  </a:moveTo>
                  <a:lnTo>
                    <a:pt x="0" y="36248"/>
                  </a:lnTo>
                  <a:lnTo>
                    <a:pt x="238" y="36248"/>
                  </a:lnTo>
                  <a:lnTo>
                    <a:pt x="238" y="35314"/>
                  </a:lnTo>
                  <a:close/>
                  <a:moveTo>
                    <a:pt x="0" y="37176"/>
                  </a:moveTo>
                  <a:lnTo>
                    <a:pt x="0" y="38104"/>
                  </a:lnTo>
                  <a:lnTo>
                    <a:pt x="238" y="38104"/>
                  </a:lnTo>
                  <a:lnTo>
                    <a:pt x="238" y="37176"/>
                  </a:lnTo>
                  <a:close/>
                  <a:moveTo>
                    <a:pt x="0" y="39039"/>
                  </a:moveTo>
                  <a:lnTo>
                    <a:pt x="0" y="39967"/>
                  </a:lnTo>
                  <a:lnTo>
                    <a:pt x="238" y="39967"/>
                  </a:lnTo>
                  <a:lnTo>
                    <a:pt x="238" y="39039"/>
                  </a:lnTo>
                  <a:close/>
                  <a:moveTo>
                    <a:pt x="0" y="40894"/>
                  </a:moveTo>
                  <a:lnTo>
                    <a:pt x="0" y="41829"/>
                  </a:lnTo>
                  <a:lnTo>
                    <a:pt x="238" y="41829"/>
                  </a:lnTo>
                  <a:lnTo>
                    <a:pt x="238" y="40894"/>
                  </a:lnTo>
                  <a:close/>
                  <a:moveTo>
                    <a:pt x="0" y="42757"/>
                  </a:moveTo>
                  <a:lnTo>
                    <a:pt x="0" y="43720"/>
                  </a:lnTo>
                  <a:lnTo>
                    <a:pt x="238" y="43720"/>
                  </a:lnTo>
                  <a:lnTo>
                    <a:pt x="238" y="42757"/>
                  </a:lnTo>
                  <a:close/>
                  <a:moveTo>
                    <a:pt x="293" y="44620"/>
                  </a:moveTo>
                  <a:lnTo>
                    <a:pt x="63" y="44648"/>
                  </a:lnTo>
                  <a:cubicBezTo>
                    <a:pt x="91" y="44969"/>
                    <a:pt x="147" y="45289"/>
                    <a:pt x="203" y="45575"/>
                  </a:cubicBezTo>
                  <a:lnTo>
                    <a:pt x="440" y="45520"/>
                  </a:lnTo>
                  <a:cubicBezTo>
                    <a:pt x="377" y="45227"/>
                    <a:pt x="321" y="44941"/>
                    <a:pt x="293" y="44620"/>
                  </a:cubicBezTo>
                  <a:close/>
                  <a:moveTo>
                    <a:pt x="726" y="46364"/>
                  </a:moveTo>
                  <a:lnTo>
                    <a:pt x="524" y="46475"/>
                  </a:lnTo>
                  <a:cubicBezTo>
                    <a:pt x="670" y="46768"/>
                    <a:pt x="817" y="47033"/>
                    <a:pt x="991" y="47292"/>
                  </a:cubicBezTo>
                  <a:lnTo>
                    <a:pt x="1193" y="47145"/>
                  </a:lnTo>
                  <a:cubicBezTo>
                    <a:pt x="1019" y="46915"/>
                    <a:pt x="872" y="46650"/>
                    <a:pt x="726" y="46364"/>
                  </a:cubicBezTo>
                  <a:close/>
                  <a:moveTo>
                    <a:pt x="1807" y="47815"/>
                  </a:moveTo>
                  <a:lnTo>
                    <a:pt x="1661" y="47989"/>
                  </a:lnTo>
                  <a:cubicBezTo>
                    <a:pt x="1891" y="48192"/>
                    <a:pt x="2156" y="48366"/>
                    <a:pt x="2414" y="48540"/>
                  </a:cubicBezTo>
                  <a:lnTo>
                    <a:pt x="2533" y="48338"/>
                  </a:lnTo>
                  <a:cubicBezTo>
                    <a:pt x="2268" y="48192"/>
                    <a:pt x="2037" y="48017"/>
                    <a:pt x="1807" y="47815"/>
                  </a:cubicBezTo>
                  <a:close/>
                  <a:moveTo>
                    <a:pt x="3377" y="48687"/>
                  </a:moveTo>
                  <a:lnTo>
                    <a:pt x="3286" y="48917"/>
                  </a:lnTo>
                  <a:cubicBezTo>
                    <a:pt x="3579" y="49008"/>
                    <a:pt x="3900" y="49091"/>
                    <a:pt x="4214" y="49154"/>
                  </a:cubicBezTo>
                  <a:lnTo>
                    <a:pt x="4249" y="48917"/>
                  </a:lnTo>
                  <a:cubicBezTo>
                    <a:pt x="3956" y="48861"/>
                    <a:pt x="3635" y="48805"/>
                    <a:pt x="3377" y="48687"/>
                  </a:cubicBezTo>
                  <a:close/>
                  <a:moveTo>
                    <a:pt x="5149" y="49036"/>
                  </a:moveTo>
                  <a:lnTo>
                    <a:pt x="5149" y="49266"/>
                  </a:lnTo>
                  <a:lnTo>
                    <a:pt x="6077" y="49266"/>
                  </a:lnTo>
                  <a:lnTo>
                    <a:pt x="6077" y="49036"/>
                  </a:lnTo>
                  <a:close/>
                  <a:moveTo>
                    <a:pt x="7004" y="49036"/>
                  </a:moveTo>
                  <a:lnTo>
                    <a:pt x="7004" y="49266"/>
                  </a:lnTo>
                  <a:lnTo>
                    <a:pt x="7939" y="49266"/>
                  </a:lnTo>
                  <a:lnTo>
                    <a:pt x="7939" y="49036"/>
                  </a:lnTo>
                  <a:close/>
                  <a:moveTo>
                    <a:pt x="8867" y="49036"/>
                  </a:moveTo>
                  <a:lnTo>
                    <a:pt x="8867" y="49266"/>
                  </a:lnTo>
                  <a:lnTo>
                    <a:pt x="9795" y="49266"/>
                  </a:lnTo>
                  <a:lnTo>
                    <a:pt x="9795" y="49036"/>
                  </a:lnTo>
                  <a:close/>
                  <a:moveTo>
                    <a:pt x="10730" y="49036"/>
                  </a:moveTo>
                  <a:lnTo>
                    <a:pt x="10730" y="49266"/>
                  </a:lnTo>
                  <a:lnTo>
                    <a:pt x="11658" y="49266"/>
                  </a:lnTo>
                  <a:lnTo>
                    <a:pt x="11658" y="49036"/>
                  </a:lnTo>
                  <a:close/>
                  <a:moveTo>
                    <a:pt x="12585" y="49036"/>
                  </a:moveTo>
                  <a:lnTo>
                    <a:pt x="12585" y="49266"/>
                  </a:lnTo>
                  <a:lnTo>
                    <a:pt x="13520" y="49266"/>
                  </a:lnTo>
                  <a:lnTo>
                    <a:pt x="13520" y="49036"/>
                  </a:lnTo>
                  <a:close/>
                  <a:moveTo>
                    <a:pt x="14448" y="49036"/>
                  </a:moveTo>
                  <a:lnTo>
                    <a:pt x="14448" y="49266"/>
                  </a:lnTo>
                  <a:lnTo>
                    <a:pt x="15376" y="49266"/>
                  </a:lnTo>
                  <a:lnTo>
                    <a:pt x="15376" y="49036"/>
                  </a:lnTo>
                  <a:close/>
                  <a:moveTo>
                    <a:pt x="16283" y="49036"/>
                  </a:moveTo>
                  <a:lnTo>
                    <a:pt x="16283" y="49266"/>
                  </a:lnTo>
                  <a:lnTo>
                    <a:pt x="17211" y="49266"/>
                  </a:lnTo>
                  <a:lnTo>
                    <a:pt x="17211" y="49036"/>
                  </a:lnTo>
                  <a:close/>
                  <a:moveTo>
                    <a:pt x="18138" y="49036"/>
                  </a:moveTo>
                  <a:lnTo>
                    <a:pt x="18138" y="49266"/>
                  </a:lnTo>
                  <a:lnTo>
                    <a:pt x="19073" y="49266"/>
                  </a:lnTo>
                  <a:lnTo>
                    <a:pt x="19073" y="49036"/>
                  </a:lnTo>
                  <a:close/>
                  <a:moveTo>
                    <a:pt x="20001" y="49036"/>
                  </a:moveTo>
                  <a:lnTo>
                    <a:pt x="20001" y="49266"/>
                  </a:lnTo>
                  <a:lnTo>
                    <a:pt x="20929" y="49266"/>
                  </a:lnTo>
                  <a:lnTo>
                    <a:pt x="20929" y="49036"/>
                  </a:lnTo>
                  <a:close/>
                  <a:moveTo>
                    <a:pt x="21864" y="49036"/>
                  </a:moveTo>
                  <a:lnTo>
                    <a:pt x="21864" y="49266"/>
                  </a:lnTo>
                  <a:lnTo>
                    <a:pt x="22791" y="49266"/>
                  </a:lnTo>
                  <a:lnTo>
                    <a:pt x="22791" y="49036"/>
                  </a:lnTo>
                  <a:close/>
                  <a:moveTo>
                    <a:pt x="23719" y="49036"/>
                  </a:moveTo>
                  <a:lnTo>
                    <a:pt x="23719" y="49266"/>
                  </a:lnTo>
                  <a:lnTo>
                    <a:pt x="24654" y="49266"/>
                  </a:lnTo>
                  <a:lnTo>
                    <a:pt x="24654" y="49036"/>
                  </a:lnTo>
                  <a:close/>
                  <a:moveTo>
                    <a:pt x="25582" y="49036"/>
                  </a:moveTo>
                  <a:lnTo>
                    <a:pt x="25582" y="49266"/>
                  </a:lnTo>
                  <a:lnTo>
                    <a:pt x="26510" y="49266"/>
                  </a:lnTo>
                  <a:lnTo>
                    <a:pt x="26510" y="49036"/>
                  </a:lnTo>
                  <a:close/>
                  <a:moveTo>
                    <a:pt x="27445" y="49036"/>
                  </a:moveTo>
                  <a:lnTo>
                    <a:pt x="27445" y="49266"/>
                  </a:lnTo>
                  <a:lnTo>
                    <a:pt x="28372" y="49266"/>
                  </a:lnTo>
                  <a:lnTo>
                    <a:pt x="28372" y="49036"/>
                  </a:lnTo>
                  <a:close/>
                  <a:moveTo>
                    <a:pt x="29300" y="49036"/>
                  </a:moveTo>
                  <a:lnTo>
                    <a:pt x="29300" y="49266"/>
                  </a:lnTo>
                  <a:lnTo>
                    <a:pt x="30235" y="49266"/>
                  </a:lnTo>
                  <a:lnTo>
                    <a:pt x="30235" y="49036"/>
                  </a:lnTo>
                  <a:close/>
                  <a:moveTo>
                    <a:pt x="31163" y="49036"/>
                  </a:moveTo>
                  <a:lnTo>
                    <a:pt x="31163" y="49266"/>
                  </a:lnTo>
                  <a:lnTo>
                    <a:pt x="32063" y="49266"/>
                  </a:lnTo>
                  <a:lnTo>
                    <a:pt x="32063" y="49036"/>
                  </a:lnTo>
                  <a:close/>
                  <a:moveTo>
                    <a:pt x="32991" y="49036"/>
                  </a:moveTo>
                  <a:lnTo>
                    <a:pt x="32991" y="49266"/>
                  </a:lnTo>
                  <a:lnTo>
                    <a:pt x="33925" y="49266"/>
                  </a:lnTo>
                  <a:lnTo>
                    <a:pt x="33925" y="49036"/>
                  </a:lnTo>
                  <a:close/>
                  <a:moveTo>
                    <a:pt x="34853" y="49036"/>
                  </a:moveTo>
                  <a:lnTo>
                    <a:pt x="34853" y="49266"/>
                  </a:lnTo>
                  <a:lnTo>
                    <a:pt x="35781" y="49266"/>
                  </a:lnTo>
                  <a:lnTo>
                    <a:pt x="35781" y="49036"/>
                  </a:lnTo>
                  <a:close/>
                  <a:moveTo>
                    <a:pt x="36716" y="49036"/>
                  </a:moveTo>
                  <a:lnTo>
                    <a:pt x="36716" y="49266"/>
                  </a:lnTo>
                  <a:lnTo>
                    <a:pt x="37644" y="49266"/>
                  </a:lnTo>
                  <a:lnTo>
                    <a:pt x="37644" y="49036"/>
                  </a:lnTo>
                  <a:close/>
                  <a:moveTo>
                    <a:pt x="38571" y="49036"/>
                  </a:moveTo>
                  <a:lnTo>
                    <a:pt x="38571" y="49266"/>
                  </a:lnTo>
                  <a:lnTo>
                    <a:pt x="39506" y="49266"/>
                  </a:lnTo>
                  <a:lnTo>
                    <a:pt x="39506" y="49036"/>
                  </a:lnTo>
                  <a:close/>
                  <a:moveTo>
                    <a:pt x="40434" y="49036"/>
                  </a:moveTo>
                  <a:lnTo>
                    <a:pt x="40434" y="49266"/>
                  </a:lnTo>
                  <a:lnTo>
                    <a:pt x="41362" y="49266"/>
                  </a:lnTo>
                  <a:lnTo>
                    <a:pt x="41362" y="49036"/>
                  </a:lnTo>
                  <a:close/>
                  <a:moveTo>
                    <a:pt x="42297" y="49036"/>
                  </a:moveTo>
                  <a:lnTo>
                    <a:pt x="42297" y="49266"/>
                  </a:lnTo>
                  <a:lnTo>
                    <a:pt x="43225" y="49266"/>
                  </a:lnTo>
                  <a:lnTo>
                    <a:pt x="43225" y="49036"/>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4" name="Google Shape;984;p17"/>
            <p:cNvSpPr/>
            <p:nvPr/>
          </p:nvSpPr>
          <p:spPr>
            <a:xfrm>
              <a:off x="1406350" y="1389950"/>
              <a:ext cx="5950" cy="11725"/>
            </a:xfrm>
            <a:custGeom>
              <a:avLst/>
              <a:gdLst/>
              <a:ahLst/>
              <a:cxnLst/>
              <a:rect l="l" t="t" r="r" b="b"/>
              <a:pathLst>
                <a:path w="238" h="469" extrusionOk="0">
                  <a:moveTo>
                    <a:pt x="0" y="1"/>
                  </a:moveTo>
                  <a:lnTo>
                    <a:pt x="0" y="468"/>
                  </a:lnTo>
                  <a:lnTo>
                    <a:pt x="238" y="468"/>
                  </a:lnTo>
                  <a:lnTo>
                    <a:pt x="23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5" name="Google Shape;985;p17"/>
            <p:cNvSpPr/>
            <p:nvPr/>
          </p:nvSpPr>
          <p:spPr>
            <a:xfrm>
              <a:off x="2841525" y="3857075"/>
              <a:ext cx="5950" cy="24100"/>
            </a:xfrm>
            <a:custGeom>
              <a:avLst/>
              <a:gdLst/>
              <a:ahLst/>
              <a:cxnLst/>
              <a:rect l="l" t="t" r="r" b="b"/>
              <a:pathLst>
                <a:path w="238" h="964" extrusionOk="0">
                  <a:moveTo>
                    <a:pt x="0" y="0"/>
                  </a:moveTo>
                  <a:lnTo>
                    <a:pt x="0" y="963"/>
                  </a:lnTo>
                  <a:lnTo>
                    <a:pt x="237" y="963"/>
                  </a:lnTo>
                  <a:lnTo>
                    <a:pt x="237"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6" name="Google Shape;986;p17"/>
            <p:cNvSpPr/>
            <p:nvPr/>
          </p:nvSpPr>
          <p:spPr>
            <a:xfrm>
              <a:off x="2841525" y="3810500"/>
              <a:ext cx="5950" cy="23400"/>
            </a:xfrm>
            <a:custGeom>
              <a:avLst/>
              <a:gdLst/>
              <a:ahLst/>
              <a:cxnLst/>
              <a:rect l="l" t="t" r="r" b="b"/>
              <a:pathLst>
                <a:path w="238" h="936" extrusionOk="0">
                  <a:moveTo>
                    <a:pt x="0" y="1"/>
                  </a:moveTo>
                  <a:lnTo>
                    <a:pt x="0" y="936"/>
                  </a:lnTo>
                  <a:lnTo>
                    <a:pt x="237" y="936"/>
                  </a:lnTo>
                  <a:lnTo>
                    <a:pt x="237"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7" name="Google Shape;987;p17"/>
            <p:cNvSpPr/>
            <p:nvPr/>
          </p:nvSpPr>
          <p:spPr>
            <a:xfrm>
              <a:off x="2836450" y="2740900"/>
              <a:ext cx="10325" cy="24075"/>
            </a:xfrm>
            <a:custGeom>
              <a:avLst/>
              <a:gdLst/>
              <a:ahLst/>
              <a:cxnLst/>
              <a:rect l="l" t="t" r="r" b="b"/>
              <a:pathLst>
                <a:path w="413" h="963" extrusionOk="0">
                  <a:moveTo>
                    <a:pt x="238" y="0"/>
                  </a:moveTo>
                  <a:lnTo>
                    <a:pt x="1" y="56"/>
                  </a:lnTo>
                  <a:cubicBezTo>
                    <a:pt x="91" y="349"/>
                    <a:pt x="147" y="642"/>
                    <a:pt x="175" y="963"/>
                  </a:cubicBezTo>
                  <a:lnTo>
                    <a:pt x="412" y="928"/>
                  </a:lnTo>
                  <a:cubicBezTo>
                    <a:pt x="350" y="614"/>
                    <a:pt x="322" y="293"/>
                    <a:pt x="238"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8" name="Google Shape;988;p17"/>
            <p:cNvSpPr/>
            <p:nvPr/>
          </p:nvSpPr>
          <p:spPr>
            <a:xfrm>
              <a:off x="2841525" y="3717550"/>
              <a:ext cx="5950" cy="23225"/>
            </a:xfrm>
            <a:custGeom>
              <a:avLst/>
              <a:gdLst/>
              <a:ahLst/>
              <a:cxnLst/>
              <a:rect l="l" t="t" r="r" b="b"/>
              <a:pathLst>
                <a:path w="238" h="929" extrusionOk="0">
                  <a:moveTo>
                    <a:pt x="0" y="1"/>
                  </a:moveTo>
                  <a:lnTo>
                    <a:pt x="0" y="928"/>
                  </a:lnTo>
                  <a:lnTo>
                    <a:pt x="237" y="928"/>
                  </a:lnTo>
                  <a:lnTo>
                    <a:pt x="237"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9" name="Google Shape;989;p17"/>
            <p:cNvSpPr/>
            <p:nvPr/>
          </p:nvSpPr>
          <p:spPr>
            <a:xfrm>
              <a:off x="2841525" y="3624600"/>
              <a:ext cx="5950" cy="23225"/>
            </a:xfrm>
            <a:custGeom>
              <a:avLst/>
              <a:gdLst/>
              <a:ahLst/>
              <a:cxnLst/>
              <a:rect l="l" t="t" r="r" b="b"/>
              <a:pathLst>
                <a:path w="238" h="929" extrusionOk="0">
                  <a:moveTo>
                    <a:pt x="0" y="0"/>
                  </a:moveTo>
                  <a:lnTo>
                    <a:pt x="0" y="928"/>
                  </a:lnTo>
                  <a:lnTo>
                    <a:pt x="237" y="928"/>
                  </a:lnTo>
                  <a:lnTo>
                    <a:pt x="237"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0" name="Google Shape;990;p17"/>
            <p:cNvSpPr/>
            <p:nvPr/>
          </p:nvSpPr>
          <p:spPr>
            <a:xfrm>
              <a:off x="2841525" y="3578025"/>
              <a:ext cx="5950" cy="23225"/>
            </a:xfrm>
            <a:custGeom>
              <a:avLst/>
              <a:gdLst/>
              <a:ahLst/>
              <a:cxnLst/>
              <a:rect l="l" t="t" r="r" b="b"/>
              <a:pathLst>
                <a:path w="238" h="929" extrusionOk="0">
                  <a:moveTo>
                    <a:pt x="0" y="1"/>
                  </a:moveTo>
                  <a:lnTo>
                    <a:pt x="0" y="928"/>
                  </a:lnTo>
                  <a:lnTo>
                    <a:pt x="237" y="928"/>
                  </a:lnTo>
                  <a:lnTo>
                    <a:pt x="237"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1" name="Google Shape;991;p17"/>
            <p:cNvSpPr/>
            <p:nvPr/>
          </p:nvSpPr>
          <p:spPr>
            <a:xfrm>
              <a:off x="2841525" y="3764125"/>
              <a:ext cx="5950" cy="23200"/>
            </a:xfrm>
            <a:custGeom>
              <a:avLst/>
              <a:gdLst/>
              <a:ahLst/>
              <a:cxnLst/>
              <a:rect l="l" t="t" r="r" b="b"/>
              <a:pathLst>
                <a:path w="238" h="928" extrusionOk="0">
                  <a:moveTo>
                    <a:pt x="0" y="0"/>
                  </a:moveTo>
                  <a:lnTo>
                    <a:pt x="0" y="928"/>
                  </a:lnTo>
                  <a:lnTo>
                    <a:pt x="237" y="928"/>
                  </a:lnTo>
                  <a:lnTo>
                    <a:pt x="237"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2" name="Google Shape;992;p17"/>
            <p:cNvSpPr/>
            <p:nvPr/>
          </p:nvSpPr>
          <p:spPr>
            <a:xfrm>
              <a:off x="2817625" y="2697975"/>
              <a:ext cx="16775" cy="23400"/>
            </a:xfrm>
            <a:custGeom>
              <a:avLst/>
              <a:gdLst/>
              <a:ahLst/>
              <a:cxnLst/>
              <a:rect l="l" t="t" r="r" b="b"/>
              <a:pathLst>
                <a:path w="671" h="936" extrusionOk="0">
                  <a:moveTo>
                    <a:pt x="203" y="1"/>
                  </a:moveTo>
                  <a:lnTo>
                    <a:pt x="0" y="147"/>
                  </a:lnTo>
                  <a:cubicBezTo>
                    <a:pt x="175" y="378"/>
                    <a:pt x="349" y="643"/>
                    <a:pt x="468" y="936"/>
                  </a:cubicBezTo>
                  <a:lnTo>
                    <a:pt x="670" y="845"/>
                  </a:lnTo>
                  <a:cubicBezTo>
                    <a:pt x="551" y="552"/>
                    <a:pt x="377" y="266"/>
                    <a:pt x="203"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3" name="Google Shape;993;p17"/>
            <p:cNvSpPr/>
            <p:nvPr/>
          </p:nvSpPr>
          <p:spPr>
            <a:xfrm>
              <a:off x="2841525" y="3670975"/>
              <a:ext cx="5950" cy="23400"/>
            </a:xfrm>
            <a:custGeom>
              <a:avLst/>
              <a:gdLst/>
              <a:ahLst/>
              <a:cxnLst/>
              <a:rect l="l" t="t" r="r" b="b"/>
              <a:pathLst>
                <a:path w="238" h="936" extrusionOk="0">
                  <a:moveTo>
                    <a:pt x="0" y="1"/>
                  </a:moveTo>
                  <a:lnTo>
                    <a:pt x="0" y="936"/>
                  </a:lnTo>
                  <a:lnTo>
                    <a:pt x="237" y="936"/>
                  </a:lnTo>
                  <a:lnTo>
                    <a:pt x="237"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4" name="Google Shape;994;p17"/>
            <p:cNvSpPr/>
            <p:nvPr/>
          </p:nvSpPr>
          <p:spPr>
            <a:xfrm>
              <a:off x="2510150" y="2649325"/>
              <a:ext cx="23400" cy="5775"/>
            </a:xfrm>
            <a:custGeom>
              <a:avLst/>
              <a:gdLst/>
              <a:ahLst/>
              <a:cxnLst/>
              <a:rect l="l" t="t" r="r" b="b"/>
              <a:pathLst>
                <a:path w="936" h="231" extrusionOk="0">
                  <a:moveTo>
                    <a:pt x="0" y="1"/>
                  </a:moveTo>
                  <a:lnTo>
                    <a:pt x="0" y="231"/>
                  </a:lnTo>
                  <a:lnTo>
                    <a:pt x="935" y="231"/>
                  </a:lnTo>
                  <a:lnTo>
                    <a:pt x="93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5" name="Google Shape;995;p17"/>
            <p:cNvSpPr/>
            <p:nvPr/>
          </p:nvSpPr>
          <p:spPr>
            <a:xfrm>
              <a:off x="2556725" y="2649325"/>
              <a:ext cx="22500" cy="5775"/>
            </a:xfrm>
            <a:custGeom>
              <a:avLst/>
              <a:gdLst/>
              <a:ahLst/>
              <a:cxnLst/>
              <a:rect l="l" t="t" r="r" b="b"/>
              <a:pathLst>
                <a:path w="900" h="231" extrusionOk="0">
                  <a:moveTo>
                    <a:pt x="0" y="1"/>
                  </a:moveTo>
                  <a:lnTo>
                    <a:pt x="0" y="231"/>
                  </a:lnTo>
                  <a:lnTo>
                    <a:pt x="900" y="231"/>
                  </a:lnTo>
                  <a:lnTo>
                    <a:pt x="900"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6" name="Google Shape;996;p17"/>
            <p:cNvSpPr/>
            <p:nvPr/>
          </p:nvSpPr>
          <p:spPr>
            <a:xfrm>
              <a:off x="2648975" y="2649325"/>
              <a:ext cx="23400" cy="5775"/>
            </a:xfrm>
            <a:custGeom>
              <a:avLst/>
              <a:gdLst/>
              <a:ahLst/>
              <a:cxnLst/>
              <a:rect l="l" t="t" r="r" b="b"/>
              <a:pathLst>
                <a:path w="936" h="231" extrusionOk="0">
                  <a:moveTo>
                    <a:pt x="0" y="1"/>
                  </a:moveTo>
                  <a:lnTo>
                    <a:pt x="0" y="231"/>
                  </a:lnTo>
                  <a:lnTo>
                    <a:pt x="935" y="231"/>
                  </a:lnTo>
                  <a:lnTo>
                    <a:pt x="93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7" name="Google Shape;997;p17"/>
            <p:cNvSpPr/>
            <p:nvPr/>
          </p:nvSpPr>
          <p:spPr>
            <a:xfrm>
              <a:off x="2602575" y="2649325"/>
              <a:ext cx="23225" cy="5775"/>
            </a:xfrm>
            <a:custGeom>
              <a:avLst/>
              <a:gdLst/>
              <a:ahLst/>
              <a:cxnLst/>
              <a:rect l="l" t="t" r="r" b="b"/>
              <a:pathLst>
                <a:path w="929" h="231" extrusionOk="0">
                  <a:moveTo>
                    <a:pt x="1" y="1"/>
                  </a:moveTo>
                  <a:lnTo>
                    <a:pt x="1" y="231"/>
                  </a:lnTo>
                  <a:lnTo>
                    <a:pt x="929" y="231"/>
                  </a:lnTo>
                  <a:lnTo>
                    <a:pt x="929"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8" name="Google Shape;998;p17"/>
            <p:cNvSpPr/>
            <p:nvPr/>
          </p:nvSpPr>
          <p:spPr>
            <a:xfrm>
              <a:off x="2695550" y="2648625"/>
              <a:ext cx="23200" cy="6475"/>
            </a:xfrm>
            <a:custGeom>
              <a:avLst/>
              <a:gdLst/>
              <a:ahLst/>
              <a:cxnLst/>
              <a:rect l="l" t="t" r="r" b="b"/>
              <a:pathLst>
                <a:path w="928" h="259" extrusionOk="0">
                  <a:moveTo>
                    <a:pt x="753" y="1"/>
                  </a:moveTo>
                  <a:cubicBezTo>
                    <a:pt x="670" y="1"/>
                    <a:pt x="607" y="29"/>
                    <a:pt x="607" y="29"/>
                  </a:cubicBezTo>
                  <a:lnTo>
                    <a:pt x="0" y="29"/>
                  </a:lnTo>
                  <a:lnTo>
                    <a:pt x="0" y="259"/>
                  </a:lnTo>
                  <a:lnTo>
                    <a:pt x="607" y="259"/>
                  </a:lnTo>
                  <a:cubicBezTo>
                    <a:pt x="607" y="259"/>
                    <a:pt x="670" y="231"/>
                    <a:pt x="753" y="231"/>
                  </a:cubicBezTo>
                  <a:cubicBezTo>
                    <a:pt x="816" y="231"/>
                    <a:pt x="872" y="231"/>
                    <a:pt x="928" y="259"/>
                  </a:cubicBezTo>
                  <a:lnTo>
                    <a:pt x="928" y="29"/>
                  </a:lnTo>
                  <a:cubicBezTo>
                    <a:pt x="872" y="1"/>
                    <a:pt x="816" y="1"/>
                    <a:pt x="753"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9" name="Google Shape;999;p17"/>
            <p:cNvSpPr/>
            <p:nvPr/>
          </p:nvSpPr>
          <p:spPr>
            <a:xfrm>
              <a:off x="2741225" y="2651600"/>
              <a:ext cx="24100" cy="11525"/>
            </a:xfrm>
            <a:custGeom>
              <a:avLst/>
              <a:gdLst/>
              <a:ahLst/>
              <a:cxnLst/>
              <a:rect l="l" t="t" r="r" b="b"/>
              <a:pathLst>
                <a:path w="964" h="461" extrusionOk="0">
                  <a:moveTo>
                    <a:pt x="64" y="0"/>
                  </a:moveTo>
                  <a:lnTo>
                    <a:pt x="1" y="231"/>
                  </a:lnTo>
                  <a:cubicBezTo>
                    <a:pt x="322" y="286"/>
                    <a:pt x="615" y="349"/>
                    <a:pt x="908" y="461"/>
                  </a:cubicBezTo>
                  <a:lnTo>
                    <a:pt x="964" y="231"/>
                  </a:lnTo>
                  <a:cubicBezTo>
                    <a:pt x="671" y="140"/>
                    <a:pt x="384" y="56"/>
                    <a:pt x="64"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0" name="Google Shape;1000;p17"/>
            <p:cNvSpPr/>
            <p:nvPr/>
          </p:nvSpPr>
          <p:spPr>
            <a:xfrm>
              <a:off x="2784125" y="2667475"/>
              <a:ext cx="22525" cy="17450"/>
            </a:xfrm>
            <a:custGeom>
              <a:avLst/>
              <a:gdLst/>
              <a:ahLst/>
              <a:cxnLst/>
              <a:rect l="l" t="t" r="r" b="b"/>
              <a:pathLst>
                <a:path w="901" h="698" extrusionOk="0">
                  <a:moveTo>
                    <a:pt x="120" y="0"/>
                  </a:moveTo>
                  <a:lnTo>
                    <a:pt x="1" y="202"/>
                  </a:lnTo>
                  <a:cubicBezTo>
                    <a:pt x="266" y="349"/>
                    <a:pt x="524" y="523"/>
                    <a:pt x="726" y="698"/>
                  </a:cubicBezTo>
                  <a:lnTo>
                    <a:pt x="901" y="523"/>
                  </a:lnTo>
                  <a:cubicBezTo>
                    <a:pt x="671" y="321"/>
                    <a:pt x="413" y="147"/>
                    <a:pt x="120"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1" name="Google Shape;1001;p17"/>
            <p:cNvSpPr/>
            <p:nvPr/>
          </p:nvSpPr>
          <p:spPr>
            <a:xfrm>
              <a:off x="2841525" y="2927675"/>
              <a:ext cx="5950" cy="23225"/>
            </a:xfrm>
            <a:custGeom>
              <a:avLst/>
              <a:gdLst/>
              <a:ahLst/>
              <a:cxnLst/>
              <a:rect l="l" t="t" r="r" b="b"/>
              <a:pathLst>
                <a:path w="238" h="929" extrusionOk="0">
                  <a:moveTo>
                    <a:pt x="0" y="1"/>
                  </a:moveTo>
                  <a:lnTo>
                    <a:pt x="0" y="928"/>
                  </a:lnTo>
                  <a:lnTo>
                    <a:pt x="237" y="928"/>
                  </a:lnTo>
                  <a:lnTo>
                    <a:pt x="237"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2" name="Google Shape;1002;p17"/>
            <p:cNvSpPr/>
            <p:nvPr/>
          </p:nvSpPr>
          <p:spPr>
            <a:xfrm>
              <a:off x="2841525" y="2974250"/>
              <a:ext cx="5950" cy="23225"/>
            </a:xfrm>
            <a:custGeom>
              <a:avLst/>
              <a:gdLst/>
              <a:ahLst/>
              <a:cxnLst/>
              <a:rect l="l" t="t" r="r" b="b"/>
              <a:pathLst>
                <a:path w="238" h="929" extrusionOk="0">
                  <a:moveTo>
                    <a:pt x="0" y="0"/>
                  </a:moveTo>
                  <a:lnTo>
                    <a:pt x="0" y="928"/>
                  </a:lnTo>
                  <a:lnTo>
                    <a:pt x="237" y="928"/>
                  </a:lnTo>
                  <a:lnTo>
                    <a:pt x="237"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3" name="Google Shape;1003;p17"/>
            <p:cNvSpPr/>
            <p:nvPr/>
          </p:nvSpPr>
          <p:spPr>
            <a:xfrm>
              <a:off x="2841525" y="3020625"/>
              <a:ext cx="5950" cy="23400"/>
            </a:xfrm>
            <a:custGeom>
              <a:avLst/>
              <a:gdLst/>
              <a:ahLst/>
              <a:cxnLst/>
              <a:rect l="l" t="t" r="r" b="b"/>
              <a:pathLst>
                <a:path w="238" h="936" extrusionOk="0">
                  <a:moveTo>
                    <a:pt x="0" y="1"/>
                  </a:moveTo>
                  <a:lnTo>
                    <a:pt x="0" y="936"/>
                  </a:lnTo>
                  <a:lnTo>
                    <a:pt x="237" y="936"/>
                  </a:lnTo>
                  <a:lnTo>
                    <a:pt x="237"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4" name="Google Shape;1004;p17"/>
            <p:cNvSpPr/>
            <p:nvPr/>
          </p:nvSpPr>
          <p:spPr>
            <a:xfrm>
              <a:off x="2841525" y="3113775"/>
              <a:ext cx="5950" cy="23200"/>
            </a:xfrm>
            <a:custGeom>
              <a:avLst/>
              <a:gdLst/>
              <a:ahLst/>
              <a:cxnLst/>
              <a:rect l="l" t="t" r="r" b="b"/>
              <a:pathLst>
                <a:path w="238" h="928" extrusionOk="0">
                  <a:moveTo>
                    <a:pt x="0" y="0"/>
                  </a:moveTo>
                  <a:lnTo>
                    <a:pt x="0" y="928"/>
                  </a:lnTo>
                  <a:lnTo>
                    <a:pt x="237" y="928"/>
                  </a:lnTo>
                  <a:lnTo>
                    <a:pt x="237"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5" name="Google Shape;1005;p17"/>
            <p:cNvSpPr/>
            <p:nvPr/>
          </p:nvSpPr>
          <p:spPr>
            <a:xfrm>
              <a:off x="2841525" y="3067200"/>
              <a:ext cx="5950" cy="23225"/>
            </a:xfrm>
            <a:custGeom>
              <a:avLst/>
              <a:gdLst/>
              <a:ahLst/>
              <a:cxnLst/>
              <a:rect l="l" t="t" r="r" b="b"/>
              <a:pathLst>
                <a:path w="238" h="929" extrusionOk="0">
                  <a:moveTo>
                    <a:pt x="0" y="0"/>
                  </a:moveTo>
                  <a:lnTo>
                    <a:pt x="0" y="928"/>
                  </a:lnTo>
                  <a:lnTo>
                    <a:pt x="237" y="928"/>
                  </a:lnTo>
                  <a:lnTo>
                    <a:pt x="237"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6" name="Google Shape;1006;p17"/>
            <p:cNvSpPr/>
            <p:nvPr/>
          </p:nvSpPr>
          <p:spPr>
            <a:xfrm>
              <a:off x="2841525" y="2788150"/>
              <a:ext cx="5950" cy="23225"/>
            </a:xfrm>
            <a:custGeom>
              <a:avLst/>
              <a:gdLst/>
              <a:ahLst/>
              <a:cxnLst/>
              <a:rect l="l" t="t" r="r" b="b"/>
              <a:pathLst>
                <a:path w="238" h="929" extrusionOk="0">
                  <a:moveTo>
                    <a:pt x="0" y="1"/>
                  </a:moveTo>
                  <a:lnTo>
                    <a:pt x="0" y="928"/>
                  </a:lnTo>
                  <a:lnTo>
                    <a:pt x="237" y="928"/>
                  </a:lnTo>
                  <a:lnTo>
                    <a:pt x="237"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7" name="Google Shape;1007;p17"/>
            <p:cNvSpPr/>
            <p:nvPr/>
          </p:nvSpPr>
          <p:spPr>
            <a:xfrm>
              <a:off x="2841525" y="2834725"/>
              <a:ext cx="5950" cy="23225"/>
            </a:xfrm>
            <a:custGeom>
              <a:avLst/>
              <a:gdLst/>
              <a:ahLst/>
              <a:cxnLst/>
              <a:rect l="l" t="t" r="r" b="b"/>
              <a:pathLst>
                <a:path w="238" h="929" extrusionOk="0">
                  <a:moveTo>
                    <a:pt x="0" y="0"/>
                  </a:moveTo>
                  <a:lnTo>
                    <a:pt x="0" y="928"/>
                  </a:lnTo>
                  <a:lnTo>
                    <a:pt x="237" y="928"/>
                  </a:lnTo>
                  <a:lnTo>
                    <a:pt x="237"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8" name="Google Shape;1008;p17"/>
            <p:cNvSpPr/>
            <p:nvPr/>
          </p:nvSpPr>
          <p:spPr>
            <a:xfrm>
              <a:off x="2841525" y="3531450"/>
              <a:ext cx="5950" cy="23400"/>
            </a:xfrm>
            <a:custGeom>
              <a:avLst/>
              <a:gdLst/>
              <a:ahLst/>
              <a:cxnLst/>
              <a:rect l="l" t="t" r="r" b="b"/>
              <a:pathLst>
                <a:path w="238" h="936" extrusionOk="0">
                  <a:moveTo>
                    <a:pt x="0" y="1"/>
                  </a:moveTo>
                  <a:lnTo>
                    <a:pt x="0" y="936"/>
                  </a:lnTo>
                  <a:lnTo>
                    <a:pt x="237" y="936"/>
                  </a:lnTo>
                  <a:lnTo>
                    <a:pt x="237"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9" name="Google Shape;1009;p17"/>
            <p:cNvSpPr/>
            <p:nvPr/>
          </p:nvSpPr>
          <p:spPr>
            <a:xfrm>
              <a:off x="2841525" y="2881100"/>
              <a:ext cx="5950" cy="23400"/>
            </a:xfrm>
            <a:custGeom>
              <a:avLst/>
              <a:gdLst/>
              <a:ahLst/>
              <a:cxnLst/>
              <a:rect l="l" t="t" r="r" b="b"/>
              <a:pathLst>
                <a:path w="238" h="936" extrusionOk="0">
                  <a:moveTo>
                    <a:pt x="0" y="1"/>
                  </a:moveTo>
                  <a:lnTo>
                    <a:pt x="0" y="936"/>
                  </a:lnTo>
                  <a:lnTo>
                    <a:pt x="237" y="936"/>
                  </a:lnTo>
                  <a:lnTo>
                    <a:pt x="237"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0" name="Google Shape;1010;p17"/>
            <p:cNvSpPr/>
            <p:nvPr/>
          </p:nvSpPr>
          <p:spPr>
            <a:xfrm>
              <a:off x="2841525" y="3346250"/>
              <a:ext cx="5950" cy="23225"/>
            </a:xfrm>
            <a:custGeom>
              <a:avLst/>
              <a:gdLst/>
              <a:ahLst/>
              <a:cxnLst/>
              <a:rect l="l" t="t" r="r" b="b"/>
              <a:pathLst>
                <a:path w="238" h="929" extrusionOk="0">
                  <a:moveTo>
                    <a:pt x="0" y="0"/>
                  </a:moveTo>
                  <a:lnTo>
                    <a:pt x="0" y="928"/>
                  </a:lnTo>
                  <a:lnTo>
                    <a:pt x="237" y="928"/>
                  </a:lnTo>
                  <a:lnTo>
                    <a:pt x="237"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1" name="Google Shape;1011;p17"/>
            <p:cNvSpPr/>
            <p:nvPr/>
          </p:nvSpPr>
          <p:spPr>
            <a:xfrm>
              <a:off x="2841525" y="3392800"/>
              <a:ext cx="5950" cy="23225"/>
            </a:xfrm>
            <a:custGeom>
              <a:avLst/>
              <a:gdLst/>
              <a:ahLst/>
              <a:cxnLst/>
              <a:rect l="l" t="t" r="r" b="b"/>
              <a:pathLst>
                <a:path w="238" h="929" extrusionOk="0">
                  <a:moveTo>
                    <a:pt x="0" y="1"/>
                  </a:moveTo>
                  <a:lnTo>
                    <a:pt x="0" y="929"/>
                  </a:lnTo>
                  <a:lnTo>
                    <a:pt x="237" y="929"/>
                  </a:lnTo>
                  <a:lnTo>
                    <a:pt x="237"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2" name="Google Shape;1012;p17"/>
            <p:cNvSpPr/>
            <p:nvPr/>
          </p:nvSpPr>
          <p:spPr>
            <a:xfrm>
              <a:off x="2841525" y="3439200"/>
              <a:ext cx="5950" cy="23400"/>
            </a:xfrm>
            <a:custGeom>
              <a:avLst/>
              <a:gdLst/>
              <a:ahLst/>
              <a:cxnLst/>
              <a:rect l="l" t="t" r="r" b="b"/>
              <a:pathLst>
                <a:path w="238" h="936" extrusionOk="0">
                  <a:moveTo>
                    <a:pt x="0" y="1"/>
                  </a:moveTo>
                  <a:lnTo>
                    <a:pt x="0" y="935"/>
                  </a:lnTo>
                  <a:lnTo>
                    <a:pt x="237" y="935"/>
                  </a:lnTo>
                  <a:lnTo>
                    <a:pt x="237"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3" name="Google Shape;1013;p17"/>
            <p:cNvSpPr/>
            <p:nvPr/>
          </p:nvSpPr>
          <p:spPr>
            <a:xfrm>
              <a:off x="2841525" y="3160150"/>
              <a:ext cx="5950" cy="23400"/>
            </a:xfrm>
            <a:custGeom>
              <a:avLst/>
              <a:gdLst/>
              <a:ahLst/>
              <a:cxnLst/>
              <a:rect l="l" t="t" r="r" b="b"/>
              <a:pathLst>
                <a:path w="238" h="936" extrusionOk="0">
                  <a:moveTo>
                    <a:pt x="0" y="1"/>
                  </a:moveTo>
                  <a:lnTo>
                    <a:pt x="0" y="936"/>
                  </a:lnTo>
                  <a:lnTo>
                    <a:pt x="237" y="936"/>
                  </a:lnTo>
                  <a:lnTo>
                    <a:pt x="237"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4" name="Google Shape;1014;p17"/>
            <p:cNvSpPr/>
            <p:nvPr/>
          </p:nvSpPr>
          <p:spPr>
            <a:xfrm>
              <a:off x="2841525" y="3485075"/>
              <a:ext cx="5950" cy="23225"/>
            </a:xfrm>
            <a:custGeom>
              <a:avLst/>
              <a:gdLst/>
              <a:ahLst/>
              <a:cxnLst/>
              <a:rect l="l" t="t" r="r" b="b"/>
              <a:pathLst>
                <a:path w="238" h="929" extrusionOk="0">
                  <a:moveTo>
                    <a:pt x="0" y="0"/>
                  </a:moveTo>
                  <a:lnTo>
                    <a:pt x="0" y="928"/>
                  </a:lnTo>
                  <a:lnTo>
                    <a:pt x="237" y="928"/>
                  </a:lnTo>
                  <a:lnTo>
                    <a:pt x="237"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5" name="Google Shape;1015;p17"/>
            <p:cNvSpPr/>
            <p:nvPr/>
          </p:nvSpPr>
          <p:spPr>
            <a:xfrm>
              <a:off x="2841525" y="3206725"/>
              <a:ext cx="5950" cy="23225"/>
            </a:xfrm>
            <a:custGeom>
              <a:avLst/>
              <a:gdLst/>
              <a:ahLst/>
              <a:cxnLst/>
              <a:rect l="l" t="t" r="r" b="b"/>
              <a:pathLst>
                <a:path w="238" h="929" extrusionOk="0">
                  <a:moveTo>
                    <a:pt x="0" y="0"/>
                  </a:moveTo>
                  <a:lnTo>
                    <a:pt x="0" y="928"/>
                  </a:lnTo>
                  <a:lnTo>
                    <a:pt x="237" y="928"/>
                  </a:lnTo>
                  <a:lnTo>
                    <a:pt x="237"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6" name="Google Shape;1016;p17"/>
            <p:cNvSpPr/>
            <p:nvPr/>
          </p:nvSpPr>
          <p:spPr>
            <a:xfrm>
              <a:off x="2841525" y="3253300"/>
              <a:ext cx="5950" cy="23200"/>
            </a:xfrm>
            <a:custGeom>
              <a:avLst/>
              <a:gdLst/>
              <a:ahLst/>
              <a:cxnLst/>
              <a:rect l="l" t="t" r="r" b="b"/>
              <a:pathLst>
                <a:path w="238" h="928" extrusionOk="0">
                  <a:moveTo>
                    <a:pt x="0" y="0"/>
                  </a:moveTo>
                  <a:lnTo>
                    <a:pt x="0" y="928"/>
                  </a:lnTo>
                  <a:lnTo>
                    <a:pt x="237" y="928"/>
                  </a:lnTo>
                  <a:lnTo>
                    <a:pt x="237"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7" name="Google Shape;1017;p17"/>
            <p:cNvSpPr/>
            <p:nvPr/>
          </p:nvSpPr>
          <p:spPr>
            <a:xfrm>
              <a:off x="2841525" y="3299675"/>
              <a:ext cx="5950" cy="23400"/>
            </a:xfrm>
            <a:custGeom>
              <a:avLst/>
              <a:gdLst/>
              <a:ahLst/>
              <a:cxnLst/>
              <a:rect l="l" t="t" r="r" b="b"/>
              <a:pathLst>
                <a:path w="238" h="936" extrusionOk="0">
                  <a:moveTo>
                    <a:pt x="0" y="1"/>
                  </a:moveTo>
                  <a:lnTo>
                    <a:pt x="0" y="935"/>
                  </a:lnTo>
                  <a:lnTo>
                    <a:pt x="237" y="935"/>
                  </a:lnTo>
                  <a:lnTo>
                    <a:pt x="237"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8" name="Google Shape;1018;p17"/>
            <p:cNvSpPr/>
            <p:nvPr/>
          </p:nvSpPr>
          <p:spPr>
            <a:xfrm>
              <a:off x="2841525" y="3902075"/>
              <a:ext cx="5950" cy="11700"/>
            </a:xfrm>
            <a:custGeom>
              <a:avLst/>
              <a:gdLst/>
              <a:ahLst/>
              <a:cxnLst/>
              <a:rect l="l" t="t" r="r" b="b"/>
              <a:pathLst>
                <a:path w="238" h="468" extrusionOk="0">
                  <a:moveTo>
                    <a:pt x="0" y="0"/>
                  </a:moveTo>
                  <a:lnTo>
                    <a:pt x="0" y="468"/>
                  </a:lnTo>
                  <a:lnTo>
                    <a:pt x="237" y="468"/>
                  </a:lnTo>
                  <a:lnTo>
                    <a:pt x="237"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19" name="Google Shape;1019;p17"/>
          <p:cNvGrpSpPr/>
          <p:nvPr/>
        </p:nvGrpSpPr>
        <p:grpSpPr>
          <a:xfrm>
            <a:off x="8028814" y="3951370"/>
            <a:ext cx="374657" cy="463150"/>
            <a:chOff x="8243489" y="4050570"/>
            <a:chExt cx="374657" cy="463150"/>
          </a:xfrm>
        </p:grpSpPr>
        <p:sp>
          <p:nvSpPr>
            <p:cNvPr id="1020" name="Google Shape;1020;p17"/>
            <p:cNvSpPr/>
            <p:nvPr/>
          </p:nvSpPr>
          <p:spPr>
            <a:xfrm>
              <a:off x="8243489" y="4051225"/>
              <a:ext cx="374657" cy="461828"/>
            </a:xfrm>
            <a:custGeom>
              <a:avLst/>
              <a:gdLst/>
              <a:ahLst/>
              <a:cxnLst/>
              <a:rect l="l" t="t" r="r" b="b"/>
              <a:pathLst>
                <a:path w="107815" h="132900" extrusionOk="0">
                  <a:moveTo>
                    <a:pt x="53908" y="30499"/>
                  </a:moveTo>
                  <a:cubicBezTo>
                    <a:pt x="65243" y="30499"/>
                    <a:pt x="74444" y="39725"/>
                    <a:pt x="74444" y="51162"/>
                  </a:cubicBezTo>
                  <a:cubicBezTo>
                    <a:pt x="74444" y="62472"/>
                    <a:pt x="65243" y="71698"/>
                    <a:pt x="53908" y="71698"/>
                  </a:cubicBezTo>
                  <a:cubicBezTo>
                    <a:pt x="42572" y="71698"/>
                    <a:pt x="33372" y="62472"/>
                    <a:pt x="33372" y="51162"/>
                  </a:cubicBezTo>
                  <a:cubicBezTo>
                    <a:pt x="33372" y="39725"/>
                    <a:pt x="42572" y="30499"/>
                    <a:pt x="53908" y="30499"/>
                  </a:cubicBezTo>
                  <a:close/>
                  <a:moveTo>
                    <a:pt x="53908" y="0"/>
                  </a:moveTo>
                  <a:cubicBezTo>
                    <a:pt x="24146" y="0"/>
                    <a:pt x="1" y="24145"/>
                    <a:pt x="1" y="53907"/>
                  </a:cubicBezTo>
                  <a:cubicBezTo>
                    <a:pt x="1" y="72867"/>
                    <a:pt x="9125" y="89489"/>
                    <a:pt x="19800" y="102629"/>
                  </a:cubicBezTo>
                  <a:cubicBezTo>
                    <a:pt x="35176" y="121462"/>
                    <a:pt x="53908" y="132899"/>
                    <a:pt x="53908" y="132899"/>
                  </a:cubicBezTo>
                  <a:cubicBezTo>
                    <a:pt x="53908" y="132899"/>
                    <a:pt x="107815" y="101460"/>
                    <a:pt x="107815" y="53907"/>
                  </a:cubicBezTo>
                  <a:cubicBezTo>
                    <a:pt x="107815" y="49993"/>
                    <a:pt x="107383" y="46282"/>
                    <a:pt x="106646" y="42571"/>
                  </a:cubicBezTo>
                  <a:cubicBezTo>
                    <a:pt x="101461" y="18223"/>
                    <a:pt x="79857" y="0"/>
                    <a:pt x="5390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1" name="Google Shape;1021;p17"/>
            <p:cNvSpPr/>
            <p:nvPr/>
          </p:nvSpPr>
          <p:spPr>
            <a:xfrm>
              <a:off x="8244307" y="4050570"/>
              <a:ext cx="257600" cy="463150"/>
            </a:xfrm>
            <a:custGeom>
              <a:avLst/>
              <a:gdLst/>
              <a:ahLst/>
              <a:cxnLst/>
              <a:rect l="l" t="t" r="r" b="b"/>
              <a:pathLst>
                <a:path w="10304" h="18526" extrusionOk="0">
                  <a:moveTo>
                    <a:pt x="10304" y="569"/>
                  </a:moveTo>
                  <a:cubicBezTo>
                    <a:pt x="10352" y="391"/>
                    <a:pt x="7780" y="-157"/>
                    <a:pt x="6521" y="43"/>
                  </a:cubicBezTo>
                  <a:cubicBezTo>
                    <a:pt x="5262" y="243"/>
                    <a:pt x="3802" y="856"/>
                    <a:pt x="2749" y="1767"/>
                  </a:cubicBezTo>
                  <a:cubicBezTo>
                    <a:pt x="1697" y="2678"/>
                    <a:pt x="575" y="4056"/>
                    <a:pt x="206" y="5509"/>
                  </a:cubicBezTo>
                  <a:cubicBezTo>
                    <a:pt x="-163" y="6962"/>
                    <a:pt x="-24" y="8869"/>
                    <a:pt x="533" y="10485"/>
                  </a:cubicBezTo>
                  <a:cubicBezTo>
                    <a:pt x="1090" y="12102"/>
                    <a:pt x="2383" y="13868"/>
                    <a:pt x="3548" y="15208"/>
                  </a:cubicBezTo>
                  <a:cubicBezTo>
                    <a:pt x="4713" y="16548"/>
                    <a:pt x="7296" y="18466"/>
                    <a:pt x="7523" y="18525"/>
                  </a:cubicBezTo>
                  <a:cubicBezTo>
                    <a:pt x="7750" y="18584"/>
                    <a:pt x="5678" y="16542"/>
                    <a:pt x="4908" y="15561"/>
                  </a:cubicBezTo>
                  <a:cubicBezTo>
                    <a:pt x="4138" y="14580"/>
                    <a:pt x="3455" y="13897"/>
                    <a:pt x="2903" y="12640"/>
                  </a:cubicBezTo>
                  <a:cubicBezTo>
                    <a:pt x="2351" y="11383"/>
                    <a:pt x="1592" y="9536"/>
                    <a:pt x="1595" y="8020"/>
                  </a:cubicBezTo>
                  <a:cubicBezTo>
                    <a:pt x="1598" y="6504"/>
                    <a:pt x="2149" y="4697"/>
                    <a:pt x="2922" y="3546"/>
                  </a:cubicBezTo>
                  <a:cubicBezTo>
                    <a:pt x="3696" y="2395"/>
                    <a:pt x="5006" y="1609"/>
                    <a:pt x="6236" y="1113"/>
                  </a:cubicBezTo>
                  <a:cubicBezTo>
                    <a:pt x="7466" y="617"/>
                    <a:pt x="10257" y="747"/>
                    <a:pt x="10304" y="569"/>
                  </a:cubicBezTo>
                  <a:close/>
                </a:path>
              </a:pathLst>
            </a:custGeom>
            <a:solidFill>
              <a:srgbClr val="8162A7">
                <a:alpha val="45910"/>
              </a:srgbClr>
            </a:solidFill>
            <a:ln>
              <a:noFill/>
            </a:ln>
          </p:spPr>
        </p:sp>
      </p:grpSp>
      <p:grpSp>
        <p:nvGrpSpPr>
          <p:cNvPr id="1022" name="Google Shape;1022;p17"/>
          <p:cNvGrpSpPr/>
          <p:nvPr/>
        </p:nvGrpSpPr>
        <p:grpSpPr>
          <a:xfrm>
            <a:off x="618008" y="4513090"/>
            <a:ext cx="711583" cy="630414"/>
            <a:chOff x="460371" y="2406765"/>
            <a:chExt cx="711583" cy="630414"/>
          </a:xfrm>
        </p:grpSpPr>
        <p:grpSp>
          <p:nvGrpSpPr>
            <p:cNvPr id="1023" name="Google Shape;1023;p17"/>
            <p:cNvGrpSpPr/>
            <p:nvPr/>
          </p:nvGrpSpPr>
          <p:grpSpPr>
            <a:xfrm>
              <a:off x="666102" y="2406765"/>
              <a:ext cx="505852" cy="630414"/>
              <a:chOff x="666102" y="2406765"/>
              <a:chExt cx="505852" cy="630414"/>
            </a:xfrm>
          </p:grpSpPr>
          <p:grpSp>
            <p:nvGrpSpPr>
              <p:cNvPr id="1024" name="Google Shape;1024;p17"/>
              <p:cNvGrpSpPr/>
              <p:nvPr/>
            </p:nvGrpSpPr>
            <p:grpSpPr>
              <a:xfrm>
                <a:off x="1005172" y="2632603"/>
                <a:ext cx="166782" cy="404575"/>
                <a:chOff x="3816313" y="1611982"/>
                <a:chExt cx="1212958" cy="2940225"/>
              </a:xfrm>
            </p:grpSpPr>
            <p:sp>
              <p:nvSpPr>
                <p:cNvPr id="1025" name="Google Shape;1025;p17"/>
                <p:cNvSpPr/>
                <p:nvPr/>
              </p:nvSpPr>
              <p:spPr>
                <a:xfrm>
                  <a:off x="3816313" y="1613408"/>
                  <a:ext cx="1212958" cy="1949969"/>
                </a:xfrm>
                <a:custGeom>
                  <a:avLst/>
                  <a:gdLst/>
                  <a:ahLst/>
                  <a:cxnLst/>
                  <a:rect l="l" t="t" r="r" b="b"/>
                  <a:pathLst>
                    <a:path w="6852" h="6836" extrusionOk="0">
                      <a:moveTo>
                        <a:pt x="3422" y="1"/>
                      </a:moveTo>
                      <a:cubicBezTo>
                        <a:pt x="1540" y="1"/>
                        <a:pt x="14" y="1519"/>
                        <a:pt x="1" y="3404"/>
                      </a:cubicBezTo>
                      <a:cubicBezTo>
                        <a:pt x="1" y="5299"/>
                        <a:pt x="1524" y="6836"/>
                        <a:pt x="3420" y="6836"/>
                      </a:cubicBezTo>
                      <a:cubicBezTo>
                        <a:pt x="3430" y="6836"/>
                        <a:pt x="3440" y="6836"/>
                        <a:pt x="3450" y="6836"/>
                      </a:cubicBezTo>
                      <a:cubicBezTo>
                        <a:pt x="5316" y="6836"/>
                        <a:pt x="6836" y="5315"/>
                        <a:pt x="6852" y="3433"/>
                      </a:cubicBezTo>
                      <a:cubicBezTo>
                        <a:pt x="6852" y="1540"/>
                        <a:pt x="5326" y="1"/>
                        <a:pt x="3446" y="1"/>
                      </a:cubicBezTo>
                      <a:cubicBezTo>
                        <a:pt x="3438" y="1"/>
                        <a:pt x="3430" y="1"/>
                        <a:pt x="342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6" name="Google Shape;1026;p17"/>
                <p:cNvSpPr/>
                <p:nvPr/>
              </p:nvSpPr>
              <p:spPr>
                <a:xfrm>
                  <a:off x="4199464" y="2602232"/>
                  <a:ext cx="351972" cy="1949975"/>
                </a:xfrm>
                <a:custGeom>
                  <a:avLst/>
                  <a:gdLst/>
                  <a:ahLst/>
                  <a:cxnLst/>
                  <a:rect l="l" t="t" r="r" b="b"/>
                  <a:pathLst>
                    <a:path w="2044" h="9712" extrusionOk="0">
                      <a:moveTo>
                        <a:pt x="1187" y="1"/>
                      </a:moveTo>
                      <a:lnTo>
                        <a:pt x="929" y="3420"/>
                      </a:lnTo>
                      <a:lnTo>
                        <a:pt x="14" y="2262"/>
                      </a:lnTo>
                      <a:lnTo>
                        <a:pt x="1" y="2276"/>
                      </a:lnTo>
                      <a:lnTo>
                        <a:pt x="900" y="3815"/>
                      </a:lnTo>
                      <a:lnTo>
                        <a:pt x="736" y="9712"/>
                      </a:lnTo>
                      <a:lnTo>
                        <a:pt x="1635" y="9712"/>
                      </a:lnTo>
                      <a:lnTo>
                        <a:pt x="1364" y="1854"/>
                      </a:lnTo>
                      <a:lnTo>
                        <a:pt x="2044" y="1020"/>
                      </a:lnTo>
                      <a:lnTo>
                        <a:pt x="2031" y="1007"/>
                      </a:lnTo>
                      <a:lnTo>
                        <a:pt x="1351" y="1648"/>
                      </a:lnTo>
                      <a:lnTo>
                        <a:pt x="1240" y="14"/>
                      </a:lnTo>
                      <a:lnTo>
                        <a:pt x="118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7" name="Google Shape;1027;p17"/>
                <p:cNvSpPr/>
                <p:nvPr/>
              </p:nvSpPr>
              <p:spPr>
                <a:xfrm>
                  <a:off x="4331976" y="1611982"/>
                  <a:ext cx="697292" cy="1951395"/>
                </a:xfrm>
                <a:custGeom>
                  <a:avLst/>
                  <a:gdLst/>
                  <a:ahLst/>
                  <a:cxnLst/>
                  <a:rect l="l" t="t" r="r" b="b"/>
                  <a:pathLst>
                    <a:path w="3939" h="6841" extrusionOk="0">
                      <a:moveTo>
                        <a:pt x="383" y="1"/>
                      </a:moveTo>
                      <a:cubicBezTo>
                        <a:pt x="248" y="1"/>
                        <a:pt x="120" y="13"/>
                        <a:pt x="0" y="32"/>
                      </a:cubicBezTo>
                      <a:cubicBezTo>
                        <a:pt x="1651" y="290"/>
                        <a:pt x="2903" y="1722"/>
                        <a:pt x="2903" y="3438"/>
                      </a:cubicBezTo>
                      <a:cubicBezTo>
                        <a:pt x="2890" y="5141"/>
                        <a:pt x="1635" y="6556"/>
                        <a:pt x="0" y="6801"/>
                      </a:cubicBezTo>
                      <a:cubicBezTo>
                        <a:pt x="164" y="6828"/>
                        <a:pt x="327" y="6841"/>
                        <a:pt x="507" y="6841"/>
                      </a:cubicBezTo>
                      <a:cubicBezTo>
                        <a:pt x="517" y="6841"/>
                        <a:pt x="527" y="6841"/>
                        <a:pt x="537" y="6841"/>
                      </a:cubicBezTo>
                      <a:cubicBezTo>
                        <a:pt x="2403" y="6841"/>
                        <a:pt x="3923" y="5320"/>
                        <a:pt x="3939" y="3438"/>
                      </a:cubicBezTo>
                      <a:cubicBezTo>
                        <a:pt x="3939" y="1545"/>
                        <a:pt x="2413" y="6"/>
                        <a:pt x="533" y="6"/>
                      </a:cubicBezTo>
                      <a:cubicBezTo>
                        <a:pt x="482" y="2"/>
                        <a:pt x="432" y="1"/>
                        <a:pt x="383" y="1"/>
                      </a:cubicBezTo>
                      <a:close/>
                    </a:path>
                  </a:pathLst>
                </a:custGeom>
                <a:solidFill>
                  <a:srgbClr val="473A50">
                    <a:alpha val="434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28" name="Google Shape;1028;p17"/>
              <p:cNvGrpSpPr/>
              <p:nvPr/>
            </p:nvGrpSpPr>
            <p:grpSpPr>
              <a:xfrm>
                <a:off x="666102" y="2406765"/>
                <a:ext cx="259816" cy="630384"/>
                <a:chOff x="3816313" y="1611982"/>
                <a:chExt cx="1212958" cy="2940225"/>
              </a:xfrm>
            </p:grpSpPr>
            <p:sp>
              <p:nvSpPr>
                <p:cNvPr id="1029" name="Google Shape;1029;p17"/>
                <p:cNvSpPr/>
                <p:nvPr/>
              </p:nvSpPr>
              <p:spPr>
                <a:xfrm>
                  <a:off x="3816313" y="1613408"/>
                  <a:ext cx="1212958" cy="1949969"/>
                </a:xfrm>
                <a:custGeom>
                  <a:avLst/>
                  <a:gdLst/>
                  <a:ahLst/>
                  <a:cxnLst/>
                  <a:rect l="l" t="t" r="r" b="b"/>
                  <a:pathLst>
                    <a:path w="6852" h="6836" extrusionOk="0">
                      <a:moveTo>
                        <a:pt x="3422" y="1"/>
                      </a:moveTo>
                      <a:cubicBezTo>
                        <a:pt x="1540" y="1"/>
                        <a:pt x="14" y="1519"/>
                        <a:pt x="1" y="3404"/>
                      </a:cubicBezTo>
                      <a:cubicBezTo>
                        <a:pt x="1" y="5299"/>
                        <a:pt x="1524" y="6836"/>
                        <a:pt x="3420" y="6836"/>
                      </a:cubicBezTo>
                      <a:cubicBezTo>
                        <a:pt x="3430" y="6836"/>
                        <a:pt x="3440" y="6836"/>
                        <a:pt x="3450" y="6836"/>
                      </a:cubicBezTo>
                      <a:cubicBezTo>
                        <a:pt x="5316" y="6836"/>
                        <a:pt x="6836" y="5315"/>
                        <a:pt x="6852" y="3433"/>
                      </a:cubicBezTo>
                      <a:cubicBezTo>
                        <a:pt x="6852" y="1540"/>
                        <a:pt x="5326" y="1"/>
                        <a:pt x="3446" y="1"/>
                      </a:cubicBezTo>
                      <a:cubicBezTo>
                        <a:pt x="3438" y="1"/>
                        <a:pt x="3430" y="1"/>
                        <a:pt x="342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0" name="Google Shape;1030;p17"/>
                <p:cNvSpPr/>
                <p:nvPr/>
              </p:nvSpPr>
              <p:spPr>
                <a:xfrm>
                  <a:off x="4199464" y="2602232"/>
                  <a:ext cx="351972" cy="1949975"/>
                </a:xfrm>
                <a:custGeom>
                  <a:avLst/>
                  <a:gdLst/>
                  <a:ahLst/>
                  <a:cxnLst/>
                  <a:rect l="l" t="t" r="r" b="b"/>
                  <a:pathLst>
                    <a:path w="2044" h="9712" extrusionOk="0">
                      <a:moveTo>
                        <a:pt x="1187" y="1"/>
                      </a:moveTo>
                      <a:lnTo>
                        <a:pt x="929" y="3420"/>
                      </a:lnTo>
                      <a:lnTo>
                        <a:pt x="14" y="2262"/>
                      </a:lnTo>
                      <a:lnTo>
                        <a:pt x="1" y="2276"/>
                      </a:lnTo>
                      <a:lnTo>
                        <a:pt x="900" y="3815"/>
                      </a:lnTo>
                      <a:lnTo>
                        <a:pt x="736" y="9712"/>
                      </a:lnTo>
                      <a:lnTo>
                        <a:pt x="1635" y="9712"/>
                      </a:lnTo>
                      <a:lnTo>
                        <a:pt x="1364" y="1854"/>
                      </a:lnTo>
                      <a:lnTo>
                        <a:pt x="2044" y="1020"/>
                      </a:lnTo>
                      <a:lnTo>
                        <a:pt x="2031" y="1007"/>
                      </a:lnTo>
                      <a:lnTo>
                        <a:pt x="1351" y="1648"/>
                      </a:lnTo>
                      <a:lnTo>
                        <a:pt x="1240" y="14"/>
                      </a:lnTo>
                      <a:lnTo>
                        <a:pt x="118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1" name="Google Shape;1031;p17"/>
                <p:cNvSpPr/>
                <p:nvPr/>
              </p:nvSpPr>
              <p:spPr>
                <a:xfrm>
                  <a:off x="4331976" y="1611982"/>
                  <a:ext cx="697292" cy="1951395"/>
                </a:xfrm>
                <a:custGeom>
                  <a:avLst/>
                  <a:gdLst/>
                  <a:ahLst/>
                  <a:cxnLst/>
                  <a:rect l="l" t="t" r="r" b="b"/>
                  <a:pathLst>
                    <a:path w="3939" h="6841" extrusionOk="0">
                      <a:moveTo>
                        <a:pt x="383" y="1"/>
                      </a:moveTo>
                      <a:cubicBezTo>
                        <a:pt x="248" y="1"/>
                        <a:pt x="120" y="13"/>
                        <a:pt x="0" y="32"/>
                      </a:cubicBezTo>
                      <a:cubicBezTo>
                        <a:pt x="1651" y="290"/>
                        <a:pt x="2903" y="1722"/>
                        <a:pt x="2903" y="3438"/>
                      </a:cubicBezTo>
                      <a:cubicBezTo>
                        <a:pt x="2890" y="5141"/>
                        <a:pt x="1635" y="6556"/>
                        <a:pt x="0" y="6801"/>
                      </a:cubicBezTo>
                      <a:cubicBezTo>
                        <a:pt x="164" y="6828"/>
                        <a:pt x="327" y="6841"/>
                        <a:pt x="507" y="6841"/>
                      </a:cubicBezTo>
                      <a:cubicBezTo>
                        <a:pt x="517" y="6841"/>
                        <a:pt x="527" y="6841"/>
                        <a:pt x="537" y="6841"/>
                      </a:cubicBezTo>
                      <a:cubicBezTo>
                        <a:pt x="2403" y="6841"/>
                        <a:pt x="3923" y="5320"/>
                        <a:pt x="3939" y="3438"/>
                      </a:cubicBezTo>
                      <a:cubicBezTo>
                        <a:pt x="3939" y="1545"/>
                        <a:pt x="2413" y="6"/>
                        <a:pt x="533" y="6"/>
                      </a:cubicBezTo>
                      <a:cubicBezTo>
                        <a:pt x="482" y="2"/>
                        <a:pt x="432" y="1"/>
                        <a:pt x="383" y="1"/>
                      </a:cubicBezTo>
                      <a:close/>
                    </a:path>
                  </a:pathLst>
                </a:custGeom>
                <a:solidFill>
                  <a:srgbClr val="473A50">
                    <a:alpha val="434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032" name="Google Shape;1032;p17"/>
            <p:cNvGrpSpPr/>
            <p:nvPr/>
          </p:nvGrpSpPr>
          <p:grpSpPr>
            <a:xfrm>
              <a:off x="460371" y="2728161"/>
              <a:ext cx="166791" cy="302717"/>
              <a:chOff x="3816307" y="2352225"/>
              <a:chExt cx="1213027" cy="2199981"/>
            </a:xfrm>
          </p:grpSpPr>
          <p:sp>
            <p:nvSpPr>
              <p:cNvPr id="1033" name="Google Shape;1033;p17"/>
              <p:cNvSpPr/>
              <p:nvPr/>
            </p:nvSpPr>
            <p:spPr>
              <a:xfrm>
                <a:off x="3816307" y="2353110"/>
                <a:ext cx="1213027" cy="1210194"/>
              </a:xfrm>
              <a:custGeom>
                <a:avLst/>
                <a:gdLst/>
                <a:ahLst/>
                <a:cxnLst/>
                <a:rect l="l" t="t" r="r" b="b"/>
                <a:pathLst>
                  <a:path w="6852" h="6836" extrusionOk="0">
                    <a:moveTo>
                      <a:pt x="3422" y="1"/>
                    </a:moveTo>
                    <a:cubicBezTo>
                      <a:pt x="1540" y="1"/>
                      <a:pt x="14" y="1519"/>
                      <a:pt x="1" y="3404"/>
                    </a:cubicBezTo>
                    <a:cubicBezTo>
                      <a:pt x="1" y="5299"/>
                      <a:pt x="1524" y="6836"/>
                      <a:pt x="3420" y="6836"/>
                    </a:cubicBezTo>
                    <a:cubicBezTo>
                      <a:pt x="3430" y="6836"/>
                      <a:pt x="3440" y="6836"/>
                      <a:pt x="3450" y="6836"/>
                    </a:cubicBezTo>
                    <a:cubicBezTo>
                      <a:pt x="5316" y="6836"/>
                      <a:pt x="6836" y="5315"/>
                      <a:pt x="6852" y="3433"/>
                    </a:cubicBezTo>
                    <a:cubicBezTo>
                      <a:pt x="6852" y="1540"/>
                      <a:pt x="5326" y="1"/>
                      <a:pt x="3446" y="1"/>
                    </a:cubicBezTo>
                    <a:cubicBezTo>
                      <a:pt x="3438" y="1"/>
                      <a:pt x="3430" y="1"/>
                      <a:pt x="342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4" name="Google Shape;1034;p17"/>
              <p:cNvSpPr/>
              <p:nvPr/>
            </p:nvSpPr>
            <p:spPr>
              <a:xfrm>
                <a:off x="4199402" y="2832867"/>
                <a:ext cx="361854" cy="1719340"/>
              </a:xfrm>
              <a:custGeom>
                <a:avLst/>
                <a:gdLst/>
                <a:ahLst/>
                <a:cxnLst/>
                <a:rect l="l" t="t" r="r" b="b"/>
                <a:pathLst>
                  <a:path w="2044" h="9712" extrusionOk="0">
                    <a:moveTo>
                      <a:pt x="1187" y="1"/>
                    </a:moveTo>
                    <a:lnTo>
                      <a:pt x="929" y="3420"/>
                    </a:lnTo>
                    <a:lnTo>
                      <a:pt x="14" y="2262"/>
                    </a:lnTo>
                    <a:lnTo>
                      <a:pt x="1" y="2276"/>
                    </a:lnTo>
                    <a:lnTo>
                      <a:pt x="900" y="3815"/>
                    </a:lnTo>
                    <a:lnTo>
                      <a:pt x="736" y="9712"/>
                    </a:lnTo>
                    <a:lnTo>
                      <a:pt x="1635" y="9712"/>
                    </a:lnTo>
                    <a:lnTo>
                      <a:pt x="1364" y="1854"/>
                    </a:lnTo>
                    <a:lnTo>
                      <a:pt x="2044" y="1020"/>
                    </a:lnTo>
                    <a:lnTo>
                      <a:pt x="2031" y="1007"/>
                    </a:lnTo>
                    <a:lnTo>
                      <a:pt x="1351" y="1648"/>
                    </a:lnTo>
                    <a:lnTo>
                      <a:pt x="1240" y="14"/>
                    </a:lnTo>
                    <a:lnTo>
                      <a:pt x="118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5" name="Google Shape;1035;p17"/>
              <p:cNvSpPr/>
              <p:nvPr/>
            </p:nvSpPr>
            <p:spPr>
              <a:xfrm>
                <a:off x="4331999" y="2352225"/>
                <a:ext cx="697331" cy="1211079"/>
              </a:xfrm>
              <a:custGeom>
                <a:avLst/>
                <a:gdLst/>
                <a:ahLst/>
                <a:cxnLst/>
                <a:rect l="l" t="t" r="r" b="b"/>
                <a:pathLst>
                  <a:path w="3939" h="6841" extrusionOk="0">
                    <a:moveTo>
                      <a:pt x="383" y="1"/>
                    </a:moveTo>
                    <a:cubicBezTo>
                      <a:pt x="248" y="1"/>
                      <a:pt x="120" y="13"/>
                      <a:pt x="0" y="32"/>
                    </a:cubicBezTo>
                    <a:cubicBezTo>
                      <a:pt x="1651" y="290"/>
                      <a:pt x="2903" y="1722"/>
                      <a:pt x="2903" y="3438"/>
                    </a:cubicBezTo>
                    <a:cubicBezTo>
                      <a:pt x="2890" y="5141"/>
                      <a:pt x="1635" y="6556"/>
                      <a:pt x="0" y="6801"/>
                    </a:cubicBezTo>
                    <a:cubicBezTo>
                      <a:pt x="164" y="6828"/>
                      <a:pt x="327" y="6841"/>
                      <a:pt x="507" y="6841"/>
                    </a:cubicBezTo>
                    <a:cubicBezTo>
                      <a:pt x="517" y="6841"/>
                      <a:pt x="527" y="6841"/>
                      <a:pt x="537" y="6841"/>
                    </a:cubicBezTo>
                    <a:cubicBezTo>
                      <a:pt x="2403" y="6841"/>
                      <a:pt x="3923" y="5320"/>
                      <a:pt x="3939" y="3438"/>
                    </a:cubicBezTo>
                    <a:cubicBezTo>
                      <a:pt x="3939" y="1545"/>
                      <a:pt x="2413" y="6"/>
                      <a:pt x="533" y="6"/>
                    </a:cubicBezTo>
                    <a:cubicBezTo>
                      <a:pt x="482" y="2"/>
                      <a:pt x="432" y="1"/>
                      <a:pt x="383" y="1"/>
                    </a:cubicBezTo>
                    <a:close/>
                  </a:path>
                </a:pathLst>
              </a:custGeom>
              <a:solidFill>
                <a:srgbClr val="473A50">
                  <a:alpha val="434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 and six columns">
  <p:cSld name="CUSTOM_7">
    <p:spTree>
      <p:nvGrpSpPr>
        <p:cNvPr id="1" name="Shape 1036"/>
        <p:cNvGrpSpPr/>
        <p:nvPr/>
      </p:nvGrpSpPr>
      <p:grpSpPr>
        <a:xfrm>
          <a:off x="0" y="0"/>
          <a:ext cx="0" cy="0"/>
          <a:chOff x="0" y="0"/>
          <a:chExt cx="0" cy="0"/>
        </a:xfrm>
      </p:grpSpPr>
      <p:sp>
        <p:nvSpPr>
          <p:cNvPr id="1037" name="Google Shape;1037;p18"/>
          <p:cNvSpPr txBox="1">
            <a:spLocks noGrp="1"/>
          </p:cNvSpPr>
          <p:nvPr>
            <p:ph type="title"/>
          </p:nvPr>
        </p:nvSpPr>
        <p:spPr>
          <a:xfrm>
            <a:off x="720000" y="3688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1038" name="Google Shape;1038;p18"/>
          <p:cNvSpPr txBox="1">
            <a:spLocks noGrp="1"/>
          </p:cNvSpPr>
          <p:nvPr>
            <p:ph type="subTitle" idx="1"/>
          </p:nvPr>
        </p:nvSpPr>
        <p:spPr>
          <a:xfrm>
            <a:off x="720002" y="1467436"/>
            <a:ext cx="1986000" cy="11052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1600"/>
              </a:spcBef>
              <a:spcAft>
                <a:spcPts val="0"/>
              </a:spcAft>
              <a:buSzPts val="1200"/>
              <a:buNone/>
              <a:defRPr/>
            </a:lvl3pPr>
            <a:lvl4pPr lvl="3" algn="ctr" rtl="0">
              <a:lnSpc>
                <a:spcPct val="100000"/>
              </a:lnSpc>
              <a:spcBef>
                <a:spcPts val="1600"/>
              </a:spcBef>
              <a:spcAft>
                <a:spcPts val="0"/>
              </a:spcAft>
              <a:buSzPts val="1200"/>
              <a:buNone/>
              <a:defRPr/>
            </a:lvl4pPr>
            <a:lvl5pPr lvl="4" algn="ctr" rtl="0">
              <a:lnSpc>
                <a:spcPct val="100000"/>
              </a:lnSpc>
              <a:spcBef>
                <a:spcPts val="1600"/>
              </a:spcBef>
              <a:spcAft>
                <a:spcPts val="0"/>
              </a:spcAft>
              <a:buSzPts val="1200"/>
              <a:buNone/>
              <a:defRPr/>
            </a:lvl5pPr>
            <a:lvl6pPr lvl="5" algn="ctr" rtl="0">
              <a:lnSpc>
                <a:spcPct val="100000"/>
              </a:lnSpc>
              <a:spcBef>
                <a:spcPts val="1600"/>
              </a:spcBef>
              <a:spcAft>
                <a:spcPts val="0"/>
              </a:spcAft>
              <a:buSzPts val="1200"/>
              <a:buNone/>
              <a:defRPr/>
            </a:lvl6pPr>
            <a:lvl7pPr lvl="6" algn="ctr" rtl="0">
              <a:lnSpc>
                <a:spcPct val="100000"/>
              </a:lnSpc>
              <a:spcBef>
                <a:spcPts val="1600"/>
              </a:spcBef>
              <a:spcAft>
                <a:spcPts val="0"/>
              </a:spcAft>
              <a:buSzPts val="1200"/>
              <a:buNone/>
              <a:defRPr/>
            </a:lvl7pPr>
            <a:lvl8pPr lvl="7" algn="ctr" rtl="0">
              <a:lnSpc>
                <a:spcPct val="100000"/>
              </a:lnSpc>
              <a:spcBef>
                <a:spcPts val="1600"/>
              </a:spcBef>
              <a:spcAft>
                <a:spcPts val="0"/>
              </a:spcAft>
              <a:buSzPts val="1200"/>
              <a:buNone/>
              <a:defRPr/>
            </a:lvl8pPr>
            <a:lvl9pPr lvl="8" algn="ctr" rtl="0">
              <a:lnSpc>
                <a:spcPct val="100000"/>
              </a:lnSpc>
              <a:spcBef>
                <a:spcPts val="1600"/>
              </a:spcBef>
              <a:spcAft>
                <a:spcPts val="1600"/>
              </a:spcAft>
              <a:buSzPts val="1200"/>
              <a:buNone/>
              <a:defRPr/>
            </a:lvl9pPr>
          </a:lstStyle>
          <a:p>
            <a:endParaRPr/>
          </a:p>
        </p:txBody>
      </p:sp>
      <p:sp>
        <p:nvSpPr>
          <p:cNvPr id="1039" name="Google Shape;1039;p18"/>
          <p:cNvSpPr txBox="1">
            <a:spLocks noGrp="1"/>
          </p:cNvSpPr>
          <p:nvPr>
            <p:ph type="subTitle" idx="2"/>
          </p:nvPr>
        </p:nvSpPr>
        <p:spPr>
          <a:xfrm>
            <a:off x="3579000" y="1467436"/>
            <a:ext cx="1986000" cy="11052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1600"/>
              </a:spcBef>
              <a:spcAft>
                <a:spcPts val="0"/>
              </a:spcAft>
              <a:buSzPts val="1200"/>
              <a:buNone/>
              <a:defRPr/>
            </a:lvl3pPr>
            <a:lvl4pPr lvl="3" algn="ctr" rtl="0">
              <a:lnSpc>
                <a:spcPct val="100000"/>
              </a:lnSpc>
              <a:spcBef>
                <a:spcPts val="1600"/>
              </a:spcBef>
              <a:spcAft>
                <a:spcPts val="0"/>
              </a:spcAft>
              <a:buSzPts val="1200"/>
              <a:buNone/>
              <a:defRPr/>
            </a:lvl4pPr>
            <a:lvl5pPr lvl="4" algn="ctr" rtl="0">
              <a:lnSpc>
                <a:spcPct val="100000"/>
              </a:lnSpc>
              <a:spcBef>
                <a:spcPts val="1600"/>
              </a:spcBef>
              <a:spcAft>
                <a:spcPts val="0"/>
              </a:spcAft>
              <a:buSzPts val="1200"/>
              <a:buNone/>
              <a:defRPr/>
            </a:lvl5pPr>
            <a:lvl6pPr lvl="5" algn="ctr" rtl="0">
              <a:lnSpc>
                <a:spcPct val="100000"/>
              </a:lnSpc>
              <a:spcBef>
                <a:spcPts val="1600"/>
              </a:spcBef>
              <a:spcAft>
                <a:spcPts val="0"/>
              </a:spcAft>
              <a:buSzPts val="1200"/>
              <a:buNone/>
              <a:defRPr/>
            </a:lvl6pPr>
            <a:lvl7pPr lvl="6" algn="ctr" rtl="0">
              <a:lnSpc>
                <a:spcPct val="100000"/>
              </a:lnSpc>
              <a:spcBef>
                <a:spcPts val="1600"/>
              </a:spcBef>
              <a:spcAft>
                <a:spcPts val="0"/>
              </a:spcAft>
              <a:buSzPts val="1200"/>
              <a:buNone/>
              <a:defRPr/>
            </a:lvl7pPr>
            <a:lvl8pPr lvl="7" algn="ctr" rtl="0">
              <a:lnSpc>
                <a:spcPct val="100000"/>
              </a:lnSpc>
              <a:spcBef>
                <a:spcPts val="1600"/>
              </a:spcBef>
              <a:spcAft>
                <a:spcPts val="0"/>
              </a:spcAft>
              <a:buSzPts val="1200"/>
              <a:buNone/>
              <a:defRPr/>
            </a:lvl8pPr>
            <a:lvl9pPr lvl="8" algn="ctr" rtl="0">
              <a:lnSpc>
                <a:spcPct val="100000"/>
              </a:lnSpc>
              <a:spcBef>
                <a:spcPts val="1600"/>
              </a:spcBef>
              <a:spcAft>
                <a:spcPts val="1600"/>
              </a:spcAft>
              <a:buSzPts val="1200"/>
              <a:buNone/>
              <a:defRPr/>
            </a:lvl9pPr>
          </a:lstStyle>
          <a:p>
            <a:endParaRPr/>
          </a:p>
        </p:txBody>
      </p:sp>
      <p:sp>
        <p:nvSpPr>
          <p:cNvPr id="1040" name="Google Shape;1040;p18"/>
          <p:cNvSpPr txBox="1">
            <a:spLocks noGrp="1"/>
          </p:cNvSpPr>
          <p:nvPr>
            <p:ph type="subTitle" idx="3"/>
          </p:nvPr>
        </p:nvSpPr>
        <p:spPr>
          <a:xfrm>
            <a:off x="720002" y="3045325"/>
            <a:ext cx="1986000" cy="11052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1600"/>
              </a:spcBef>
              <a:spcAft>
                <a:spcPts val="0"/>
              </a:spcAft>
              <a:buSzPts val="1200"/>
              <a:buNone/>
              <a:defRPr/>
            </a:lvl3pPr>
            <a:lvl4pPr lvl="3" algn="ctr" rtl="0">
              <a:lnSpc>
                <a:spcPct val="100000"/>
              </a:lnSpc>
              <a:spcBef>
                <a:spcPts val="1600"/>
              </a:spcBef>
              <a:spcAft>
                <a:spcPts val="0"/>
              </a:spcAft>
              <a:buSzPts val="1200"/>
              <a:buNone/>
              <a:defRPr/>
            </a:lvl4pPr>
            <a:lvl5pPr lvl="4" algn="ctr" rtl="0">
              <a:lnSpc>
                <a:spcPct val="100000"/>
              </a:lnSpc>
              <a:spcBef>
                <a:spcPts val="1600"/>
              </a:spcBef>
              <a:spcAft>
                <a:spcPts val="0"/>
              </a:spcAft>
              <a:buSzPts val="1200"/>
              <a:buNone/>
              <a:defRPr/>
            </a:lvl5pPr>
            <a:lvl6pPr lvl="5" algn="ctr" rtl="0">
              <a:lnSpc>
                <a:spcPct val="100000"/>
              </a:lnSpc>
              <a:spcBef>
                <a:spcPts val="1600"/>
              </a:spcBef>
              <a:spcAft>
                <a:spcPts val="0"/>
              </a:spcAft>
              <a:buSzPts val="1200"/>
              <a:buNone/>
              <a:defRPr/>
            </a:lvl6pPr>
            <a:lvl7pPr lvl="6" algn="ctr" rtl="0">
              <a:lnSpc>
                <a:spcPct val="100000"/>
              </a:lnSpc>
              <a:spcBef>
                <a:spcPts val="1600"/>
              </a:spcBef>
              <a:spcAft>
                <a:spcPts val="0"/>
              </a:spcAft>
              <a:buSzPts val="1200"/>
              <a:buNone/>
              <a:defRPr/>
            </a:lvl7pPr>
            <a:lvl8pPr lvl="7" algn="ctr" rtl="0">
              <a:lnSpc>
                <a:spcPct val="100000"/>
              </a:lnSpc>
              <a:spcBef>
                <a:spcPts val="1600"/>
              </a:spcBef>
              <a:spcAft>
                <a:spcPts val="0"/>
              </a:spcAft>
              <a:buSzPts val="1200"/>
              <a:buNone/>
              <a:defRPr/>
            </a:lvl8pPr>
            <a:lvl9pPr lvl="8" algn="ctr" rtl="0">
              <a:lnSpc>
                <a:spcPct val="100000"/>
              </a:lnSpc>
              <a:spcBef>
                <a:spcPts val="1600"/>
              </a:spcBef>
              <a:spcAft>
                <a:spcPts val="1600"/>
              </a:spcAft>
              <a:buSzPts val="1200"/>
              <a:buNone/>
              <a:defRPr/>
            </a:lvl9pPr>
          </a:lstStyle>
          <a:p>
            <a:endParaRPr/>
          </a:p>
        </p:txBody>
      </p:sp>
      <p:sp>
        <p:nvSpPr>
          <p:cNvPr id="1041" name="Google Shape;1041;p18"/>
          <p:cNvSpPr txBox="1">
            <a:spLocks noGrp="1"/>
          </p:cNvSpPr>
          <p:nvPr>
            <p:ph type="subTitle" idx="4"/>
          </p:nvPr>
        </p:nvSpPr>
        <p:spPr>
          <a:xfrm>
            <a:off x="3579000" y="3045325"/>
            <a:ext cx="1986000" cy="11052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1600"/>
              </a:spcBef>
              <a:spcAft>
                <a:spcPts val="0"/>
              </a:spcAft>
              <a:buSzPts val="1200"/>
              <a:buNone/>
              <a:defRPr/>
            </a:lvl3pPr>
            <a:lvl4pPr lvl="3" algn="ctr" rtl="0">
              <a:lnSpc>
                <a:spcPct val="100000"/>
              </a:lnSpc>
              <a:spcBef>
                <a:spcPts val="1600"/>
              </a:spcBef>
              <a:spcAft>
                <a:spcPts val="0"/>
              </a:spcAft>
              <a:buSzPts val="1200"/>
              <a:buNone/>
              <a:defRPr/>
            </a:lvl4pPr>
            <a:lvl5pPr lvl="4" algn="ctr" rtl="0">
              <a:lnSpc>
                <a:spcPct val="100000"/>
              </a:lnSpc>
              <a:spcBef>
                <a:spcPts val="1600"/>
              </a:spcBef>
              <a:spcAft>
                <a:spcPts val="0"/>
              </a:spcAft>
              <a:buSzPts val="1200"/>
              <a:buNone/>
              <a:defRPr/>
            </a:lvl5pPr>
            <a:lvl6pPr lvl="5" algn="ctr" rtl="0">
              <a:lnSpc>
                <a:spcPct val="100000"/>
              </a:lnSpc>
              <a:spcBef>
                <a:spcPts val="1600"/>
              </a:spcBef>
              <a:spcAft>
                <a:spcPts val="0"/>
              </a:spcAft>
              <a:buSzPts val="1200"/>
              <a:buNone/>
              <a:defRPr/>
            </a:lvl6pPr>
            <a:lvl7pPr lvl="6" algn="ctr" rtl="0">
              <a:lnSpc>
                <a:spcPct val="100000"/>
              </a:lnSpc>
              <a:spcBef>
                <a:spcPts val="1600"/>
              </a:spcBef>
              <a:spcAft>
                <a:spcPts val="0"/>
              </a:spcAft>
              <a:buSzPts val="1200"/>
              <a:buNone/>
              <a:defRPr/>
            </a:lvl7pPr>
            <a:lvl8pPr lvl="7" algn="ctr" rtl="0">
              <a:lnSpc>
                <a:spcPct val="100000"/>
              </a:lnSpc>
              <a:spcBef>
                <a:spcPts val="1600"/>
              </a:spcBef>
              <a:spcAft>
                <a:spcPts val="0"/>
              </a:spcAft>
              <a:buSzPts val="1200"/>
              <a:buNone/>
              <a:defRPr/>
            </a:lvl8pPr>
            <a:lvl9pPr lvl="8" algn="ctr" rtl="0">
              <a:lnSpc>
                <a:spcPct val="100000"/>
              </a:lnSpc>
              <a:spcBef>
                <a:spcPts val="1600"/>
              </a:spcBef>
              <a:spcAft>
                <a:spcPts val="1600"/>
              </a:spcAft>
              <a:buSzPts val="1200"/>
              <a:buNone/>
              <a:defRPr/>
            </a:lvl9pPr>
          </a:lstStyle>
          <a:p>
            <a:endParaRPr/>
          </a:p>
        </p:txBody>
      </p:sp>
      <p:sp>
        <p:nvSpPr>
          <p:cNvPr id="1042" name="Google Shape;1042;p18"/>
          <p:cNvSpPr txBox="1">
            <a:spLocks noGrp="1"/>
          </p:cNvSpPr>
          <p:nvPr>
            <p:ph type="subTitle" idx="5"/>
          </p:nvPr>
        </p:nvSpPr>
        <p:spPr>
          <a:xfrm>
            <a:off x="6437998" y="1467436"/>
            <a:ext cx="1986000" cy="11052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1600"/>
              </a:spcBef>
              <a:spcAft>
                <a:spcPts val="0"/>
              </a:spcAft>
              <a:buSzPts val="1200"/>
              <a:buNone/>
              <a:defRPr/>
            </a:lvl3pPr>
            <a:lvl4pPr lvl="3" algn="ctr" rtl="0">
              <a:lnSpc>
                <a:spcPct val="100000"/>
              </a:lnSpc>
              <a:spcBef>
                <a:spcPts val="1600"/>
              </a:spcBef>
              <a:spcAft>
                <a:spcPts val="0"/>
              </a:spcAft>
              <a:buSzPts val="1200"/>
              <a:buNone/>
              <a:defRPr/>
            </a:lvl4pPr>
            <a:lvl5pPr lvl="4" algn="ctr" rtl="0">
              <a:lnSpc>
                <a:spcPct val="100000"/>
              </a:lnSpc>
              <a:spcBef>
                <a:spcPts val="1600"/>
              </a:spcBef>
              <a:spcAft>
                <a:spcPts val="0"/>
              </a:spcAft>
              <a:buSzPts val="1200"/>
              <a:buNone/>
              <a:defRPr/>
            </a:lvl5pPr>
            <a:lvl6pPr lvl="5" algn="ctr" rtl="0">
              <a:lnSpc>
                <a:spcPct val="100000"/>
              </a:lnSpc>
              <a:spcBef>
                <a:spcPts val="1600"/>
              </a:spcBef>
              <a:spcAft>
                <a:spcPts val="0"/>
              </a:spcAft>
              <a:buSzPts val="1200"/>
              <a:buNone/>
              <a:defRPr/>
            </a:lvl6pPr>
            <a:lvl7pPr lvl="6" algn="ctr" rtl="0">
              <a:lnSpc>
                <a:spcPct val="100000"/>
              </a:lnSpc>
              <a:spcBef>
                <a:spcPts val="1600"/>
              </a:spcBef>
              <a:spcAft>
                <a:spcPts val="0"/>
              </a:spcAft>
              <a:buSzPts val="1200"/>
              <a:buNone/>
              <a:defRPr/>
            </a:lvl7pPr>
            <a:lvl8pPr lvl="7" algn="ctr" rtl="0">
              <a:lnSpc>
                <a:spcPct val="100000"/>
              </a:lnSpc>
              <a:spcBef>
                <a:spcPts val="1600"/>
              </a:spcBef>
              <a:spcAft>
                <a:spcPts val="0"/>
              </a:spcAft>
              <a:buSzPts val="1200"/>
              <a:buNone/>
              <a:defRPr/>
            </a:lvl8pPr>
            <a:lvl9pPr lvl="8" algn="ctr" rtl="0">
              <a:lnSpc>
                <a:spcPct val="100000"/>
              </a:lnSpc>
              <a:spcBef>
                <a:spcPts val="1600"/>
              </a:spcBef>
              <a:spcAft>
                <a:spcPts val="1600"/>
              </a:spcAft>
              <a:buSzPts val="1200"/>
              <a:buNone/>
              <a:defRPr/>
            </a:lvl9pPr>
          </a:lstStyle>
          <a:p>
            <a:endParaRPr/>
          </a:p>
        </p:txBody>
      </p:sp>
      <p:sp>
        <p:nvSpPr>
          <p:cNvPr id="1043" name="Google Shape;1043;p18"/>
          <p:cNvSpPr txBox="1">
            <a:spLocks noGrp="1"/>
          </p:cNvSpPr>
          <p:nvPr>
            <p:ph type="subTitle" idx="6"/>
          </p:nvPr>
        </p:nvSpPr>
        <p:spPr>
          <a:xfrm>
            <a:off x="6437998" y="3045325"/>
            <a:ext cx="1986000" cy="11052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1600"/>
              </a:spcBef>
              <a:spcAft>
                <a:spcPts val="0"/>
              </a:spcAft>
              <a:buSzPts val="1200"/>
              <a:buNone/>
              <a:defRPr/>
            </a:lvl3pPr>
            <a:lvl4pPr lvl="3" algn="ctr" rtl="0">
              <a:lnSpc>
                <a:spcPct val="100000"/>
              </a:lnSpc>
              <a:spcBef>
                <a:spcPts val="1600"/>
              </a:spcBef>
              <a:spcAft>
                <a:spcPts val="0"/>
              </a:spcAft>
              <a:buSzPts val="1200"/>
              <a:buNone/>
              <a:defRPr/>
            </a:lvl4pPr>
            <a:lvl5pPr lvl="4" algn="ctr" rtl="0">
              <a:lnSpc>
                <a:spcPct val="100000"/>
              </a:lnSpc>
              <a:spcBef>
                <a:spcPts val="1600"/>
              </a:spcBef>
              <a:spcAft>
                <a:spcPts val="0"/>
              </a:spcAft>
              <a:buSzPts val="1200"/>
              <a:buNone/>
              <a:defRPr/>
            </a:lvl5pPr>
            <a:lvl6pPr lvl="5" algn="ctr" rtl="0">
              <a:lnSpc>
                <a:spcPct val="100000"/>
              </a:lnSpc>
              <a:spcBef>
                <a:spcPts val="1600"/>
              </a:spcBef>
              <a:spcAft>
                <a:spcPts val="0"/>
              </a:spcAft>
              <a:buSzPts val="1200"/>
              <a:buNone/>
              <a:defRPr/>
            </a:lvl6pPr>
            <a:lvl7pPr lvl="6" algn="ctr" rtl="0">
              <a:lnSpc>
                <a:spcPct val="100000"/>
              </a:lnSpc>
              <a:spcBef>
                <a:spcPts val="1600"/>
              </a:spcBef>
              <a:spcAft>
                <a:spcPts val="0"/>
              </a:spcAft>
              <a:buSzPts val="1200"/>
              <a:buNone/>
              <a:defRPr/>
            </a:lvl7pPr>
            <a:lvl8pPr lvl="7" algn="ctr" rtl="0">
              <a:lnSpc>
                <a:spcPct val="100000"/>
              </a:lnSpc>
              <a:spcBef>
                <a:spcPts val="1600"/>
              </a:spcBef>
              <a:spcAft>
                <a:spcPts val="0"/>
              </a:spcAft>
              <a:buSzPts val="1200"/>
              <a:buNone/>
              <a:defRPr/>
            </a:lvl8pPr>
            <a:lvl9pPr lvl="8" algn="ctr" rtl="0">
              <a:lnSpc>
                <a:spcPct val="100000"/>
              </a:lnSpc>
              <a:spcBef>
                <a:spcPts val="1600"/>
              </a:spcBef>
              <a:spcAft>
                <a:spcPts val="1600"/>
              </a:spcAft>
              <a:buSzPts val="1200"/>
              <a:buNone/>
              <a:defRPr/>
            </a:lvl9pPr>
          </a:lstStyle>
          <a:p>
            <a:endParaRPr/>
          </a:p>
        </p:txBody>
      </p:sp>
      <p:sp>
        <p:nvSpPr>
          <p:cNvPr id="1044" name="Google Shape;1044;p18"/>
          <p:cNvSpPr txBox="1">
            <a:spLocks noGrp="1"/>
          </p:cNvSpPr>
          <p:nvPr>
            <p:ph type="subTitle" idx="7"/>
          </p:nvPr>
        </p:nvSpPr>
        <p:spPr>
          <a:xfrm>
            <a:off x="723902" y="1183863"/>
            <a:ext cx="1978200" cy="3771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2400"/>
              <a:buFont typeface="Bebas Neue"/>
              <a:buNone/>
              <a:defRPr sz="2100">
                <a:solidFill>
                  <a:schemeClr val="dk1"/>
                </a:solidFill>
                <a:latin typeface="Poppins ExtraBold"/>
                <a:ea typeface="Poppins ExtraBold"/>
                <a:cs typeface="Poppins ExtraBold"/>
                <a:sym typeface="Poppins ExtraBold"/>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1045" name="Google Shape;1045;p18"/>
          <p:cNvSpPr txBox="1">
            <a:spLocks noGrp="1"/>
          </p:cNvSpPr>
          <p:nvPr>
            <p:ph type="subTitle" idx="8"/>
          </p:nvPr>
        </p:nvSpPr>
        <p:spPr>
          <a:xfrm>
            <a:off x="3582900" y="1183863"/>
            <a:ext cx="1978200" cy="3771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2400"/>
              <a:buFont typeface="Bebas Neue"/>
              <a:buNone/>
              <a:defRPr sz="2100">
                <a:solidFill>
                  <a:schemeClr val="dk1"/>
                </a:solidFill>
                <a:latin typeface="Poppins ExtraBold"/>
                <a:ea typeface="Poppins ExtraBold"/>
                <a:cs typeface="Poppins ExtraBold"/>
                <a:sym typeface="Poppins ExtraBold"/>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1046" name="Google Shape;1046;p18"/>
          <p:cNvSpPr txBox="1">
            <a:spLocks noGrp="1"/>
          </p:cNvSpPr>
          <p:nvPr>
            <p:ph type="subTitle" idx="9"/>
          </p:nvPr>
        </p:nvSpPr>
        <p:spPr>
          <a:xfrm>
            <a:off x="6441898" y="1183863"/>
            <a:ext cx="1978200" cy="3771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2400"/>
              <a:buFont typeface="Bebas Neue"/>
              <a:buNone/>
              <a:defRPr sz="2100">
                <a:solidFill>
                  <a:schemeClr val="dk1"/>
                </a:solidFill>
                <a:latin typeface="Poppins ExtraBold"/>
                <a:ea typeface="Poppins ExtraBold"/>
                <a:cs typeface="Poppins ExtraBold"/>
                <a:sym typeface="Poppins ExtraBold"/>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1047" name="Google Shape;1047;p18"/>
          <p:cNvSpPr txBox="1">
            <a:spLocks noGrp="1"/>
          </p:cNvSpPr>
          <p:nvPr>
            <p:ph type="subTitle" idx="13"/>
          </p:nvPr>
        </p:nvSpPr>
        <p:spPr>
          <a:xfrm>
            <a:off x="723902" y="2758550"/>
            <a:ext cx="1978200" cy="3771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2400"/>
              <a:buFont typeface="Bebas Neue"/>
              <a:buNone/>
              <a:defRPr sz="2100">
                <a:solidFill>
                  <a:schemeClr val="dk1"/>
                </a:solidFill>
                <a:latin typeface="Poppins ExtraBold"/>
                <a:ea typeface="Poppins ExtraBold"/>
                <a:cs typeface="Poppins ExtraBold"/>
                <a:sym typeface="Poppins ExtraBold"/>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1048" name="Google Shape;1048;p18"/>
          <p:cNvSpPr txBox="1">
            <a:spLocks noGrp="1"/>
          </p:cNvSpPr>
          <p:nvPr>
            <p:ph type="subTitle" idx="14"/>
          </p:nvPr>
        </p:nvSpPr>
        <p:spPr>
          <a:xfrm>
            <a:off x="3582900" y="2758550"/>
            <a:ext cx="1978200" cy="3771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2400"/>
              <a:buFont typeface="Bebas Neue"/>
              <a:buNone/>
              <a:defRPr sz="2100">
                <a:solidFill>
                  <a:schemeClr val="dk1"/>
                </a:solidFill>
                <a:latin typeface="Poppins ExtraBold"/>
                <a:ea typeface="Poppins ExtraBold"/>
                <a:cs typeface="Poppins ExtraBold"/>
                <a:sym typeface="Poppins ExtraBold"/>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1049" name="Google Shape;1049;p18"/>
          <p:cNvSpPr txBox="1">
            <a:spLocks noGrp="1"/>
          </p:cNvSpPr>
          <p:nvPr>
            <p:ph type="subTitle" idx="15"/>
          </p:nvPr>
        </p:nvSpPr>
        <p:spPr>
          <a:xfrm>
            <a:off x="6441898" y="2758550"/>
            <a:ext cx="1978200" cy="3771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2400"/>
              <a:buFont typeface="Bebas Neue"/>
              <a:buNone/>
              <a:defRPr sz="2100">
                <a:solidFill>
                  <a:schemeClr val="dk1"/>
                </a:solidFill>
                <a:latin typeface="Poppins ExtraBold"/>
                <a:ea typeface="Poppins ExtraBold"/>
                <a:cs typeface="Poppins ExtraBold"/>
                <a:sym typeface="Poppins ExtraBold"/>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1050" name="Google Shape;1050;p18"/>
          <p:cNvSpPr/>
          <p:nvPr/>
        </p:nvSpPr>
        <p:spPr>
          <a:xfrm>
            <a:off x="7653349" y="4173425"/>
            <a:ext cx="2989500" cy="2989500"/>
          </a:xfrm>
          <a:prstGeom prst="ellipse">
            <a:avLst/>
          </a:prstGeom>
          <a:solidFill>
            <a:srgbClr val="897FBB">
              <a:alpha val="291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051" name="Google Shape;1051;p18"/>
          <p:cNvGrpSpPr/>
          <p:nvPr/>
        </p:nvGrpSpPr>
        <p:grpSpPr>
          <a:xfrm flipH="1">
            <a:off x="-1191848" y="3286771"/>
            <a:ext cx="13848078" cy="1717216"/>
            <a:chOff x="3225200" y="1878300"/>
            <a:chExt cx="5251850" cy="651250"/>
          </a:xfrm>
        </p:grpSpPr>
        <p:sp>
          <p:nvSpPr>
            <p:cNvPr id="1052" name="Google Shape;1052;p18"/>
            <p:cNvSpPr/>
            <p:nvPr/>
          </p:nvSpPr>
          <p:spPr>
            <a:xfrm>
              <a:off x="3225200" y="1878300"/>
              <a:ext cx="5240150" cy="651250"/>
            </a:xfrm>
            <a:custGeom>
              <a:avLst/>
              <a:gdLst/>
              <a:ahLst/>
              <a:cxnLst/>
              <a:rect l="l" t="t" r="r" b="b"/>
              <a:pathLst>
                <a:path w="209606" h="26050" extrusionOk="0">
                  <a:moveTo>
                    <a:pt x="1" y="0"/>
                  </a:moveTo>
                  <a:lnTo>
                    <a:pt x="1" y="6104"/>
                  </a:lnTo>
                  <a:lnTo>
                    <a:pt x="55231" y="6104"/>
                  </a:lnTo>
                  <a:cubicBezTo>
                    <a:pt x="56305" y="6104"/>
                    <a:pt x="57177" y="6976"/>
                    <a:pt x="57177" y="8023"/>
                  </a:cubicBezTo>
                  <a:cubicBezTo>
                    <a:pt x="57177" y="9097"/>
                    <a:pt x="56305" y="9969"/>
                    <a:pt x="55231" y="9969"/>
                  </a:cubicBezTo>
                  <a:lnTo>
                    <a:pt x="36074" y="9969"/>
                  </a:lnTo>
                  <a:cubicBezTo>
                    <a:pt x="31714" y="9969"/>
                    <a:pt x="28170" y="13429"/>
                    <a:pt x="28052" y="17761"/>
                  </a:cubicBezTo>
                  <a:lnTo>
                    <a:pt x="28024" y="17761"/>
                  </a:lnTo>
                  <a:lnTo>
                    <a:pt x="28024" y="18026"/>
                  </a:lnTo>
                  <a:cubicBezTo>
                    <a:pt x="28024" y="22442"/>
                    <a:pt x="31630" y="26049"/>
                    <a:pt x="36074" y="26049"/>
                  </a:cubicBezTo>
                  <a:lnTo>
                    <a:pt x="209606" y="26049"/>
                  </a:lnTo>
                  <a:lnTo>
                    <a:pt x="209606" y="19945"/>
                  </a:lnTo>
                  <a:lnTo>
                    <a:pt x="36074" y="19945"/>
                  </a:lnTo>
                  <a:cubicBezTo>
                    <a:pt x="35091" y="19945"/>
                    <a:pt x="34274" y="19212"/>
                    <a:pt x="34156" y="18257"/>
                  </a:cubicBezTo>
                  <a:cubicBezTo>
                    <a:pt x="34156" y="18166"/>
                    <a:pt x="34128" y="18082"/>
                    <a:pt x="34128" y="17992"/>
                  </a:cubicBezTo>
                  <a:cubicBezTo>
                    <a:pt x="34128" y="16945"/>
                    <a:pt x="35000" y="16073"/>
                    <a:pt x="36074" y="16073"/>
                  </a:cubicBezTo>
                  <a:lnTo>
                    <a:pt x="55231" y="16073"/>
                  </a:lnTo>
                  <a:cubicBezTo>
                    <a:pt x="59682" y="16073"/>
                    <a:pt x="63281" y="12473"/>
                    <a:pt x="63281" y="8023"/>
                  </a:cubicBezTo>
                  <a:cubicBezTo>
                    <a:pt x="63281" y="3607"/>
                    <a:pt x="59682" y="0"/>
                    <a:pt x="55231" y="0"/>
                  </a:cubicBezTo>
                  <a:close/>
                </a:path>
              </a:pathLst>
            </a:custGeom>
            <a:solidFill>
              <a:schemeClr val="accent5"/>
            </a:solidFill>
            <a:ln>
              <a:noFill/>
            </a:ln>
            <a:effectLst>
              <a:outerShdw dist="57150" dir="6300000" algn="bl" rotWithShape="0">
                <a:schemeClr val="dk1">
                  <a:alpha val="35000"/>
                </a:scheme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endParaRPr/>
            </a:p>
          </p:txBody>
        </p:sp>
        <p:sp>
          <p:nvSpPr>
            <p:cNvPr id="1053" name="Google Shape;1053;p18"/>
            <p:cNvSpPr/>
            <p:nvPr/>
          </p:nvSpPr>
          <p:spPr>
            <a:xfrm>
              <a:off x="3468675" y="1951725"/>
              <a:ext cx="24100" cy="5775"/>
            </a:xfrm>
            <a:custGeom>
              <a:avLst/>
              <a:gdLst/>
              <a:ahLst/>
              <a:cxnLst/>
              <a:rect l="l" t="t" r="r" b="b"/>
              <a:pathLst>
                <a:path w="964" h="231" extrusionOk="0">
                  <a:moveTo>
                    <a:pt x="0" y="0"/>
                  </a:moveTo>
                  <a:lnTo>
                    <a:pt x="0" y="230"/>
                  </a:lnTo>
                  <a:lnTo>
                    <a:pt x="963" y="230"/>
                  </a:lnTo>
                  <a:lnTo>
                    <a:pt x="963"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4" name="Google Shape;1054;p18"/>
            <p:cNvSpPr/>
            <p:nvPr/>
          </p:nvSpPr>
          <p:spPr>
            <a:xfrm>
              <a:off x="3422275" y="1951725"/>
              <a:ext cx="23225" cy="5775"/>
            </a:xfrm>
            <a:custGeom>
              <a:avLst/>
              <a:gdLst/>
              <a:ahLst/>
              <a:cxnLst/>
              <a:rect l="l" t="t" r="r" b="b"/>
              <a:pathLst>
                <a:path w="929" h="231" extrusionOk="0">
                  <a:moveTo>
                    <a:pt x="1" y="0"/>
                  </a:moveTo>
                  <a:lnTo>
                    <a:pt x="1" y="230"/>
                  </a:lnTo>
                  <a:lnTo>
                    <a:pt x="928" y="230"/>
                  </a:lnTo>
                  <a:lnTo>
                    <a:pt x="928"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5" name="Google Shape;1055;p18"/>
            <p:cNvSpPr/>
            <p:nvPr/>
          </p:nvSpPr>
          <p:spPr>
            <a:xfrm>
              <a:off x="3515925" y="1951725"/>
              <a:ext cx="23225" cy="5775"/>
            </a:xfrm>
            <a:custGeom>
              <a:avLst/>
              <a:gdLst/>
              <a:ahLst/>
              <a:cxnLst/>
              <a:rect l="l" t="t" r="r" b="b"/>
              <a:pathLst>
                <a:path w="929" h="231" extrusionOk="0">
                  <a:moveTo>
                    <a:pt x="1" y="0"/>
                  </a:moveTo>
                  <a:lnTo>
                    <a:pt x="1" y="230"/>
                  </a:lnTo>
                  <a:lnTo>
                    <a:pt x="929" y="230"/>
                  </a:lnTo>
                  <a:lnTo>
                    <a:pt x="929"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6" name="Google Shape;1056;p18"/>
            <p:cNvSpPr/>
            <p:nvPr/>
          </p:nvSpPr>
          <p:spPr>
            <a:xfrm>
              <a:off x="3375025" y="1951725"/>
              <a:ext cx="23900" cy="5775"/>
            </a:xfrm>
            <a:custGeom>
              <a:avLst/>
              <a:gdLst/>
              <a:ahLst/>
              <a:cxnLst/>
              <a:rect l="l" t="t" r="r" b="b"/>
              <a:pathLst>
                <a:path w="956" h="231" extrusionOk="0">
                  <a:moveTo>
                    <a:pt x="0" y="0"/>
                  </a:moveTo>
                  <a:lnTo>
                    <a:pt x="0" y="230"/>
                  </a:lnTo>
                  <a:lnTo>
                    <a:pt x="956" y="230"/>
                  </a:lnTo>
                  <a:lnTo>
                    <a:pt x="9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7" name="Google Shape;1057;p18"/>
            <p:cNvSpPr/>
            <p:nvPr/>
          </p:nvSpPr>
          <p:spPr>
            <a:xfrm>
              <a:off x="3845900" y="1951725"/>
              <a:ext cx="23225" cy="5775"/>
            </a:xfrm>
            <a:custGeom>
              <a:avLst/>
              <a:gdLst/>
              <a:ahLst/>
              <a:cxnLst/>
              <a:rect l="l" t="t" r="r" b="b"/>
              <a:pathLst>
                <a:path w="929" h="231" extrusionOk="0">
                  <a:moveTo>
                    <a:pt x="1" y="0"/>
                  </a:moveTo>
                  <a:lnTo>
                    <a:pt x="1" y="230"/>
                  </a:lnTo>
                  <a:lnTo>
                    <a:pt x="929" y="230"/>
                  </a:lnTo>
                  <a:lnTo>
                    <a:pt x="929"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8" name="Google Shape;1058;p18"/>
            <p:cNvSpPr/>
            <p:nvPr/>
          </p:nvSpPr>
          <p:spPr>
            <a:xfrm>
              <a:off x="3798650" y="1951725"/>
              <a:ext cx="23225" cy="5775"/>
            </a:xfrm>
            <a:custGeom>
              <a:avLst/>
              <a:gdLst/>
              <a:ahLst/>
              <a:cxnLst/>
              <a:rect l="l" t="t" r="r" b="b"/>
              <a:pathLst>
                <a:path w="929" h="231" extrusionOk="0">
                  <a:moveTo>
                    <a:pt x="0" y="0"/>
                  </a:moveTo>
                  <a:lnTo>
                    <a:pt x="0" y="230"/>
                  </a:lnTo>
                  <a:lnTo>
                    <a:pt x="928" y="230"/>
                  </a:lnTo>
                  <a:lnTo>
                    <a:pt x="928"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9" name="Google Shape;1059;p18"/>
            <p:cNvSpPr/>
            <p:nvPr/>
          </p:nvSpPr>
          <p:spPr>
            <a:xfrm>
              <a:off x="3939550" y="1951725"/>
              <a:ext cx="23400" cy="5775"/>
            </a:xfrm>
            <a:custGeom>
              <a:avLst/>
              <a:gdLst/>
              <a:ahLst/>
              <a:cxnLst/>
              <a:rect l="l" t="t" r="r" b="b"/>
              <a:pathLst>
                <a:path w="936" h="231" extrusionOk="0">
                  <a:moveTo>
                    <a:pt x="1" y="0"/>
                  </a:moveTo>
                  <a:lnTo>
                    <a:pt x="1" y="230"/>
                  </a:lnTo>
                  <a:lnTo>
                    <a:pt x="936" y="230"/>
                  </a:lnTo>
                  <a:lnTo>
                    <a:pt x="93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0" name="Google Shape;1060;p18"/>
            <p:cNvSpPr/>
            <p:nvPr/>
          </p:nvSpPr>
          <p:spPr>
            <a:xfrm>
              <a:off x="3892300" y="1951725"/>
              <a:ext cx="24100" cy="5775"/>
            </a:xfrm>
            <a:custGeom>
              <a:avLst/>
              <a:gdLst/>
              <a:ahLst/>
              <a:cxnLst/>
              <a:rect l="l" t="t" r="r" b="b"/>
              <a:pathLst>
                <a:path w="964" h="231" extrusionOk="0">
                  <a:moveTo>
                    <a:pt x="0" y="0"/>
                  </a:moveTo>
                  <a:lnTo>
                    <a:pt x="0" y="230"/>
                  </a:lnTo>
                  <a:lnTo>
                    <a:pt x="963" y="230"/>
                  </a:lnTo>
                  <a:lnTo>
                    <a:pt x="963"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1" name="Google Shape;1061;p18"/>
            <p:cNvSpPr/>
            <p:nvPr/>
          </p:nvSpPr>
          <p:spPr>
            <a:xfrm>
              <a:off x="3752075" y="1951725"/>
              <a:ext cx="23400" cy="5775"/>
            </a:xfrm>
            <a:custGeom>
              <a:avLst/>
              <a:gdLst/>
              <a:ahLst/>
              <a:cxnLst/>
              <a:rect l="l" t="t" r="r" b="b"/>
              <a:pathLst>
                <a:path w="936" h="231" extrusionOk="0">
                  <a:moveTo>
                    <a:pt x="1" y="0"/>
                  </a:moveTo>
                  <a:lnTo>
                    <a:pt x="1" y="230"/>
                  </a:lnTo>
                  <a:lnTo>
                    <a:pt x="935" y="230"/>
                  </a:lnTo>
                  <a:lnTo>
                    <a:pt x="93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2" name="Google Shape;1062;p18"/>
            <p:cNvSpPr/>
            <p:nvPr/>
          </p:nvSpPr>
          <p:spPr>
            <a:xfrm>
              <a:off x="3704825" y="1951725"/>
              <a:ext cx="23375" cy="5775"/>
            </a:xfrm>
            <a:custGeom>
              <a:avLst/>
              <a:gdLst/>
              <a:ahLst/>
              <a:cxnLst/>
              <a:rect l="l" t="t" r="r" b="b"/>
              <a:pathLst>
                <a:path w="935" h="231" extrusionOk="0">
                  <a:moveTo>
                    <a:pt x="0" y="0"/>
                  </a:moveTo>
                  <a:lnTo>
                    <a:pt x="0" y="230"/>
                  </a:lnTo>
                  <a:lnTo>
                    <a:pt x="935" y="230"/>
                  </a:lnTo>
                  <a:lnTo>
                    <a:pt x="93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3" name="Google Shape;1063;p18"/>
            <p:cNvSpPr/>
            <p:nvPr/>
          </p:nvSpPr>
          <p:spPr>
            <a:xfrm>
              <a:off x="3657725" y="1951725"/>
              <a:ext cx="23925" cy="5775"/>
            </a:xfrm>
            <a:custGeom>
              <a:avLst/>
              <a:gdLst/>
              <a:ahLst/>
              <a:cxnLst/>
              <a:rect l="l" t="t" r="r" b="b"/>
              <a:pathLst>
                <a:path w="957" h="231" extrusionOk="0">
                  <a:moveTo>
                    <a:pt x="0" y="0"/>
                  </a:moveTo>
                  <a:lnTo>
                    <a:pt x="0" y="230"/>
                  </a:lnTo>
                  <a:lnTo>
                    <a:pt x="956" y="230"/>
                  </a:lnTo>
                  <a:lnTo>
                    <a:pt x="9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4" name="Google Shape;1064;p18"/>
            <p:cNvSpPr/>
            <p:nvPr/>
          </p:nvSpPr>
          <p:spPr>
            <a:xfrm>
              <a:off x="3563200" y="1951725"/>
              <a:ext cx="24775" cy="5775"/>
            </a:xfrm>
            <a:custGeom>
              <a:avLst/>
              <a:gdLst/>
              <a:ahLst/>
              <a:cxnLst/>
              <a:rect l="l" t="t" r="r" b="b"/>
              <a:pathLst>
                <a:path w="991" h="231" extrusionOk="0">
                  <a:moveTo>
                    <a:pt x="0" y="0"/>
                  </a:moveTo>
                  <a:lnTo>
                    <a:pt x="0" y="230"/>
                  </a:lnTo>
                  <a:lnTo>
                    <a:pt x="991" y="230"/>
                  </a:lnTo>
                  <a:lnTo>
                    <a:pt x="991"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5" name="Google Shape;1065;p18"/>
            <p:cNvSpPr/>
            <p:nvPr/>
          </p:nvSpPr>
          <p:spPr>
            <a:xfrm>
              <a:off x="3611150" y="1951725"/>
              <a:ext cx="23225" cy="5775"/>
            </a:xfrm>
            <a:custGeom>
              <a:avLst/>
              <a:gdLst/>
              <a:ahLst/>
              <a:cxnLst/>
              <a:rect l="l" t="t" r="r" b="b"/>
              <a:pathLst>
                <a:path w="929" h="231" extrusionOk="0">
                  <a:moveTo>
                    <a:pt x="1" y="0"/>
                  </a:moveTo>
                  <a:lnTo>
                    <a:pt x="1" y="230"/>
                  </a:lnTo>
                  <a:lnTo>
                    <a:pt x="929" y="230"/>
                  </a:lnTo>
                  <a:lnTo>
                    <a:pt x="929"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6" name="Google Shape;1066;p18"/>
            <p:cNvSpPr/>
            <p:nvPr/>
          </p:nvSpPr>
          <p:spPr>
            <a:xfrm>
              <a:off x="4715650" y="2028100"/>
              <a:ext cx="13100" cy="23925"/>
            </a:xfrm>
            <a:custGeom>
              <a:avLst/>
              <a:gdLst/>
              <a:ahLst/>
              <a:cxnLst/>
              <a:rect l="l" t="t" r="r" b="b"/>
              <a:pathLst>
                <a:path w="524" h="957" extrusionOk="0">
                  <a:moveTo>
                    <a:pt x="238" y="1"/>
                  </a:moveTo>
                  <a:lnTo>
                    <a:pt x="1" y="84"/>
                  </a:lnTo>
                  <a:cubicBezTo>
                    <a:pt x="147" y="349"/>
                    <a:pt x="238" y="635"/>
                    <a:pt x="294" y="956"/>
                  </a:cubicBezTo>
                  <a:lnTo>
                    <a:pt x="524" y="901"/>
                  </a:lnTo>
                  <a:cubicBezTo>
                    <a:pt x="468" y="580"/>
                    <a:pt x="350" y="287"/>
                    <a:pt x="238"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7" name="Google Shape;1067;p18"/>
            <p:cNvSpPr/>
            <p:nvPr/>
          </p:nvSpPr>
          <p:spPr>
            <a:xfrm>
              <a:off x="4419875" y="1951725"/>
              <a:ext cx="24075" cy="5775"/>
            </a:xfrm>
            <a:custGeom>
              <a:avLst/>
              <a:gdLst/>
              <a:ahLst/>
              <a:cxnLst/>
              <a:rect l="l" t="t" r="r" b="b"/>
              <a:pathLst>
                <a:path w="963" h="231" extrusionOk="0">
                  <a:moveTo>
                    <a:pt x="0" y="0"/>
                  </a:moveTo>
                  <a:lnTo>
                    <a:pt x="0" y="230"/>
                  </a:lnTo>
                  <a:lnTo>
                    <a:pt x="963" y="230"/>
                  </a:lnTo>
                  <a:lnTo>
                    <a:pt x="963"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8" name="Google Shape;1068;p18"/>
            <p:cNvSpPr/>
            <p:nvPr/>
          </p:nvSpPr>
          <p:spPr>
            <a:xfrm>
              <a:off x="4373475" y="1951725"/>
              <a:ext cx="23225" cy="5775"/>
            </a:xfrm>
            <a:custGeom>
              <a:avLst/>
              <a:gdLst/>
              <a:ahLst/>
              <a:cxnLst/>
              <a:rect l="l" t="t" r="r" b="b"/>
              <a:pathLst>
                <a:path w="929" h="231" extrusionOk="0">
                  <a:moveTo>
                    <a:pt x="1" y="0"/>
                  </a:moveTo>
                  <a:lnTo>
                    <a:pt x="1" y="230"/>
                  </a:lnTo>
                  <a:lnTo>
                    <a:pt x="928" y="230"/>
                  </a:lnTo>
                  <a:lnTo>
                    <a:pt x="928"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9" name="Google Shape;1069;p18"/>
            <p:cNvSpPr/>
            <p:nvPr/>
          </p:nvSpPr>
          <p:spPr>
            <a:xfrm>
              <a:off x="4514400" y="1951725"/>
              <a:ext cx="23225" cy="5775"/>
            </a:xfrm>
            <a:custGeom>
              <a:avLst/>
              <a:gdLst/>
              <a:ahLst/>
              <a:cxnLst/>
              <a:rect l="l" t="t" r="r" b="b"/>
              <a:pathLst>
                <a:path w="929" h="231" extrusionOk="0">
                  <a:moveTo>
                    <a:pt x="0" y="0"/>
                  </a:moveTo>
                  <a:lnTo>
                    <a:pt x="0" y="230"/>
                  </a:lnTo>
                  <a:lnTo>
                    <a:pt x="928" y="230"/>
                  </a:lnTo>
                  <a:lnTo>
                    <a:pt x="928"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0" name="Google Shape;1070;p18"/>
            <p:cNvSpPr/>
            <p:nvPr/>
          </p:nvSpPr>
          <p:spPr>
            <a:xfrm>
              <a:off x="4652525" y="1961825"/>
              <a:ext cx="23225" cy="16075"/>
            </a:xfrm>
            <a:custGeom>
              <a:avLst/>
              <a:gdLst/>
              <a:ahLst/>
              <a:cxnLst/>
              <a:rect l="l" t="t" r="r" b="b"/>
              <a:pathLst>
                <a:path w="929" h="643" extrusionOk="0">
                  <a:moveTo>
                    <a:pt x="84" y="1"/>
                  </a:moveTo>
                  <a:lnTo>
                    <a:pt x="0" y="210"/>
                  </a:lnTo>
                  <a:cubicBezTo>
                    <a:pt x="259" y="322"/>
                    <a:pt x="552" y="468"/>
                    <a:pt x="810" y="642"/>
                  </a:cubicBezTo>
                  <a:lnTo>
                    <a:pt x="928" y="468"/>
                  </a:lnTo>
                  <a:cubicBezTo>
                    <a:pt x="670" y="266"/>
                    <a:pt x="377" y="119"/>
                    <a:pt x="84"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1" name="Google Shape;1071;p18"/>
            <p:cNvSpPr/>
            <p:nvPr/>
          </p:nvSpPr>
          <p:spPr>
            <a:xfrm>
              <a:off x="4560950" y="1951725"/>
              <a:ext cx="23225" cy="5775"/>
            </a:xfrm>
            <a:custGeom>
              <a:avLst/>
              <a:gdLst/>
              <a:ahLst/>
              <a:cxnLst/>
              <a:rect l="l" t="t" r="r" b="b"/>
              <a:pathLst>
                <a:path w="929" h="231" extrusionOk="0">
                  <a:moveTo>
                    <a:pt x="1" y="0"/>
                  </a:moveTo>
                  <a:lnTo>
                    <a:pt x="1" y="230"/>
                  </a:lnTo>
                  <a:lnTo>
                    <a:pt x="929" y="230"/>
                  </a:lnTo>
                  <a:lnTo>
                    <a:pt x="929"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2" name="Google Shape;1072;p18"/>
            <p:cNvSpPr/>
            <p:nvPr/>
          </p:nvSpPr>
          <p:spPr>
            <a:xfrm>
              <a:off x="4690200" y="1988000"/>
              <a:ext cx="19725" cy="21825"/>
            </a:xfrm>
            <a:custGeom>
              <a:avLst/>
              <a:gdLst/>
              <a:ahLst/>
              <a:cxnLst/>
              <a:rect l="l" t="t" r="r" b="b"/>
              <a:pathLst>
                <a:path w="789" h="873" extrusionOk="0">
                  <a:moveTo>
                    <a:pt x="175" y="0"/>
                  </a:moveTo>
                  <a:lnTo>
                    <a:pt x="0" y="175"/>
                  </a:lnTo>
                  <a:cubicBezTo>
                    <a:pt x="210" y="412"/>
                    <a:pt x="412" y="642"/>
                    <a:pt x="586" y="872"/>
                  </a:cubicBezTo>
                  <a:lnTo>
                    <a:pt x="789" y="761"/>
                  </a:lnTo>
                  <a:cubicBezTo>
                    <a:pt x="586" y="495"/>
                    <a:pt x="384" y="237"/>
                    <a:pt x="175"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3" name="Google Shape;1073;p18"/>
            <p:cNvSpPr/>
            <p:nvPr/>
          </p:nvSpPr>
          <p:spPr>
            <a:xfrm>
              <a:off x="4608225" y="1951725"/>
              <a:ext cx="23925" cy="8725"/>
            </a:xfrm>
            <a:custGeom>
              <a:avLst/>
              <a:gdLst/>
              <a:ahLst/>
              <a:cxnLst/>
              <a:rect l="l" t="t" r="r" b="b"/>
              <a:pathLst>
                <a:path w="957" h="349" extrusionOk="0">
                  <a:moveTo>
                    <a:pt x="0" y="0"/>
                  </a:moveTo>
                  <a:lnTo>
                    <a:pt x="0" y="230"/>
                  </a:lnTo>
                  <a:cubicBezTo>
                    <a:pt x="286" y="230"/>
                    <a:pt x="607" y="265"/>
                    <a:pt x="900" y="349"/>
                  </a:cubicBezTo>
                  <a:lnTo>
                    <a:pt x="956" y="119"/>
                  </a:lnTo>
                  <a:cubicBezTo>
                    <a:pt x="635" y="28"/>
                    <a:pt x="314" y="0"/>
                    <a:pt x="0"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4" name="Google Shape;1074;p18"/>
            <p:cNvSpPr/>
            <p:nvPr/>
          </p:nvSpPr>
          <p:spPr>
            <a:xfrm>
              <a:off x="4467125" y="1951725"/>
              <a:ext cx="23400" cy="5775"/>
            </a:xfrm>
            <a:custGeom>
              <a:avLst/>
              <a:gdLst/>
              <a:ahLst/>
              <a:cxnLst/>
              <a:rect l="l" t="t" r="r" b="b"/>
              <a:pathLst>
                <a:path w="936" h="231" extrusionOk="0">
                  <a:moveTo>
                    <a:pt x="1" y="0"/>
                  </a:moveTo>
                  <a:lnTo>
                    <a:pt x="1" y="230"/>
                  </a:lnTo>
                  <a:lnTo>
                    <a:pt x="936" y="230"/>
                  </a:lnTo>
                  <a:lnTo>
                    <a:pt x="93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5" name="Google Shape;1075;p18"/>
            <p:cNvSpPr/>
            <p:nvPr/>
          </p:nvSpPr>
          <p:spPr>
            <a:xfrm>
              <a:off x="4091475" y="1951725"/>
              <a:ext cx="24075" cy="5775"/>
            </a:xfrm>
            <a:custGeom>
              <a:avLst/>
              <a:gdLst/>
              <a:ahLst/>
              <a:cxnLst/>
              <a:rect l="l" t="t" r="r" b="b"/>
              <a:pathLst>
                <a:path w="963" h="231" extrusionOk="0">
                  <a:moveTo>
                    <a:pt x="0" y="0"/>
                  </a:moveTo>
                  <a:lnTo>
                    <a:pt x="0" y="230"/>
                  </a:lnTo>
                  <a:lnTo>
                    <a:pt x="963" y="230"/>
                  </a:lnTo>
                  <a:lnTo>
                    <a:pt x="963"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6" name="Google Shape;1076;p18"/>
            <p:cNvSpPr/>
            <p:nvPr/>
          </p:nvSpPr>
          <p:spPr>
            <a:xfrm>
              <a:off x="4044900" y="1951725"/>
              <a:ext cx="23400" cy="5775"/>
            </a:xfrm>
            <a:custGeom>
              <a:avLst/>
              <a:gdLst/>
              <a:ahLst/>
              <a:cxnLst/>
              <a:rect l="l" t="t" r="r" b="b"/>
              <a:pathLst>
                <a:path w="936" h="231" extrusionOk="0">
                  <a:moveTo>
                    <a:pt x="1" y="0"/>
                  </a:moveTo>
                  <a:lnTo>
                    <a:pt x="1" y="230"/>
                  </a:lnTo>
                  <a:lnTo>
                    <a:pt x="935" y="230"/>
                  </a:lnTo>
                  <a:lnTo>
                    <a:pt x="93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7" name="Google Shape;1077;p18"/>
            <p:cNvSpPr/>
            <p:nvPr/>
          </p:nvSpPr>
          <p:spPr>
            <a:xfrm>
              <a:off x="4326225" y="1951725"/>
              <a:ext cx="23900" cy="5775"/>
            </a:xfrm>
            <a:custGeom>
              <a:avLst/>
              <a:gdLst/>
              <a:ahLst/>
              <a:cxnLst/>
              <a:rect l="l" t="t" r="r" b="b"/>
              <a:pathLst>
                <a:path w="956" h="231" extrusionOk="0">
                  <a:moveTo>
                    <a:pt x="0" y="0"/>
                  </a:moveTo>
                  <a:lnTo>
                    <a:pt x="0" y="230"/>
                  </a:lnTo>
                  <a:lnTo>
                    <a:pt x="956" y="230"/>
                  </a:lnTo>
                  <a:lnTo>
                    <a:pt x="9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8" name="Google Shape;1078;p18"/>
            <p:cNvSpPr/>
            <p:nvPr/>
          </p:nvSpPr>
          <p:spPr>
            <a:xfrm>
              <a:off x="3965725" y="1951725"/>
              <a:ext cx="8750" cy="5775"/>
            </a:xfrm>
            <a:custGeom>
              <a:avLst/>
              <a:gdLst/>
              <a:ahLst/>
              <a:cxnLst/>
              <a:rect l="l" t="t" r="r" b="b"/>
              <a:pathLst>
                <a:path w="350" h="231" extrusionOk="0">
                  <a:moveTo>
                    <a:pt x="0" y="0"/>
                  </a:moveTo>
                  <a:lnTo>
                    <a:pt x="0" y="230"/>
                  </a:lnTo>
                  <a:lnTo>
                    <a:pt x="349" y="230"/>
                  </a:lnTo>
                  <a:lnTo>
                    <a:pt x="349"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9" name="Google Shape;1079;p18"/>
            <p:cNvSpPr/>
            <p:nvPr/>
          </p:nvSpPr>
          <p:spPr>
            <a:xfrm>
              <a:off x="3997800" y="1951725"/>
              <a:ext cx="23225" cy="5775"/>
            </a:xfrm>
            <a:custGeom>
              <a:avLst/>
              <a:gdLst/>
              <a:ahLst/>
              <a:cxnLst/>
              <a:rect l="l" t="t" r="r" b="b"/>
              <a:pathLst>
                <a:path w="929" h="231" extrusionOk="0">
                  <a:moveTo>
                    <a:pt x="1" y="0"/>
                  </a:moveTo>
                  <a:lnTo>
                    <a:pt x="1" y="230"/>
                  </a:lnTo>
                  <a:lnTo>
                    <a:pt x="929" y="230"/>
                  </a:lnTo>
                  <a:lnTo>
                    <a:pt x="929"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0" name="Google Shape;1080;p18"/>
            <p:cNvSpPr/>
            <p:nvPr/>
          </p:nvSpPr>
          <p:spPr>
            <a:xfrm>
              <a:off x="4279650" y="1951725"/>
              <a:ext cx="23400" cy="5775"/>
            </a:xfrm>
            <a:custGeom>
              <a:avLst/>
              <a:gdLst/>
              <a:ahLst/>
              <a:cxnLst/>
              <a:rect l="l" t="t" r="r" b="b"/>
              <a:pathLst>
                <a:path w="936" h="231" extrusionOk="0">
                  <a:moveTo>
                    <a:pt x="0" y="0"/>
                  </a:moveTo>
                  <a:lnTo>
                    <a:pt x="0" y="230"/>
                  </a:lnTo>
                  <a:lnTo>
                    <a:pt x="935" y="230"/>
                  </a:lnTo>
                  <a:lnTo>
                    <a:pt x="93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1" name="Google Shape;1081;p18"/>
            <p:cNvSpPr/>
            <p:nvPr/>
          </p:nvSpPr>
          <p:spPr>
            <a:xfrm>
              <a:off x="4232375" y="1951725"/>
              <a:ext cx="23400" cy="5775"/>
            </a:xfrm>
            <a:custGeom>
              <a:avLst/>
              <a:gdLst/>
              <a:ahLst/>
              <a:cxnLst/>
              <a:rect l="l" t="t" r="r" b="b"/>
              <a:pathLst>
                <a:path w="936" h="231" extrusionOk="0">
                  <a:moveTo>
                    <a:pt x="1" y="0"/>
                  </a:moveTo>
                  <a:lnTo>
                    <a:pt x="1" y="230"/>
                  </a:lnTo>
                  <a:lnTo>
                    <a:pt x="936" y="230"/>
                  </a:lnTo>
                  <a:lnTo>
                    <a:pt x="93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2" name="Google Shape;1082;p18"/>
            <p:cNvSpPr/>
            <p:nvPr/>
          </p:nvSpPr>
          <p:spPr>
            <a:xfrm>
              <a:off x="4138725" y="1951725"/>
              <a:ext cx="23225" cy="5775"/>
            </a:xfrm>
            <a:custGeom>
              <a:avLst/>
              <a:gdLst/>
              <a:ahLst/>
              <a:cxnLst/>
              <a:rect l="l" t="t" r="r" b="b"/>
              <a:pathLst>
                <a:path w="929" h="231" extrusionOk="0">
                  <a:moveTo>
                    <a:pt x="1" y="0"/>
                  </a:moveTo>
                  <a:lnTo>
                    <a:pt x="1" y="230"/>
                  </a:lnTo>
                  <a:lnTo>
                    <a:pt x="929" y="230"/>
                  </a:lnTo>
                  <a:lnTo>
                    <a:pt x="929"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3" name="Google Shape;1083;p18"/>
            <p:cNvSpPr/>
            <p:nvPr/>
          </p:nvSpPr>
          <p:spPr>
            <a:xfrm>
              <a:off x="4186000" y="1951725"/>
              <a:ext cx="23225" cy="5775"/>
            </a:xfrm>
            <a:custGeom>
              <a:avLst/>
              <a:gdLst/>
              <a:ahLst/>
              <a:cxnLst/>
              <a:rect l="l" t="t" r="r" b="b"/>
              <a:pathLst>
                <a:path w="929" h="231" extrusionOk="0">
                  <a:moveTo>
                    <a:pt x="0" y="0"/>
                  </a:moveTo>
                  <a:lnTo>
                    <a:pt x="0" y="230"/>
                  </a:lnTo>
                  <a:lnTo>
                    <a:pt x="928" y="230"/>
                  </a:lnTo>
                  <a:lnTo>
                    <a:pt x="928"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4" name="Google Shape;1084;p18"/>
            <p:cNvSpPr/>
            <p:nvPr/>
          </p:nvSpPr>
          <p:spPr>
            <a:xfrm>
              <a:off x="4312425" y="2200925"/>
              <a:ext cx="23225" cy="5975"/>
            </a:xfrm>
            <a:custGeom>
              <a:avLst/>
              <a:gdLst/>
              <a:ahLst/>
              <a:cxnLst/>
              <a:rect l="l" t="t" r="r" b="b"/>
              <a:pathLst>
                <a:path w="929" h="239" extrusionOk="0">
                  <a:moveTo>
                    <a:pt x="1" y="1"/>
                  </a:moveTo>
                  <a:lnTo>
                    <a:pt x="1" y="238"/>
                  </a:lnTo>
                  <a:lnTo>
                    <a:pt x="929" y="238"/>
                  </a:lnTo>
                  <a:lnTo>
                    <a:pt x="929"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5" name="Google Shape;1085;p18"/>
            <p:cNvSpPr/>
            <p:nvPr/>
          </p:nvSpPr>
          <p:spPr>
            <a:xfrm>
              <a:off x="4547175" y="2200925"/>
              <a:ext cx="23225" cy="5975"/>
            </a:xfrm>
            <a:custGeom>
              <a:avLst/>
              <a:gdLst/>
              <a:ahLst/>
              <a:cxnLst/>
              <a:rect l="l" t="t" r="r" b="b"/>
              <a:pathLst>
                <a:path w="929" h="239" extrusionOk="0">
                  <a:moveTo>
                    <a:pt x="1" y="1"/>
                  </a:moveTo>
                  <a:lnTo>
                    <a:pt x="1" y="238"/>
                  </a:lnTo>
                  <a:lnTo>
                    <a:pt x="929" y="238"/>
                  </a:lnTo>
                  <a:lnTo>
                    <a:pt x="929"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6" name="Google Shape;1086;p18"/>
            <p:cNvSpPr/>
            <p:nvPr/>
          </p:nvSpPr>
          <p:spPr>
            <a:xfrm>
              <a:off x="4500625" y="2200925"/>
              <a:ext cx="23225" cy="5975"/>
            </a:xfrm>
            <a:custGeom>
              <a:avLst/>
              <a:gdLst/>
              <a:ahLst/>
              <a:cxnLst/>
              <a:rect l="l" t="t" r="r" b="b"/>
              <a:pathLst>
                <a:path w="929" h="239" extrusionOk="0">
                  <a:moveTo>
                    <a:pt x="0" y="1"/>
                  </a:moveTo>
                  <a:lnTo>
                    <a:pt x="0" y="238"/>
                  </a:lnTo>
                  <a:lnTo>
                    <a:pt x="928" y="238"/>
                  </a:lnTo>
                  <a:lnTo>
                    <a:pt x="92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7" name="Google Shape;1087;p18"/>
            <p:cNvSpPr/>
            <p:nvPr/>
          </p:nvSpPr>
          <p:spPr>
            <a:xfrm>
              <a:off x="4453350" y="2200925"/>
              <a:ext cx="23225" cy="5975"/>
            </a:xfrm>
            <a:custGeom>
              <a:avLst/>
              <a:gdLst/>
              <a:ahLst/>
              <a:cxnLst/>
              <a:rect l="l" t="t" r="r" b="b"/>
              <a:pathLst>
                <a:path w="929" h="239" extrusionOk="0">
                  <a:moveTo>
                    <a:pt x="1" y="1"/>
                  </a:moveTo>
                  <a:lnTo>
                    <a:pt x="1" y="238"/>
                  </a:lnTo>
                  <a:lnTo>
                    <a:pt x="928" y="238"/>
                  </a:lnTo>
                  <a:lnTo>
                    <a:pt x="92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8" name="Google Shape;1088;p18"/>
            <p:cNvSpPr/>
            <p:nvPr/>
          </p:nvSpPr>
          <p:spPr>
            <a:xfrm>
              <a:off x="4124950" y="2200925"/>
              <a:ext cx="23225" cy="5975"/>
            </a:xfrm>
            <a:custGeom>
              <a:avLst/>
              <a:gdLst/>
              <a:ahLst/>
              <a:cxnLst/>
              <a:rect l="l" t="t" r="r" b="b"/>
              <a:pathLst>
                <a:path w="929" h="239" extrusionOk="0">
                  <a:moveTo>
                    <a:pt x="1" y="1"/>
                  </a:moveTo>
                  <a:lnTo>
                    <a:pt x="1" y="238"/>
                  </a:lnTo>
                  <a:lnTo>
                    <a:pt x="928" y="238"/>
                  </a:lnTo>
                  <a:lnTo>
                    <a:pt x="92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9" name="Google Shape;1089;p18"/>
            <p:cNvSpPr/>
            <p:nvPr/>
          </p:nvSpPr>
          <p:spPr>
            <a:xfrm>
              <a:off x="3998500" y="2296850"/>
              <a:ext cx="8750" cy="24100"/>
            </a:xfrm>
            <a:custGeom>
              <a:avLst/>
              <a:gdLst/>
              <a:ahLst/>
              <a:cxnLst/>
              <a:rect l="l" t="t" r="r" b="b"/>
              <a:pathLst>
                <a:path w="350" h="964" extrusionOk="0">
                  <a:moveTo>
                    <a:pt x="147" y="1"/>
                  </a:moveTo>
                  <a:cubicBezTo>
                    <a:pt x="57" y="322"/>
                    <a:pt x="1" y="643"/>
                    <a:pt x="1" y="964"/>
                  </a:cubicBezTo>
                  <a:lnTo>
                    <a:pt x="231" y="964"/>
                  </a:lnTo>
                  <a:cubicBezTo>
                    <a:pt x="231" y="671"/>
                    <a:pt x="287" y="350"/>
                    <a:pt x="350" y="64"/>
                  </a:cubicBezTo>
                  <a:lnTo>
                    <a:pt x="147"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0" name="Google Shape;1090;p18"/>
            <p:cNvSpPr/>
            <p:nvPr/>
          </p:nvSpPr>
          <p:spPr>
            <a:xfrm>
              <a:off x="4406100" y="2200925"/>
              <a:ext cx="24075" cy="5975"/>
            </a:xfrm>
            <a:custGeom>
              <a:avLst/>
              <a:gdLst/>
              <a:ahLst/>
              <a:cxnLst/>
              <a:rect l="l" t="t" r="r" b="b"/>
              <a:pathLst>
                <a:path w="963" h="239" extrusionOk="0">
                  <a:moveTo>
                    <a:pt x="0" y="1"/>
                  </a:moveTo>
                  <a:lnTo>
                    <a:pt x="0" y="238"/>
                  </a:lnTo>
                  <a:lnTo>
                    <a:pt x="963" y="238"/>
                  </a:lnTo>
                  <a:lnTo>
                    <a:pt x="963"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1" name="Google Shape;1091;p18"/>
            <p:cNvSpPr/>
            <p:nvPr/>
          </p:nvSpPr>
          <p:spPr>
            <a:xfrm>
              <a:off x="4077700" y="2203200"/>
              <a:ext cx="24775" cy="12400"/>
            </a:xfrm>
            <a:custGeom>
              <a:avLst/>
              <a:gdLst/>
              <a:ahLst/>
              <a:cxnLst/>
              <a:rect l="l" t="t" r="r" b="b"/>
              <a:pathLst>
                <a:path w="991" h="496" extrusionOk="0">
                  <a:moveTo>
                    <a:pt x="928" y="1"/>
                  </a:moveTo>
                  <a:cubicBezTo>
                    <a:pt x="607" y="56"/>
                    <a:pt x="321" y="147"/>
                    <a:pt x="0" y="259"/>
                  </a:cubicBezTo>
                  <a:lnTo>
                    <a:pt x="84" y="496"/>
                  </a:lnTo>
                  <a:cubicBezTo>
                    <a:pt x="377" y="377"/>
                    <a:pt x="670" y="287"/>
                    <a:pt x="991" y="231"/>
                  </a:cubicBezTo>
                  <a:lnTo>
                    <a:pt x="92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2" name="Google Shape;1092;p18"/>
            <p:cNvSpPr/>
            <p:nvPr/>
          </p:nvSpPr>
          <p:spPr>
            <a:xfrm>
              <a:off x="4010025" y="2253950"/>
              <a:ext cx="16750" cy="23400"/>
            </a:xfrm>
            <a:custGeom>
              <a:avLst/>
              <a:gdLst/>
              <a:ahLst/>
              <a:cxnLst/>
              <a:rect l="l" t="t" r="r" b="b"/>
              <a:pathLst>
                <a:path w="670" h="936" extrusionOk="0">
                  <a:moveTo>
                    <a:pt x="468" y="1"/>
                  </a:moveTo>
                  <a:cubicBezTo>
                    <a:pt x="293" y="266"/>
                    <a:pt x="119" y="524"/>
                    <a:pt x="0" y="817"/>
                  </a:cubicBezTo>
                  <a:lnTo>
                    <a:pt x="210" y="936"/>
                  </a:lnTo>
                  <a:cubicBezTo>
                    <a:pt x="321" y="643"/>
                    <a:pt x="496" y="384"/>
                    <a:pt x="670" y="119"/>
                  </a:cubicBezTo>
                  <a:lnTo>
                    <a:pt x="46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3" name="Google Shape;1093;p18"/>
            <p:cNvSpPr/>
            <p:nvPr/>
          </p:nvSpPr>
          <p:spPr>
            <a:xfrm>
              <a:off x="4037750" y="2221350"/>
              <a:ext cx="21825" cy="18850"/>
            </a:xfrm>
            <a:custGeom>
              <a:avLst/>
              <a:gdLst/>
              <a:ahLst/>
              <a:cxnLst/>
              <a:rect l="l" t="t" r="r" b="b"/>
              <a:pathLst>
                <a:path w="873" h="754" extrusionOk="0">
                  <a:moveTo>
                    <a:pt x="754" y="0"/>
                  </a:moveTo>
                  <a:cubicBezTo>
                    <a:pt x="496" y="147"/>
                    <a:pt x="231" y="349"/>
                    <a:pt x="0" y="579"/>
                  </a:cubicBezTo>
                  <a:lnTo>
                    <a:pt x="175" y="754"/>
                  </a:lnTo>
                  <a:cubicBezTo>
                    <a:pt x="377" y="551"/>
                    <a:pt x="635" y="349"/>
                    <a:pt x="873" y="175"/>
                  </a:cubicBezTo>
                  <a:lnTo>
                    <a:pt x="754"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4" name="Google Shape;1094;p18"/>
            <p:cNvSpPr/>
            <p:nvPr/>
          </p:nvSpPr>
          <p:spPr>
            <a:xfrm>
              <a:off x="4725075" y="2074500"/>
              <a:ext cx="7350" cy="24075"/>
            </a:xfrm>
            <a:custGeom>
              <a:avLst/>
              <a:gdLst/>
              <a:ahLst/>
              <a:cxnLst/>
              <a:rect l="l" t="t" r="r" b="b"/>
              <a:pathLst>
                <a:path w="294" h="963" extrusionOk="0">
                  <a:moveTo>
                    <a:pt x="35" y="0"/>
                  </a:moveTo>
                  <a:cubicBezTo>
                    <a:pt x="63" y="63"/>
                    <a:pt x="63" y="119"/>
                    <a:pt x="63" y="175"/>
                  </a:cubicBezTo>
                  <a:cubicBezTo>
                    <a:pt x="63" y="440"/>
                    <a:pt x="35" y="670"/>
                    <a:pt x="0" y="900"/>
                  </a:cubicBezTo>
                  <a:lnTo>
                    <a:pt x="238" y="963"/>
                  </a:lnTo>
                  <a:cubicBezTo>
                    <a:pt x="266" y="698"/>
                    <a:pt x="293" y="440"/>
                    <a:pt x="293" y="175"/>
                  </a:cubicBezTo>
                  <a:lnTo>
                    <a:pt x="293"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5" name="Google Shape;1095;p18"/>
            <p:cNvSpPr/>
            <p:nvPr/>
          </p:nvSpPr>
          <p:spPr>
            <a:xfrm>
              <a:off x="4594275" y="2200250"/>
              <a:ext cx="23400" cy="6650"/>
            </a:xfrm>
            <a:custGeom>
              <a:avLst/>
              <a:gdLst/>
              <a:ahLst/>
              <a:cxnLst/>
              <a:rect l="l" t="t" r="r" b="b"/>
              <a:pathLst>
                <a:path w="936" h="266" extrusionOk="0">
                  <a:moveTo>
                    <a:pt x="935" y="0"/>
                  </a:moveTo>
                  <a:cubicBezTo>
                    <a:pt x="761" y="28"/>
                    <a:pt x="586" y="28"/>
                    <a:pt x="412" y="28"/>
                  </a:cubicBezTo>
                  <a:lnTo>
                    <a:pt x="0" y="28"/>
                  </a:lnTo>
                  <a:lnTo>
                    <a:pt x="0" y="265"/>
                  </a:lnTo>
                  <a:lnTo>
                    <a:pt x="412" y="265"/>
                  </a:lnTo>
                  <a:cubicBezTo>
                    <a:pt x="586" y="265"/>
                    <a:pt x="761" y="265"/>
                    <a:pt x="935" y="230"/>
                  </a:cubicBezTo>
                  <a:lnTo>
                    <a:pt x="93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6" name="Google Shape;1096;p18"/>
            <p:cNvSpPr/>
            <p:nvPr/>
          </p:nvSpPr>
          <p:spPr>
            <a:xfrm>
              <a:off x="4639450" y="2187150"/>
              <a:ext cx="23900" cy="14500"/>
            </a:xfrm>
            <a:custGeom>
              <a:avLst/>
              <a:gdLst/>
              <a:ahLst/>
              <a:cxnLst/>
              <a:rect l="l" t="t" r="r" b="b"/>
              <a:pathLst>
                <a:path w="956" h="580" extrusionOk="0">
                  <a:moveTo>
                    <a:pt x="872" y="1"/>
                  </a:moveTo>
                  <a:cubicBezTo>
                    <a:pt x="579" y="147"/>
                    <a:pt x="286" y="266"/>
                    <a:pt x="0" y="350"/>
                  </a:cubicBezTo>
                  <a:lnTo>
                    <a:pt x="84" y="580"/>
                  </a:lnTo>
                  <a:cubicBezTo>
                    <a:pt x="377" y="468"/>
                    <a:pt x="698" y="350"/>
                    <a:pt x="956" y="203"/>
                  </a:cubicBezTo>
                  <a:lnTo>
                    <a:pt x="872"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7" name="Google Shape;1097;p18"/>
            <p:cNvSpPr/>
            <p:nvPr/>
          </p:nvSpPr>
          <p:spPr>
            <a:xfrm>
              <a:off x="4680075" y="2158900"/>
              <a:ext cx="21125" cy="20250"/>
            </a:xfrm>
            <a:custGeom>
              <a:avLst/>
              <a:gdLst/>
              <a:ahLst/>
              <a:cxnLst/>
              <a:rect l="l" t="t" r="r" b="b"/>
              <a:pathLst>
                <a:path w="845" h="810" extrusionOk="0">
                  <a:moveTo>
                    <a:pt x="670" y="1"/>
                  </a:moveTo>
                  <a:cubicBezTo>
                    <a:pt x="468" y="231"/>
                    <a:pt x="231" y="433"/>
                    <a:pt x="1" y="636"/>
                  </a:cubicBezTo>
                  <a:lnTo>
                    <a:pt x="147" y="810"/>
                  </a:lnTo>
                  <a:cubicBezTo>
                    <a:pt x="405" y="608"/>
                    <a:pt x="642" y="405"/>
                    <a:pt x="845" y="140"/>
                  </a:cubicBezTo>
                  <a:lnTo>
                    <a:pt x="670"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8" name="Google Shape;1098;p18"/>
            <p:cNvSpPr/>
            <p:nvPr/>
          </p:nvSpPr>
          <p:spPr>
            <a:xfrm>
              <a:off x="4709900" y="2119675"/>
              <a:ext cx="15200" cy="23200"/>
            </a:xfrm>
            <a:custGeom>
              <a:avLst/>
              <a:gdLst/>
              <a:ahLst/>
              <a:cxnLst/>
              <a:rect l="l" t="t" r="r" b="b"/>
              <a:pathLst>
                <a:path w="608" h="928" extrusionOk="0">
                  <a:moveTo>
                    <a:pt x="377" y="0"/>
                  </a:moveTo>
                  <a:cubicBezTo>
                    <a:pt x="294" y="286"/>
                    <a:pt x="147" y="551"/>
                    <a:pt x="1" y="809"/>
                  </a:cubicBezTo>
                  <a:lnTo>
                    <a:pt x="203" y="928"/>
                  </a:lnTo>
                  <a:cubicBezTo>
                    <a:pt x="377" y="663"/>
                    <a:pt x="496" y="377"/>
                    <a:pt x="607" y="84"/>
                  </a:cubicBezTo>
                  <a:lnTo>
                    <a:pt x="377"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9" name="Google Shape;1099;p18"/>
            <p:cNvSpPr/>
            <p:nvPr/>
          </p:nvSpPr>
          <p:spPr>
            <a:xfrm>
              <a:off x="4171350" y="2200925"/>
              <a:ext cx="24075" cy="5975"/>
            </a:xfrm>
            <a:custGeom>
              <a:avLst/>
              <a:gdLst/>
              <a:ahLst/>
              <a:cxnLst/>
              <a:rect l="l" t="t" r="r" b="b"/>
              <a:pathLst>
                <a:path w="963" h="239" extrusionOk="0">
                  <a:moveTo>
                    <a:pt x="0" y="1"/>
                  </a:moveTo>
                  <a:lnTo>
                    <a:pt x="0" y="238"/>
                  </a:lnTo>
                  <a:lnTo>
                    <a:pt x="963" y="238"/>
                  </a:lnTo>
                  <a:lnTo>
                    <a:pt x="963"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0" name="Google Shape;1100;p18"/>
            <p:cNvSpPr/>
            <p:nvPr/>
          </p:nvSpPr>
          <p:spPr>
            <a:xfrm>
              <a:off x="4265875" y="2200925"/>
              <a:ext cx="23225" cy="5975"/>
            </a:xfrm>
            <a:custGeom>
              <a:avLst/>
              <a:gdLst/>
              <a:ahLst/>
              <a:cxnLst/>
              <a:rect l="l" t="t" r="r" b="b"/>
              <a:pathLst>
                <a:path w="929" h="239" extrusionOk="0">
                  <a:moveTo>
                    <a:pt x="0" y="1"/>
                  </a:moveTo>
                  <a:lnTo>
                    <a:pt x="0" y="238"/>
                  </a:lnTo>
                  <a:lnTo>
                    <a:pt x="928" y="238"/>
                  </a:lnTo>
                  <a:lnTo>
                    <a:pt x="92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1" name="Google Shape;1101;p18"/>
            <p:cNvSpPr/>
            <p:nvPr/>
          </p:nvSpPr>
          <p:spPr>
            <a:xfrm>
              <a:off x="4359700" y="2200925"/>
              <a:ext cx="23225" cy="5975"/>
            </a:xfrm>
            <a:custGeom>
              <a:avLst/>
              <a:gdLst/>
              <a:ahLst/>
              <a:cxnLst/>
              <a:rect l="l" t="t" r="r" b="b"/>
              <a:pathLst>
                <a:path w="929" h="239" extrusionOk="0">
                  <a:moveTo>
                    <a:pt x="0" y="1"/>
                  </a:moveTo>
                  <a:lnTo>
                    <a:pt x="0" y="238"/>
                  </a:lnTo>
                  <a:lnTo>
                    <a:pt x="928" y="238"/>
                  </a:lnTo>
                  <a:lnTo>
                    <a:pt x="92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2" name="Google Shape;1102;p18"/>
            <p:cNvSpPr/>
            <p:nvPr/>
          </p:nvSpPr>
          <p:spPr>
            <a:xfrm>
              <a:off x="4218600" y="2200925"/>
              <a:ext cx="23400" cy="5975"/>
            </a:xfrm>
            <a:custGeom>
              <a:avLst/>
              <a:gdLst/>
              <a:ahLst/>
              <a:cxnLst/>
              <a:rect l="l" t="t" r="r" b="b"/>
              <a:pathLst>
                <a:path w="936" h="239" extrusionOk="0">
                  <a:moveTo>
                    <a:pt x="1" y="1"/>
                  </a:moveTo>
                  <a:lnTo>
                    <a:pt x="1" y="238"/>
                  </a:lnTo>
                  <a:lnTo>
                    <a:pt x="936" y="238"/>
                  </a:lnTo>
                  <a:lnTo>
                    <a:pt x="93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3" name="Google Shape;1103;p18"/>
            <p:cNvSpPr/>
            <p:nvPr/>
          </p:nvSpPr>
          <p:spPr>
            <a:xfrm>
              <a:off x="5017200" y="2450150"/>
              <a:ext cx="23400" cy="5975"/>
            </a:xfrm>
            <a:custGeom>
              <a:avLst/>
              <a:gdLst/>
              <a:ahLst/>
              <a:cxnLst/>
              <a:rect l="l" t="t" r="r" b="b"/>
              <a:pathLst>
                <a:path w="936" h="239" extrusionOk="0">
                  <a:moveTo>
                    <a:pt x="1" y="1"/>
                  </a:moveTo>
                  <a:lnTo>
                    <a:pt x="1" y="238"/>
                  </a:lnTo>
                  <a:lnTo>
                    <a:pt x="935" y="238"/>
                  </a:lnTo>
                  <a:lnTo>
                    <a:pt x="93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4" name="Google Shape;1104;p18"/>
            <p:cNvSpPr/>
            <p:nvPr/>
          </p:nvSpPr>
          <p:spPr>
            <a:xfrm>
              <a:off x="4970100" y="2450150"/>
              <a:ext cx="23225" cy="5975"/>
            </a:xfrm>
            <a:custGeom>
              <a:avLst/>
              <a:gdLst/>
              <a:ahLst/>
              <a:cxnLst/>
              <a:rect l="l" t="t" r="r" b="b"/>
              <a:pathLst>
                <a:path w="929" h="239" extrusionOk="0">
                  <a:moveTo>
                    <a:pt x="1" y="1"/>
                  </a:moveTo>
                  <a:lnTo>
                    <a:pt x="1" y="238"/>
                  </a:lnTo>
                  <a:lnTo>
                    <a:pt x="929" y="238"/>
                  </a:lnTo>
                  <a:lnTo>
                    <a:pt x="929"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5" name="Google Shape;1105;p18"/>
            <p:cNvSpPr/>
            <p:nvPr/>
          </p:nvSpPr>
          <p:spPr>
            <a:xfrm>
              <a:off x="5111025" y="2450150"/>
              <a:ext cx="24800" cy="5975"/>
            </a:xfrm>
            <a:custGeom>
              <a:avLst/>
              <a:gdLst/>
              <a:ahLst/>
              <a:cxnLst/>
              <a:rect l="l" t="t" r="r" b="b"/>
              <a:pathLst>
                <a:path w="992" h="239" extrusionOk="0">
                  <a:moveTo>
                    <a:pt x="1" y="1"/>
                  </a:moveTo>
                  <a:lnTo>
                    <a:pt x="1" y="238"/>
                  </a:lnTo>
                  <a:lnTo>
                    <a:pt x="991" y="238"/>
                  </a:lnTo>
                  <a:lnTo>
                    <a:pt x="991"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6" name="Google Shape;1106;p18"/>
            <p:cNvSpPr/>
            <p:nvPr/>
          </p:nvSpPr>
          <p:spPr>
            <a:xfrm>
              <a:off x="5063775" y="2450150"/>
              <a:ext cx="23200" cy="5975"/>
            </a:xfrm>
            <a:custGeom>
              <a:avLst/>
              <a:gdLst/>
              <a:ahLst/>
              <a:cxnLst/>
              <a:rect l="l" t="t" r="r" b="b"/>
              <a:pathLst>
                <a:path w="928" h="239" extrusionOk="0">
                  <a:moveTo>
                    <a:pt x="0" y="1"/>
                  </a:moveTo>
                  <a:lnTo>
                    <a:pt x="0" y="238"/>
                  </a:lnTo>
                  <a:lnTo>
                    <a:pt x="928" y="238"/>
                  </a:lnTo>
                  <a:lnTo>
                    <a:pt x="92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7" name="Google Shape;1107;p18"/>
            <p:cNvSpPr/>
            <p:nvPr/>
          </p:nvSpPr>
          <p:spPr>
            <a:xfrm>
              <a:off x="4688100" y="2450150"/>
              <a:ext cx="23925" cy="5975"/>
            </a:xfrm>
            <a:custGeom>
              <a:avLst/>
              <a:gdLst/>
              <a:ahLst/>
              <a:cxnLst/>
              <a:rect l="l" t="t" r="r" b="b"/>
              <a:pathLst>
                <a:path w="957" h="239" extrusionOk="0">
                  <a:moveTo>
                    <a:pt x="1" y="1"/>
                  </a:moveTo>
                  <a:lnTo>
                    <a:pt x="1" y="238"/>
                  </a:lnTo>
                  <a:lnTo>
                    <a:pt x="956" y="238"/>
                  </a:lnTo>
                  <a:lnTo>
                    <a:pt x="9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8" name="Google Shape;1108;p18"/>
            <p:cNvSpPr/>
            <p:nvPr/>
          </p:nvSpPr>
          <p:spPr>
            <a:xfrm>
              <a:off x="4641525" y="2450150"/>
              <a:ext cx="23400" cy="5975"/>
            </a:xfrm>
            <a:custGeom>
              <a:avLst/>
              <a:gdLst/>
              <a:ahLst/>
              <a:cxnLst/>
              <a:rect l="l" t="t" r="r" b="b"/>
              <a:pathLst>
                <a:path w="936" h="239" extrusionOk="0">
                  <a:moveTo>
                    <a:pt x="1" y="1"/>
                  </a:moveTo>
                  <a:lnTo>
                    <a:pt x="1" y="238"/>
                  </a:lnTo>
                  <a:lnTo>
                    <a:pt x="936" y="238"/>
                  </a:lnTo>
                  <a:lnTo>
                    <a:pt x="93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9" name="Google Shape;1109;p18"/>
            <p:cNvSpPr/>
            <p:nvPr/>
          </p:nvSpPr>
          <p:spPr>
            <a:xfrm>
              <a:off x="4922850" y="2450150"/>
              <a:ext cx="23925" cy="5975"/>
            </a:xfrm>
            <a:custGeom>
              <a:avLst/>
              <a:gdLst/>
              <a:ahLst/>
              <a:cxnLst/>
              <a:rect l="l" t="t" r="r" b="b"/>
              <a:pathLst>
                <a:path w="957" h="239" extrusionOk="0">
                  <a:moveTo>
                    <a:pt x="0" y="1"/>
                  </a:moveTo>
                  <a:lnTo>
                    <a:pt x="0" y="238"/>
                  </a:lnTo>
                  <a:lnTo>
                    <a:pt x="956" y="238"/>
                  </a:lnTo>
                  <a:lnTo>
                    <a:pt x="9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0" name="Google Shape;1110;p18"/>
            <p:cNvSpPr/>
            <p:nvPr/>
          </p:nvSpPr>
          <p:spPr>
            <a:xfrm>
              <a:off x="4594275" y="2450150"/>
              <a:ext cx="24100" cy="5975"/>
            </a:xfrm>
            <a:custGeom>
              <a:avLst/>
              <a:gdLst/>
              <a:ahLst/>
              <a:cxnLst/>
              <a:rect l="l" t="t" r="r" b="b"/>
              <a:pathLst>
                <a:path w="964" h="239" extrusionOk="0">
                  <a:moveTo>
                    <a:pt x="0" y="1"/>
                  </a:moveTo>
                  <a:lnTo>
                    <a:pt x="0" y="238"/>
                  </a:lnTo>
                  <a:lnTo>
                    <a:pt x="963" y="238"/>
                  </a:lnTo>
                  <a:lnTo>
                    <a:pt x="963"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1" name="Google Shape;1111;p18"/>
            <p:cNvSpPr/>
            <p:nvPr/>
          </p:nvSpPr>
          <p:spPr>
            <a:xfrm>
              <a:off x="4876275" y="2450150"/>
              <a:ext cx="23225" cy="5975"/>
            </a:xfrm>
            <a:custGeom>
              <a:avLst/>
              <a:gdLst/>
              <a:ahLst/>
              <a:cxnLst/>
              <a:rect l="l" t="t" r="r" b="b"/>
              <a:pathLst>
                <a:path w="929" h="239" extrusionOk="0">
                  <a:moveTo>
                    <a:pt x="1" y="1"/>
                  </a:moveTo>
                  <a:lnTo>
                    <a:pt x="1" y="238"/>
                  </a:lnTo>
                  <a:lnTo>
                    <a:pt x="929" y="238"/>
                  </a:lnTo>
                  <a:lnTo>
                    <a:pt x="929"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2" name="Google Shape;1112;p18"/>
            <p:cNvSpPr/>
            <p:nvPr/>
          </p:nvSpPr>
          <p:spPr>
            <a:xfrm>
              <a:off x="4829025" y="2450150"/>
              <a:ext cx="24075" cy="5975"/>
            </a:xfrm>
            <a:custGeom>
              <a:avLst/>
              <a:gdLst/>
              <a:ahLst/>
              <a:cxnLst/>
              <a:rect l="l" t="t" r="r" b="b"/>
              <a:pathLst>
                <a:path w="963" h="239" extrusionOk="0">
                  <a:moveTo>
                    <a:pt x="0" y="1"/>
                  </a:moveTo>
                  <a:lnTo>
                    <a:pt x="0" y="238"/>
                  </a:lnTo>
                  <a:lnTo>
                    <a:pt x="963" y="238"/>
                  </a:lnTo>
                  <a:lnTo>
                    <a:pt x="963"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3" name="Google Shape;1113;p18"/>
            <p:cNvSpPr/>
            <p:nvPr/>
          </p:nvSpPr>
          <p:spPr>
            <a:xfrm>
              <a:off x="4735375" y="2450150"/>
              <a:ext cx="23200" cy="5975"/>
            </a:xfrm>
            <a:custGeom>
              <a:avLst/>
              <a:gdLst/>
              <a:ahLst/>
              <a:cxnLst/>
              <a:rect l="l" t="t" r="r" b="b"/>
              <a:pathLst>
                <a:path w="928" h="239" extrusionOk="0">
                  <a:moveTo>
                    <a:pt x="0" y="1"/>
                  </a:moveTo>
                  <a:lnTo>
                    <a:pt x="0" y="238"/>
                  </a:lnTo>
                  <a:lnTo>
                    <a:pt x="928" y="238"/>
                  </a:lnTo>
                  <a:lnTo>
                    <a:pt x="92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4" name="Google Shape;1114;p18"/>
            <p:cNvSpPr/>
            <p:nvPr/>
          </p:nvSpPr>
          <p:spPr>
            <a:xfrm>
              <a:off x="4782625" y="2450150"/>
              <a:ext cx="23225" cy="5975"/>
            </a:xfrm>
            <a:custGeom>
              <a:avLst/>
              <a:gdLst/>
              <a:ahLst/>
              <a:cxnLst/>
              <a:rect l="l" t="t" r="r" b="b"/>
              <a:pathLst>
                <a:path w="929" h="239" extrusionOk="0">
                  <a:moveTo>
                    <a:pt x="1" y="1"/>
                  </a:moveTo>
                  <a:lnTo>
                    <a:pt x="1" y="238"/>
                  </a:lnTo>
                  <a:lnTo>
                    <a:pt x="928" y="238"/>
                  </a:lnTo>
                  <a:lnTo>
                    <a:pt x="92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5" name="Google Shape;1115;p18"/>
            <p:cNvSpPr/>
            <p:nvPr/>
          </p:nvSpPr>
          <p:spPr>
            <a:xfrm>
              <a:off x="5393750" y="2450150"/>
              <a:ext cx="23200" cy="5975"/>
            </a:xfrm>
            <a:custGeom>
              <a:avLst/>
              <a:gdLst/>
              <a:ahLst/>
              <a:cxnLst/>
              <a:rect l="l" t="t" r="r" b="b"/>
              <a:pathLst>
                <a:path w="928" h="239" extrusionOk="0">
                  <a:moveTo>
                    <a:pt x="0" y="1"/>
                  </a:moveTo>
                  <a:lnTo>
                    <a:pt x="0" y="238"/>
                  </a:lnTo>
                  <a:lnTo>
                    <a:pt x="928" y="238"/>
                  </a:lnTo>
                  <a:lnTo>
                    <a:pt x="92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6" name="Google Shape;1116;p18"/>
            <p:cNvSpPr/>
            <p:nvPr/>
          </p:nvSpPr>
          <p:spPr>
            <a:xfrm>
              <a:off x="5346475" y="2450150"/>
              <a:ext cx="23925" cy="5975"/>
            </a:xfrm>
            <a:custGeom>
              <a:avLst/>
              <a:gdLst/>
              <a:ahLst/>
              <a:cxnLst/>
              <a:rect l="l" t="t" r="r" b="b"/>
              <a:pathLst>
                <a:path w="957" h="239" extrusionOk="0">
                  <a:moveTo>
                    <a:pt x="1" y="1"/>
                  </a:moveTo>
                  <a:lnTo>
                    <a:pt x="1" y="238"/>
                  </a:lnTo>
                  <a:lnTo>
                    <a:pt x="956" y="238"/>
                  </a:lnTo>
                  <a:lnTo>
                    <a:pt x="9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7" name="Google Shape;1117;p18"/>
            <p:cNvSpPr/>
            <p:nvPr/>
          </p:nvSpPr>
          <p:spPr>
            <a:xfrm>
              <a:off x="5487400" y="2450150"/>
              <a:ext cx="23400" cy="5975"/>
            </a:xfrm>
            <a:custGeom>
              <a:avLst/>
              <a:gdLst/>
              <a:ahLst/>
              <a:cxnLst/>
              <a:rect l="l" t="t" r="r" b="b"/>
              <a:pathLst>
                <a:path w="936" h="239" extrusionOk="0">
                  <a:moveTo>
                    <a:pt x="0" y="1"/>
                  </a:moveTo>
                  <a:lnTo>
                    <a:pt x="0" y="238"/>
                  </a:lnTo>
                  <a:lnTo>
                    <a:pt x="935" y="238"/>
                  </a:lnTo>
                  <a:lnTo>
                    <a:pt x="93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8" name="Google Shape;1118;p18"/>
            <p:cNvSpPr/>
            <p:nvPr/>
          </p:nvSpPr>
          <p:spPr>
            <a:xfrm>
              <a:off x="5440125" y="2450150"/>
              <a:ext cx="24100" cy="5975"/>
            </a:xfrm>
            <a:custGeom>
              <a:avLst/>
              <a:gdLst/>
              <a:ahLst/>
              <a:cxnLst/>
              <a:rect l="l" t="t" r="r" b="b"/>
              <a:pathLst>
                <a:path w="964" h="239" extrusionOk="0">
                  <a:moveTo>
                    <a:pt x="1" y="1"/>
                  </a:moveTo>
                  <a:lnTo>
                    <a:pt x="1" y="238"/>
                  </a:lnTo>
                  <a:lnTo>
                    <a:pt x="963" y="238"/>
                  </a:lnTo>
                  <a:lnTo>
                    <a:pt x="963"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9" name="Google Shape;1119;p18"/>
            <p:cNvSpPr/>
            <p:nvPr/>
          </p:nvSpPr>
          <p:spPr>
            <a:xfrm>
              <a:off x="5299900" y="2450150"/>
              <a:ext cx="23400" cy="5975"/>
            </a:xfrm>
            <a:custGeom>
              <a:avLst/>
              <a:gdLst/>
              <a:ahLst/>
              <a:cxnLst/>
              <a:rect l="l" t="t" r="r" b="b"/>
              <a:pathLst>
                <a:path w="936" h="239" extrusionOk="0">
                  <a:moveTo>
                    <a:pt x="1" y="1"/>
                  </a:moveTo>
                  <a:lnTo>
                    <a:pt x="1" y="238"/>
                  </a:lnTo>
                  <a:lnTo>
                    <a:pt x="936" y="238"/>
                  </a:lnTo>
                  <a:lnTo>
                    <a:pt x="93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0" name="Google Shape;1120;p18"/>
            <p:cNvSpPr/>
            <p:nvPr/>
          </p:nvSpPr>
          <p:spPr>
            <a:xfrm>
              <a:off x="5252650" y="2450150"/>
              <a:ext cx="23400" cy="5975"/>
            </a:xfrm>
            <a:custGeom>
              <a:avLst/>
              <a:gdLst/>
              <a:ahLst/>
              <a:cxnLst/>
              <a:rect l="l" t="t" r="r" b="b"/>
              <a:pathLst>
                <a:path w="936" h="239" extrusionOk="0">
                  <a:moveTo>
                    <a:pt x="0" y="1"/>
                  </a:moveTo>
                  <a:lnTo>
                    <a:pt x="0" y="238"/>
                  </a:lnTo>
                  <a:lnTo>
                    <a:pt x="935" y="238"/>
                  </a:lnTo>
                  <a:lnTo>
                    <a:pt x="93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1" name="Google Shape;1121;p18"/>
            <p:cNvSpPr/>
            <p:nvPr/>
          </p:nvSpPr>
          <p:spPr>
            <a:xfrm>
              <a:off x="5206250" y="2450150"/>
              <a:ext cx="23225" cy="5975"/>
            </a:xfrm>
            <a:custGeom>
              <a:avLst/>
              <a:gdLst/>
              <a:ahLst/>
              <a:cxnLst/>
              <a:rect l="l" t="t" r="r" b="b"/>
              <a:pathLst>
                <a:path w="929" h="239" extrusionOk="0">
                  <a:moveTo>
                    <a:pt x="1" y="1"/>
                  </a:moveTo>
                  <a:lnTo>
                    <a:pt x="1" y="238"/>
                  </a:lnTo>
                  <a:lnTo>
                    <a:pt x="929" y="238"/>
                  </a:lnTo>
                  <a:lnTo>
                    <a:pt x="929"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2" name="Google Shape;1122;p18"/>
            <p:cNvSpPr/>
            <p:nvPr/>
          </p:nvSpPr>
          <p:spPr>
            <a:xfrm>
              <a:off x="5159000" y="2450150"/>
              <a:ext cx="23200" cy="5975"/>
            </a:xfrm>
            <a:custGeom>
              <a:avLst/>
              <a:gdLst/>
              <a:ahLst/>
              <a:cxnLst/>
              <a:rect l="l" t="t" r="r" b="b"/>
              <a:pathLst>
                <a:path w="928" h="239" extrusionOk="0">
                  <a:moveTo>
                    <a:pt x="0" y="1"/>
                  </a:moveTo>
                  <a:lnTo>
                    <a:pt x="0" y="238"/>
                  </a:lnTo>
                  <a:lnTo>
                    <a:pt x="928" y="238"/>
                  </a:lnTo>
                  <a:lnTo>
                    <a:pt x="92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3" name="Google Shape;1123;p18"/>
            <p:cNvSpPr/>
            <p:nvPr/>
          </p:nvSpPr>
          <p:spPr>
            <a:xfrm>
              <a:off x="4313125" y="2450150"/>
              <a:ext cx="23225" cy="5975"/>
            </a:xfrm>
            <a:custGeom>
              <a:avLst/>
              <a:gdLst/>
              <a:ahLst/>
              <a:cxnLst/>
              <a:rect l="l" t="t" r="r" b="b"/>
              <a:pathLst>
                <a:path w="929" h="239" extrusionOk="0">
                  <a:moveTo>
                    <a:pt x="1" y="1"/>
                  </a:moveTo>
                  <a:lnTo>
                    <a:pt x="1" y="238"/>
                  </a:lnTo>
                  <a:lnTo>
                    <a:pt x="929" y="238"/>
                  </a:lnTo>
                  <a:lnTo>
                    <a:pt x="929"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4" name="Google Shape;1124;p18"/>
            <p:cNvSpPr/>
            <p:nvPr/>
          </p:nvSpPr>
          <p:spPr>
            <a:xfrm>
              <a:off x="4547875" y="2450150"/>
              <a:ext cx="23225" cy="5975"/>
            </a:xfrm>
            <a:custGeom>
              <a:avLst/>
              <a:gdLst/>
              <a:ahLst/>
              <a:cxnLst/>
              <a:rect l="l" t="t" r="r" b="b"/>
              <a:pathLst>
                <a:path w="929" h="239" extrusionOk="0">
                  <a:moveTo>
                    <a:pt x="1" y="1"/>
                  </a:moveTo>
                  <a:lnTo>
                    <a:pt x="1" y="238"/>
                  </a:lnTo>
                  <a:lnTo>
                    <a:pt x="929" y="238"/>
                  </a:lnTo>
                  <a:lnTo>
                    <a:pt x="929"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5" name="Google Shape;1125;p18"/>
            <p:cNvSpPr/>
            <p:nvPr/>
          </p:nvSpPr>
          <p:spPr>
            <a:xfrm>
              <a:off x="4500625" y="2450150"/>
              <a:ext cx="23225" cy="5975"/>
            </a:xfrm>
            <a:custGeom>
              <a:avLst/>
              <a:gdLst/>
              <a:ahLst/>
              <a:cxnLst/>
              <a:rect l="l" t="t" r="r" b="b"/>
              <a:pathLst>
                <a:path w="929" h="239" extrusionOk="0">
                  <a:moveTo>
                    <a:pt x="0" y="1"/>
                  </a:moveTo>
                  <a:lnTo>
                    <a:pt x="0" y="238"/>
                  </a:lnTo>
                  <a:lnTo>
                    <a:pt x="928" y="238"/>
                  </a:lnTo>
                  <a:lnTo>
                    <a:pt x="92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6" name="Google Shape;1126;p18"/>
            <p:cNvSpPr/>
            <p:nvPr/>
          </p:nvSpPr>
          <p:spPr>
            <a:xfrm>
              <a:off x="4453350" y="2450150"/>
              <a:ext cx="24100" cy="5975"/>
            </a:xfrm>
            <a:custGeom>
              <a:avLst/>
              <a:gdLst/>
              <a:ahLst/>
              <a:cxnLst/>
              <a:rect l="l" t="t" r="r" b="b"/>
              <a:pathLst>
                <a:path w="964" h="239" extrusionOk="0">
                  <a:moveTo>
                    <a:pt x="1" y="1"/>
                  </a:moveTo>
                  <a:lnTo>
                    <a:pt x="1" y="238"/>
                  </a:lnTo>
                  <a:lnTo>
                    <a:pt x="963" y="238"/>
                  </a:lnTo>
                  <a:lnTo>
                    <a:pt x="963"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7" name="Google Shape;1127;p18"/>
            <p:cNvSpPr/>
            <p:nvPr/>
          </p:nvSpPr>
          <p:spPr>
            <a:xfrm>
              <a:off x="4126350" y="2450150"/>
              <a:ext cx="24100" cy="5975"/>
            </a:xfrm>
            <a:custGeom>
              <a:avLst/>
              <a:gdLst/>
              <a:ahLst/>
              <a:cxnLst/>
              <a:rect l="l" t="t" r="r" b="b"/>
              <a:pathLst>
                <a:path w="964" h="239" extrusionOk="0">
                  <a:moveTo>
                    <a:pt x="0" y="1"/>
                  </a:moveTo>
                  <a:lnTo>
                    <a:pt x="0" y="238"/>
                  </a:lnTo>
                  <a:lnTo>
                    <a:pt x="963" y="238"/>
                  </a:lnTo>
                  <a:lnTo>
                    <a:pt x="963"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8" name="Google Shape;1128;p18"/>
            <p:cNvSpPr/>
            <p:nvPr/>
          </p:nvSpPr>
          <p:spPr>
            <a:xfrm>
              <a:off x="3998500" y="2336100"/>
              <a:ext cx="9450" cy="24100"/>
            </a:xfrm>
            <a:custGeom>
              <a:avLst/>
              <a:gdLst/>
              <a:ahLst/>
              <a:cxnLst/>
              <a:rect l="l" t="t" r="r" b="b"/>
              <a:pathLst>
                <a:path w="378" h="964" extrusionOk="0">
                  <a:moveTo>
                    <a:pt x="1" y="0"/>
                  </a:moveTo>
                  <a:cubicBezTo>
                    <a:pt x="29" y="321"/>
                    <a:pt x="57" y="642"/>
                    <a:pt x="147" y="963"/>
                  </a:cubicBezTo>
                  <a:lnTo>
                    <a:pt x="378" y="900"/>
                  </a:lnTo>
                  <a:cubicBezTo>
                    <a:pt x="287" y="614"/>
                    <a:pt x="259" y="293"/>
                    <a:pt x="231"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9" name="Google Shape;1129;p18"/>
            <p:cNvSpPr/>
            <p:nvPr/>
          </p:nvSpPr>
          <p:spPr>
            <a:xfrm>
              <a:off x="4406800" y="2450150"/>
              <a:ext cx="23375" cy="5975"/>
            </a:xfrm>
            <a:custGeom>
              <a:avLst/>
              <a:gdLst/>
              <a:ahLst/>
              <a:cxnLst/>
              <a:rect l="l" t="t" r="r" b="b"/>
              <a:pathLst>
                <a:path w="935" h="239" extrusionOk="0">
                  <a:moveTo>
                    <a:pt x="0" y="1"/>
                  </a:moveTo>
                  <a:lnTo>
                    <a:pt x="0" y="238"/>
                  </a:lnTo>
                  <a:lnTo>
                    <a:pt x="935" y="238"/>
                  </a:lnTo>
                  <a:lnTo>
                    <a:pt x="93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0" name="Google Shape;1130;p18"/>
            <p:cNvSpPr/>
            <p:nvPr/>
          </p:nvSpPr>
          <p:spPr>
            <a:xfrm>
              <a:off x="4079775" y="2441450"/>
              <a:ext cx="24100" cy="12400"/>
            </a:xfrm>
            <a:custGeom>
              <a:avLst/>
              <a:gdLst/>
              <a:ahLst/>
              <a:cxnLst/>
              <a:rect l="l" t="t" r="r" b="b"/>
              <a:pathLst>
                <a:path w="964" h="496" extrusionOk="0">
                  <a:moveTo>
                    <a:pt x="91" y="0"/>
                  </a:moveTo>
                  <a:lnTo>
                    <a:pt x="1" y="237"/>
                  </a:lnTo>
                  <a:cubicBezTo>
                    <a:pt x="294" y="349"/>
                    <a:pt x="615" y="440"/>
                    <a:pt x="908" y="495"/>
                  </a:cubicBezTo>
                  <a:lnTo>
                    <a:pt x="963" y="265"/>
                  </a:lnTo>
                  <a:cubicBezTo>
                    <a:pt x="670" y="209"/>
                    <a:pt x="384" y="119"/>
                    <a:pt x="91"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1" name="Google Shape;1131;p18"/>
            <p:cNvSpPr/>
            <p:nvPr/>
          </p:nvSpPr>
          <p:spPr>
            <a:xfrm>
              <a:off x="4010025" y="2380400"/>
              <a:ext cx="16750" cy="22700"/>
            </a:xfrm>
            <a:custGeom>
              <a:avLst/>
              <a:gdLst/>
              <a:ahLst/>
              <a:cxnLst/>
              <a:rect l="l" t="t" r="r" b="b"/>
              <a:pathLst>
                <a:path w="670" h="908" extrusionOk="0">
                  <a:moveTo>
                    <a:pt x="210" y="0"/>
                  </a:moveTo>
                  <a:lnTo>
                    <a:pt x="0" y="91"/>
                  </a:lnTo>
                  <a:cubicBezTo>
                    <a:pt x="147" y="384"/>
                    <a:pt x="293" y="642"/>
                    <a:pt x="496" y="907"/>
                  </a:cubicBezTo>
                  <a:lnTo>
                    <a:pt x="670" y="789"/>
                  </a:lnTo>
                  <a:cubicBezTo>
                    <a:pt x="496" y="524"/>
                    <a:pt x="349" y="266"/>
                    <a:pt x="210"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2" name="Google Shape;1132;p18"/>
            <p:cNvSpPr/>
            <p:nvPr/>
          </p:nvSpPr>
          <p:spPr>
            <a:xfrm>
              <a:off x="4039850" y="2416850"/>
              <a:ext cx="21825" cy="19550"/>
            </a:xfrm>
            <a:custGeom>
              <a:avLst/>
              <a:gdLst/>
              <a:ahLst/>
              <a:cxnLst/>
              <a:rect l="l" t="t" r="r" b="b"/>
              <a:pathLst>
                <a:path w="873" h="782" extrusionOk="0">
                  <a:moveTo>
                    <a:pt x="147" y="0"/>
                  </a:moveTo>
                  <a:lnTo>
                    <a:pt x="0" y="175"/>
                  </a:lnTo>
                  <a:cubicBezTo>
                    <a:pt x="237" y="405"/>
                    <a:pt x="468" y="607"/>
                    <a:pt x="761" y="782"/>
                  </a:cubicBezTo>
                  <a:lnTo>
                    <a:pt x="872" y="579"/>
                  </a:lnTo>
                  <a:cubicBezTo>
                    <a:pt x="614" y="405"/>
                    <a:pt x="377" y="231"/>
                    <a:pt x="147"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3" name="Google Shape;1133;p18"/>
            <p:cNvSpPr/>
            <p:nvPr/>
          </p:nvSpPr>
          <p:spPr>
            <a:xfrm>
              <a:off x="4171350" y="2450150"/>
              <a:ext cx="24075" cy="5975"/>
            </a:xfrm>
            <a:custGeom>
              <a:avLst/>
              <a:gdLst/>
              <a:ahLst/>
              <a:cxnLst/>
              <a:rect l="l" t="t" r="r" b="b"/>
              <a:pathLst>
                <a:path w="963" h="239" extrusionOk="0">
                  <a:moveTo>
                    <a:pt x="0" y="1"/>
                  </a:moveTo>
                  <a:lnTo>
                    <a:pt x="0" y="238"/>
                  </a:lnTo>
                  <a:lnTo>
                    <a:pt x="963" y="238"/>
                  </a:lnTo>
                  <a:lnTo>
                    <a:pt x="963"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4" name="Google Shape;1134;p18"/>
            <p:cNvSpPr/>
            <p:nvPr/>
          </p:nvSpPr>
          <p:spPr>
            <a:xfrm>
              <a:off x="4265875" y="2450150"/>
              <a:ext cx="23225" cy="5975"/>
            </a:xfrm>
            <a:custGeom>
              <a:avLst/>
              <a:gdLst/>
              <a:ahLst/>
              <a:cxnLst/>
              <a:rect l="l" t="t" r="r" b="b"/>
              <a:pathLst>
                <a:path w="929" h="239" extrusionOk="0">
                  <a:moveTo>
                    <a:pt x="0" y="1"/>
                  </a:moveTo>
                  <a:lnTo>
                    <a:pt x="0" y="238"/>
                  </a:lnTo>
                  <a:lnTo>
                    <a:pt x="928" y="238"/>
                  </a:lnTo>
                  <a:lnTo>
                    <a:pt x="92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5" name="Google Shape;1135;p18"/>
            <p:cNvSpPr/>
            <p:nvPr/>
          </p:nvSpPr>
          <p:spPr>
            <a:xfrm>
              <a:off x="4359700" y="2450150"/>
              <a:ext cx="23925" cy="5975"/>
            </a:xfrm>
            <a:custGeom>
              <a:avLst/>
              <a:gdLst/>
              <a:ahLst/>
              <a:cxnLst/>
              <a:rect l="l" t="t" r="r" b="b"/>
              <a:pathLst>
                <a:path w="957" h="239" extrusionOk="0">
                  <a:moveTo>
                    <a:pt x="0" y="1"/>
                  </a:moveTo>
                  <a:lnTo>
                    <a:pt x="0" y="238"/>
                  </a:lnTo>
                  <a:lnTo>
                    <a:pt x="956" y="238"/>
                  </a:lnTo>
                  <a:lnTo>
                    <a:pt x="9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6" name="Google Shape;1136;p18"/>
            <p:cNvSpPr/>
            <p:nvPr/>
          </p:nvSpPr>
          <p:spPr>
            <a:xfrm>
              <a:off x="4218600" y="2450150"/>
              <a:ext cx="23400" cy="5975"/>
            </a:xfrm>
            <a:custGeom>
              <a:avLst/>
              <a:gdLst/>
              <a:ahLst/>
              <a:cxnLst/>
              <a:rect l="l" t="t" r="r" b="b"/>
              <a:pathLst>
                <a:path w="936" h="239" extrusionOk="0">
                  <a:moveTo>
                    <a:pt x="1" y="1"/>
                  </a:moveTo>
                  <a:lnTo>
                    <a:pt x="1" y="238"/>
                  </a:lnTo>
                  <a:lnTo>
                    <a:pt x="936" y="238"/>
                  </a:lnTo>
                  <a:lnTo>
                    <a:pt x="93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7" name="Google Shape;1137;p18"/>
            <p:cNvSpPr/>
            <p:nvPr/>
          </p:nvSpPr>
          <p:spPr>
            <a:xfrm>
              <a:off x="6381200" y="2450150"/>
              <a:ext cx="24100" cy="5975"/>
            </a:xfrm>
            <a:custGeom>
              <a:avLst/>
              <a:gdLst/>
              <a:ahLst/>
              <a:cxnLst/>
              <a:rect l="l" t="t" r="r" b="b"/>
              <a:pathLst>
                <a:path w="964" h="239" extrusionOk="0">
                  <a:moveTo>
                    <a:pt x="1" y="1"/>
                  </a:moveTo>
                  <a:lnTo>
                    <a:pt x="1" y="238"/>
                  </a:lnTo>
                  <a:lnTo>
                    <a:pt x="964" y="238"/>
                  </a:lnTo>
                  <a:lnTo>
                    <a:pt x="964"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8" name="Google Shape;1138;p18"/>
            <p:cNvSpPr/>
            <p:nvPr/>
          </p:nvSpPr>
          <p:spPr>
            <a:xfrm>
              <a:off x="6334825" y="2450150"/>
              <a:ext cx="23225" cy="5975"/>
            </a:xfrm>
            <a:custGeom>
              <a:avLst/>
              <a:gdLst/>
              <a:ahLst/>
              <a:cxnLst/>
              <a:rect l="l" t="t" r="r" b="b"/>
              <a:pathLst>
                <a:path w="929" h="239" extrusionOk="0">
                  <a:moveTo>
                    <a:pt x="0" y="1"/>
                  </a:moveTo>
                  <a:lnTo>
                    <a:pt x="0" y="238"/>
                  </a:lnTo>
                  <a:lnTo>
                    <a:pt x="928" y="238"/>
                  </a:lnTo>
                  <a:lnTo>
                    <a:pt x="92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9" name="Google Shape;1139;p18"/>
            <p:cNvSpPr/>
            <p:nvPr/>
          </p:nvSpPr>
          <p:spPr>
            <a:xfrm>
              <a:off x="6475050" y="2450150"/>
              <a:ext cx="24600" cy="5975"/>
            </a:xfrm>
            <a:custGeom>
              <a:avLst/>
              <a:gdLst/>
              <a:ahLst/>
              <a:cxnLst/>
              <a:rect l="l" t="t" r="r" b="b"/>
              <a:pathLst>
                <a:path w="984" h="239" extrusionOk="0">
                  <a:moveTo>
                    <a:pt x="0" y="1"/>
                  </a:moveTo>
                  <a:lnTo>
                    <a:pt x="0" y="238"/>
                  </a:lnTo>
                  <a:lnTo>
                    <a:pt x="984" y="238"/>
                  </a:lnTo>
                  <a:lnTo>
                    <a:pt x="984"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0" name="Google Shape;1140;p18"/>
            <p:cNvSpPr/>
            <p:nvPr/>
          </p:nvSpPr>
          <p:spPr>
            <a:xfrm>
              <a:off x="6428475" y="2450150"/>
              <a:ext cx="23225" cy="5975"/>
            </a:xfrm>
            <a:custGeom>
              <a:avLst/>
              <a:gdLst/>
              <a:ahLst/>
              <a:cxnLst/>
              <a:rect l="l" t="t" r="r" b="b"/>
              <a:pathLst>
                <a:path w="929" h="239" extrusionOk="0">
                  <a:moveTo>
                    <a:pt x="1" y="1"/>
                  </a:moveTo>
                  <a:lnTo>
                    <a:pt x="1" y="238"/>
                  </a:lnTo>
                  <a:lnTo>
                    <a:pt x="928" y="238"/>
                  </a:lnTo>
                  <a:lnTo>
                    <a:pt x="92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1" name="Google Shape;1141;p18"/>
            <p:cNvSpPr/>
            <p:nvPr/>
          </p:nvSpPr>
          <p:spPr>
            <a:xfrm>
              <a:off x="6052800" y="2450150"/>
              <a:ext cx="23225" cy="5975"/>
            </a:xfrm>
            <a:custGeom>
              <a:avLst/>
              <a:gdLst/>
              <a:ahLst/>
              <a:cxnLst/>
              <a:rect l="l" t="t" r="r" b="b"/>
              <a:pathLst>
                <a:path w="929" h="239" extrusionOk="0">
                  <a:moveTo>
                    <a:pt x="1" y="1"/>
                  </a:moveTo>
                  <a:lnTo>
                    <a:pt x="1" y="238"/>
                  </a:lnTo>
                  <a:lnTo>
                    <a:pt x="929" y="238"/>
                  </a:lnTo>
                  <a:lnTo>
                    <a:pt x="929"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2" name="Google Shape;1142;p18"/>
            <p:cNvSpPr/>
            <p:nvPr/>
          </p:nvSpPr>
          <p:spPr>
            <a:xfrm>
              <a:off x="6006250" y="2450150"/>
              <a:ext cx="23400" cy="5975"/>
            </a:xfrm>
            <a:custGeom>
              <a:avLst/>
              <a:gdLst/>
              <a:ahLst/>
              <a:cxnLst/>
              <a:rect l="l" t="t" r="r" b="b"/>
              <a:pathLst>
                <a:path w="936" h="239" extrusionOk="0">
                  <a:moveTo>
                    <a:pt x="0" y="1"/>
                  </a:moveTo>
                  <a:lnTo>
                    <a:pt x="0" y="238"/>
                  </a:lnTo>
                  <a:lnTo>
                    <a:pt x="935" y="238"/>
                  </a:lnTo>
                  <a:lnTo>
                    <a:pt x="93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3" name="Google Shape;1143;p18"/>
            <p:cNvSpPr/>
            <p:nvPr/>
          </p:nvSpPr>
          <p:spPr>
            <a:xfrm>
              <a:off x="6287550" y="2450150"/>
              <a:ext cx="23225" cy="5975"/>
            </a:xfrm>
            <a:custGeom>
              <a:avLst/>
              <a:gdLst/>
              <a:ahLst/>
              <a:cxnLst/>
              <a:rect l="l" t="t" r="r" b="b"/>
              <a:pathLst>
                <a:path w="929" h="239" extrusionOk="0">
                  <a:moveTo>
                    <a:pt x="1" y="1"/>
                  </a:moveTo>
                  <a:lnTo>
                    <a:pt x="1" y="238"/>
                  </a:lnTo>
                  <a:lnTo>
                    <a:pt x="929" y="238"/>
                  </a:lnTo>
                  <a:lnTo>
                    <a:pt x="929"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4" name="Google Shape;1144;p18"/>
            <p:cNvSpPr/>
            <p:nvPr/>
          </p:nvSpPr>
          <p:spPr>
            <a:xfrm>
              <a:off x="5958975" y="2450150"/>
              <a:ext cx="23400" cy="5975"/>
            </a:xfrm>
            <a:custGeom>
              <a:avLst/>
              <a:gdLst/>
              <a:ahLst/>
              <a:cxnLst/>
              <a:rect l="l" t="t" r="r" b="b"/>
              <a:pathLst>
                <a:path w="936" h="239" extrusionOk="0">
                  <a:moveTo>
                    <a:pt x="1" y="1"/>
                  </a:moveTo>
                  <a:lnTo>
                    <a:pt x="1" y="238"/>
                  </a:lnTo>
                  <a:lnTo>
                    <a:pt x="936" y="238"/>
                  </a:lnTo>
                  <a:lnTo>
                    <a:pt x="93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5" name="Google Shape;1145;p18"/>
            <p:cNvSpPr/>
            <p:nvPr/>
          </p:nvSpPr>
          <p:spPr>
            <a:xfrm>
              <a:off x="6240300" y="2450150"/>
              <a:ext cx="23900" cy="5975"/>
            </a:xfrm>
            <a:custGeom>
              <a:avLst/>
              <a:gdLst/>
              <a:ahLst/>
              <a:cxnLst/>
              <a:rect l="l" t="t" r="r" b="b"/>
              <a:pathLst>
                <a:path w="956" h="239" extrusionOk="0">
                  <a:moveTo>
                    <a:pt x="0" y="1"/>
                  </a:moveTo>
                  <a:lnTo>
                    <a:pt x="0" y="238"/>
                  </a:lnTo>
                  <a:lnTo>
                    <a:pt x="956" y="238"/>
                  </a:lnTo>
                  <a:lnTo>
                    <a:pt x="9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6" name="Google Shape;1146;p18"/>
            <p:cNvSpPr/>
            <p:nvPr/>
          </p:nvSpPr>
          <p:spPr>
            <a:xfrm>
              <a:off x="6193725" y="2450150"/>
              <a:ext cx="23400" cy="5975"/>
            </a:xfrm>
            <a:custGeom>
              <a:avLst/>
              <a:gdLst/>
              <a:ahLst/>
              <a:cxnLst/>
              <a:rect l="l" t="t" r="r" b="b"/>
              <a:pathLst>
                <a:path w="936" h="239" extrusionOk="0">
                  <a:moveTo>
                    <a:pt x="1" y="1"/>
                  </a:moveTo>
                  <a:lnTo>
                    <a:pt x="1" y="238"/>
                  </a:lnTo>
                  <a:lnTo>
                    <a:pt x="935" y="238"/>
                  </a:lnTo>
                  <a:lnTo>
                    <a:pt x="93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7" name="Google Shape;1147;p18"/>
            <p:cNvSpPr/>
            <p:nvPr/>
          </p:nvSpPr>
          <p:spPr>
            <a:xfrm>
              <a:off x="6100075" y="2450150"/>
              <a:ext cx="23225" cy="5975"/>
            </a:xfrm>
            <a:custGeom>
              <a:avLst/>
              <a:gdLst/>
              <a:ahLst/>
              <a:cxnLst/>
              <a:rect l="l" t="t" r="r" b="b"/>
              <a:pathLst>
                <a:path w="929" h="239" extrusionOk="0">
                  <a:moveTo>
                    <a:pt x="0" y="1"/>
                  </a:moveTo>
                  <a:lnTo>
                    <a:pt x="0" y="238"/>
                  </a:lnTo>
                  <a:lnTo>
                    <a:pt x="928" y="238"/>
                  </a:lnTo>
                  <a:lnTo>
                    <a:pt x="92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8" name="Google Shape;1148;p18"/>
            <p:cNvSpPr/>
            <p:nvPr/>
          </p:nvSpPr>
          <p:spPr>
            <a:xfrm>
              <a:off x="6146475" y="2450150"/>
              <a:ext cx="24075" cy="5975"/>
            </a:xfrm>
            <a:custGeom>
              <a:avLst/>
              <a:gdLst/>
              <a:ahLst/>
              <a:cxnLst/>
              <a:rect l="l" t="t" r="r" b="b"/>
              <a:pathLst>
                <a:path w="963" h="239" extrusionOk="0">
                  <a:moveTo>
                    <a:pt x="0" y="1"/>
                  </a:moveTo>
                  <a:lnTo>
                    <a:pt x="0" y="238"/>
                  </a:lnTo>
                  <a:lnTo>
                    <a:pt x="963" y="238"/>
                  </a:lnTo>
                  <a:lnTo>
                    <a:pt x="963"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9" name="Google Shape;1149;p18"/>
            <p:cNvSpPr/>
            <p:nvPr/>
          </p:nvSpPr>
          <p:spPr>
            <a:xfrm>
              <a:off x="6758450" y="2450150"/>
              <a:ext cx="23225" cy="5975"/>
            </a:xfrm>
            <a:custGeom>
              <a:avLst/>
              <a:gdLst/>
              <a:ahLst/>
              <a:cxnLst/>
              <a:rect l="l" t="t" r="r" b="b"/>
              <a:pathLst>
                <a:path w="929" h="239" extrusionOk="0">
                  <a:moveTo>
                    <a:pt x="0" y="1"/>
                  </a:moveTo>
                  <a:lnTo>
                    <a:pt x="0" y="238"/>
                  </a:lnTo>
                  <a:lnTo>
                    <a:pt x="928" y="238"/>
                  </a:lnTo>
                  <a:lnTo>
                    <a:pt x="92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0" name="Google Shape;1150;p18"/>
            <p:cNvSpPr/>
            <p:nvPr/>
          </p:nvSpPr>
          <p:spPr>
            <a:xfrm>
              <a:off x="6711175" y="2450150"/>
              <a:ext cx="23225" cy="5975"/>
            </a:xfrm>
            <a:custGeom>
              <a:avLst/>
              <a:gdLst/>
              <a:ahLst/>
              <a:cxnLst/>
              <a:rect l="l" t="t" r="r" b="b"/>
              <a:pathLst>
                <a:path w="929" h="239" extrusionOk="0">
                  <a:moveTo>
                    <a:pt x="1" y="1"/>
                  </a:moveTo>
                  <a:lnTo>
                    <a:pt x="1" y="238"/>
                  </a:lnTo>
                  <a:lnTo>
                    <a:pt x="929" y="238"/>
                  </a:lnTo>
                  <a:lnTo>
                    <a:pt x="929"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1" name="Google Shape;1151;p18"/>
            <p:cNvSpPr/>
            <p:nvPr/>
          </p:nvSpPr>
          <p:spPr>
            <a:xfrm>
              <a:off x="6852100" y="2450150"/>
              <a:ext cx="23400" cy="5975"/>
            </a:xfrm>
            <a:custGeom>
              <a:avLst/>
              <a:gdLst/>
              <a:ahLst/>
              <a:cxnLst/>
              <a:rect l="l" t="t" r="r" b="b"/>
              <a:pathLst>
                <a:path w="936" h="239" extrusionOk="0">
                  <a:moveTo>
                    <a:pt x="1" y="1"/>
                  </a:moveTo>
                  <a:lnTo>
                    <a:pt x="1" y="238"/>
                  </a:lnTo>
                  <a:lnTo>
                    <a:pt x="935" y="238"/>
                  </a:lnTo>
                  <a:lnTo>
                    <a:pt x="93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2" name="Google Shape;1152;p18"/>
            <p:cNvSpPr/>
            <p:nvPr/>
          </p:nvSpPr>
          <p:spPr>
            <a:xfrm>
              <a:off x="6804850" y="2450150"/>
              <a:ext cx="23375" cy="5975"/>
            </a:xfrm>
            <a:custGeom>
              <a:avLst/>
              <a:gdLst/>
              <a:ahLst/>
              <a:cxnLst/>
              <a:rect l="l" t="t" r="r" b="b"/>
              <a:pathLst>
                <a:path w="935" h="239" extrusionOk="0">
                  <a:moveTo>
                    <a:pt x="0" y="1"/>
                  </a:moveTo>
                  <a:lnTo>
                    <a:pt x="0" y="238"/>
                  </a:lnTo>
                  <a:lnTo>
                    <a:pt x="935" y="238"/>
                  </a:lnTo>
                  <a:lnTo>
                    <a:pt x="93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3" name="Google Shape;1153;p18"/>
            <p:cNvSpPr/>
            <p:nvPr/>
          </p:nvSpPr>
          <p:spPr>
            <a:xfrm>
              <a:off x="6663925" y="2450150"/>
              <a:ext cx="24100" cy="5975"/>
            </a:xfrm>
            <a:custGeom>
              <a:avLst/>
              <a:gdLst/>
              <a:ahLst/>
              <a:cxnLst/>
              <a:rect l="l" t="t" r="r" b="b"/>
              <a:pathLst>
                <a:path w="964" h="239" extrusionOk="0">
                  <a:moveTo>
                    <a:pt x="0" y="1"/>
                  </a:moveTo>
                  <a:lnTo>
                    <a:pt x="0" y="238"/>
                  </a:lnTo>
                  <a:lnTo>
                    <a:pt x="963" y="238"/>
                  </a:lnTo>
                  <a:lnTo>
                    <a:pt x="963"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4" name="Google Shape;1154;p18"/>
            <p:cNvSpPr/>
            <p:nvPr/>
          </p:nvSpPr>
          <p:spPr>
            <a:xfrm>
              <a:off x="6617350" y="2450150"/>
              <a:ext cx="23400" cy="5975"/>
            </a:xfrm>
            <a:custGeom>
              <a:avLst/>
              <a:gdLst/>
              <a:ahLst/>
              <a:cxnLst/>
              <a:rect l="l" t="t" r="r" b="b"/>
              <a:pathLst>
                <a:path w="936" h="239" extrusionOk="0">
                  <a:moveTo>
                    <a:pt x="1" y="1"/>
                  </a:moveTo>
                  <a:lnTo>
                    <a:pt x="1" y="238"/>
                  </a:lnTo>
                  <a:lnTo>
                    <a:pt x="936" y="238"/>
                  </a:lnTo>
                  <a:lnTo>
                    <a:pt x="93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5" name="Google Shape;1155;p18"/>
            <p:cNvSpPr/>
            <p:nvPr/>
          </p:nvSpPr>
          <p:spPr>
            <a:xfrm>
              <a:off x="6570275" y="2450150"/>
              <a:ext cx="23200" cy="5975"/>
            </a:xfrm>
            <a:custGeom>
              <a:avLst/>
              <a:gdLst/>
              <a:ahLst/>
              <a:cxnLst/>
              <a:rect l="l" t="t" r="r" b="b"/>
              <a:pathLst>
                <a:path w="928" h="239" extrusionOk="0">
                  <a:moveTo>
                    <a:pt x="0" y="1"/>
                  </a:moveTo>
                  <a:lnTo>
                    <a:pt x="0" y="238"/>
                  </a:lnTo>
                  <a:lnTo>
                    <a:pt x="928" y="238"/>
                  </a:lnTo>
                  <a:lnTo>
                    <a:pt x="92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6" name="Google Shape;1156;p18"/>
            <p:cNvSpPr/>
            <p:nvPr/>
          </p:nvSpPr>
          <p:spPr>
            <a:xfrm>
              <a:off x="6523700" y="2450150"/>
              <a:ext cx="23225" cy="5975"/>
            </a:xfrm>
            <a:custGeom>
              <a:avLst/>
              <a:gdLst/>
              <a:ahLst/>
              <a:cxnLst/>
              <a:rect l="l" t="t" r="r" b="b"/>
              <a:pathLst>
                <a:path w="929" h="239" extrusionOk="0">
                  <a:moveTo>
                    <a:pt x="1" y="1"/>
                  </a:moveTo>
                  <a:lnTo>
                    <a:pt x="1" y="238"/>
                  </a:lnTo>
                  <a:lnTo>
                    <a:pt x="928" y="238"/>
                  </a:lnTo>
                  <a:lnTo>
                    <a:pt x="92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7" name="Google Shape;1157;p18"/>
            <p:cNvSpPr/>
            <p:nvPr/>
          </p:nvSpPr>
          <p:spPr>
            <a:xfrm>
              <a:off x="5677150" y="2450150"/>
              <a:ext cx="23925" cy="5975"/>
            </a:xfrm>
            <a:custGeom>
              <a:avLst/>
              <a:gdLst/>
              <a:ahLst/>
              <a:cxnLst/>
              <a:rect l="l" t="t" r="r" b="b"/>
              <a:pathLst>
                <a:path w="957" h="239" extrusionOk="0">
                  <a:moveTo>
                    <a:pt x="0" y="1"/>
                  </a:moveTo>
                  <a:lnTo>
                    <a:pt x="0" y="238"/>
                  </a:lnTo>
                  <a:lnTo>
                    <a:pt x="956" y="238"/>
                  </a:lnTo>
                  <a:lnTo>
                    <a:pt x="9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8" name="Google Shape;1158;p18"/>
            <p:cNvSpPr/>
            <p:nvPr/>
          </p:nvSpPr>
          <p:spPr>
            <a:xfrm>
              <a:off x="5911900" y="2450150"/>
              <a:ext cx="23900" cy="5975"/>
            </a:xfrm>
            <a:custGeom>
              <a:avLst/>
              <a:gdLst/>
              <a:ahLst/>
              <a:cxnLst/>
              <a:rect l="l" t="t" r="r" b="b"/>
              <a:pathLst>
                <a:path w="956" h="239" extrusionOk="0">
                  <a:moveTo>
                    <a:pt x="0" y="1"/>
                  </a:moveTo>
                  <a:lnTo>
                    <a:pt x="0" y="238"/>
                  </a:lnTo>
                  <a:lnTo>
                    <a:pt x="956" y="238"/>
                  </a:lnTo>
                  <a:lnTo>
                    <a:pt x="9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9" name="Google Shape;1159;p18"/>
            <p:cNvSpPr/>
            <p:nvPr/>
          </p:nvSpPr>
          <p:spPr>
            <a:xfrm>
              <a:off x="5865325" y="2450150"/>
              <a:ext cx="23225" cy="5975"/>
            </a:xfrm>
            <a:custGeom>
              <a:avLst/>
              <a:gdLst/>
              <a:ahLst/>
              <a:cxnLst/>
              <a:rect l="l" t="t" r="r" b="b"/>
              <a:pathLst>
                <a:path w="929" h="239" extrusionOk="0">
                  <a:moveTo>
                    <a:pt x="1" y="1"/>
                  </a:moveTo>
                  <a:lnTo>
                    <a:pt x="1" y="238"/>
                  </a:lnTo>
                  <a:lnTo>
                    <a:pt x="928" y="238"/>
                  </a:lnTo>
                  <a:lnTo>
                    <a:pt x="92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0" name="Google Shape;1160;p18"/>
            <p:cNvSpPr/>
            <p:nvPr/>
          </p:nvSpPr>
          <p:spPr>
            <a:xfrm>
              <a:off x="5818075" y="2450150"/>
              <a:ext cx="23200" cy="5975"/>
            </a:xfrm>
            <a:custGeom>
              <a:avLst/>
              <a:gdLst/>
              <a:ahLst/>
              <a:cxnLst/>
              <a:rect l="l" t="t" r="r" b="b"/>
              <a:pathLst>
                <a:path w="928" h="239" extrusionOk="0">
                  <a:moveTo>
                    <a:pt x="0" y="1"/>
                  </a:moveTo>
                  <a:lnTo>
                    <a:pt x="0" y="238"/>
                  </a:lnTo>
                  <a:lnTo>
                    <a:pt x="928" y="238"/>
                  </a:lnTo>
                  <a:lnTo>
                    <a:pt x="92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1" name="Google Shape;1161;p18"/>
            <p:cNvSpPr/>
            <p:nvPr/>
          </p:nvSpPr>
          <p:spPr>
            <a:xfrm>
              <a:off x="5771500" y="2450150"/>
              <a:ext cx="23400" cy="5975"/>
            </a:xfrm>
            <a:custGeom>
              <a:avLst/>
              <a:gdLst/>
              <a:ahLst/>
              <a:cxnLst/>
              <a:rect l="l" t="t" r="r" b="b"/>
              <a:pathLst>
                <a:path w="936" h="239" extrusionOk="0">
                  <a:moveTo>
                    <a:pt x="0" y="1"/>
                  </a:moveTo>
                  <a:lnTo>
                    <a:pt x="0" y="238"/>
                  </a:lnTo>
                  <a:lnTo>
                    <a:pt x="935" y="238"/>
                  </a:lnTo>
                  <a:lnTo>
                    <a:pt x="93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2" name="Google Shape;1162;p18"/>
            <p:cNvSpPr/>
            <p:nvPr/>
          </p:nvSpPr>
          <p:spPr>
            <a:xfrm>
              <a:off x="5536050" y="2450150"/>
              <a:ext cx="23400" cy="5975"/>
            </a:xfrm>
            <a:custGeom>
              <a:avLst/>
              <a:gdLst/>
              <a:ahLst/>
              <a:cxnLst/>
              <a:rect l="l" t="t" r="r" b="b"/>
              <a:pathLst>
                <a:path w="936" h="239" extrusionOk="0">
                  <a:moveTo>
                    <a:pt x="1" y="1"/>
                  </a:moveTo>
                  <a:lnTo>
                    <a:pt x="1" y="238"/>
                  </a:lnTo>
                  <a:lnTo>
                    <a:pt x="935" y="238"/>
                  </a:lnTo>
                  <a:lnTo>
                    <a:pt x="93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3" name="Google Shape;1163;p18"/>
            <p:cNvSpPr/>
            <p:nvPr/>
          </p:nvSpPr>
          <p:spPr>
            <a:xfrm>
              <a:off x="5629875" y="2450150"/>
              <a:ext cx="23925" cy="5975"/>
            </a:xfrm>
            <a:custGeom>
              <a:avLst/>
              <a:gdLst/>
              <a:ahLst/>
              <a:cxnLst/>
              <a:rect l="l" t="t" r="r" b="b"/>
              <a:pathLst>
                <a:path w="957" h="239" extrusionOk="0">
                  <a:moveTo>
                    <a:pt x="1" y="1"/>
                  </a:moveTo>
                  <a:lnTo>
                    <a:pt x="1" y="238"/>
                  </a:lnTo>
                  <a:lnTo>
                    <a:pt x="956" y="238"/>
                  </a:lnTo>
                  <a:lnTo>
                    <a:pt x="9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4" name="Google Shape;1164;p18"/>
            <p:cNvSpPr/>
            <p:nvPr/>
          </p:nvSpPr>
          <p:spPr>
            <a:xfrm>
              <a:off x="5724400" y="2450150"/>
              <a:ext cx="23225" cy="5975"/>
            </a:xfrm>
            <a:custGeom>
              <a:avLst/>
              <a:gdLst/>
              <a:ahLst/>
              <a:cxnLst/>
              <a:rect l="l" t="t" r="r" b="b"/>
              <a:pathLst>
                <a:path w="929" h="239" extrusionOk="0">
                  <a:moveTo>
                    <a:pt x="1" y="1"/>
                  </a:moveTo>
                  <a:lnTo>
                    <a:pt x="1" y="238"/>
                  </a:lnTo>
                  <a:lnTo>
                    <a:pt x="929" y="238"/>
                  </a:lnTo>
                  <a:lnTo>
                    <a:pt x="929"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5" name="Google Shape;1165;p18"/>
            <p:cNvSpPr/>
            <p:nvPr/>
          </p:nvSpPr>
          <p:spPr>
            <a:xfrm>
              <a:off x="5583325" y="2450150"/>
              <a:ext cx="23375" cy="5975"/>
            </a:xfrm>
            <a:custGeom>
              <a:avLst/>
              <a:gdLst/>
              <a:ahLst/>
              <a:cxnLst/>
              <a:rect l="l" t="t" r="r" b="b"/>
              <a:pathLst>
                <a:path w="935" h="239" extrusionOk="0">
                  <a:moveTo>
                    <a:pt x="0" y="1"/>
                  </a:moveTo>
                  <a:lnTo>
                    <a:pt x="0" y="238"/>
                  </a:lnTo>
                  <a:lnTo>
                    <a:pt x="935" y="238"/>
                  </a:lnTo>
                  <a:lnTo>
                    <a:pt x="93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6" name="Google Shape;1166;p18"/>
            <p:cNvSpPr/>
            <p:nvPr/>
          </p:nvSpPr>
          <p:spPr>
            <a:xfrm>
              <a:off x="6993900" y="2450150"/>
              <a:ext cx="23225" cy="5975"/>
            </a:xfrm>
            <a:custGeom>
              <a:avLst/>
              <a:gdLst/>
              <a:ahLst/>
              <a:cxnLst/>
              <a:rect l="l" t="t" r="r" b="b"/>
              <a:pathLst>
                <a:path w="929" h="239" extrusionOk="0">
                  <a:moveTo>
                    <a:pt x="0" y="1"/>
                  </a:moveTo>
                  <a:lnTo>
                    <a:pt x="0" y="238"/>
                  </a:lnTo>
                  <a:lnTo>
                    <a:pt x="928" y="238"/>
                  </a:lnTo>
                  <a:lnTo>
                    <a:pt x="92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7" name="Google Shape;1167;p18"/>
            <p:cNvSpPr/>
            <p:nvPr/>
          </p:nvSpPr>
          <p:spPr>
            <a:xfrm>
              <a:off x="6947325" y="2450150"/>
              <a:ext cx="23225" cy="5975"/>
            </a:xfrm>
            <a:custGeom>
              <a:avLst/>
              <a:gdLst/>
              <a:ahLst/>
              <a:cxnLst/>
              <a:rect l="l" t="t" r="r" b="b"/>
              <a:pathLst>
                <a:path w="929" h="239" extrusionOk="0">
                  <a:moveTo>
                    <a:pt x="1" y="1"/>
                  </a:moveTo>
                  <a:lnTo>
                    <a:pt x="1" y="238"/>
                  </a:lnTo>
                  <a:lnTo>
                    <a:pt x="928" y="238"/>
                  </a:lnTo>
                  <a:lnTo>
                    <a:pt x="92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8" name="Google Shape;1168;p18"/>
            <p:cNvSpPr/>
            <p:nvPr/>
          </p:nvSpPr>
          <p:spPr>
            <a:xfrm>
              <a:off x="7087550" y="2450150"/>
              <a:ext cx="24775" cy="5975"/>
            </a:xfrm>
            <a:custGeom>
              <a:avLst/>
              <a:gdLst/>
              <a:ahLst/>
              <a:cxnLst/>
              <a:rect l="l" t="t" r="r" b="b"/>
              <a:pathLst>
                <a:path w="991" h="239" extrusionOk="0">
                  <a:moveTo>
                    <a:pt x="0" y="1"/>
                  </a:moveTo>
                  <a:lnTo>
                    <a:pt x="0" y="238"/>
                  </a:lnTo>
                  <a:lnTo>
                    <a:pt x="991" y="238"/>
                  </a:lnTo>
                  <a:lnTo>
                    <a:pt x="991"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9" name="Google Shape;1169;p18"/>
            <p:cNvSpPr/>
            <p:nvPr/>
          </p:nvSpPr>
          <p:spPr>
            <a:xfrm>
              <a:off x="7041150" y="2450150"/>
              <a:ext cx="23225" cy="5975"/>
            </a:xfrm>
            <a:custGeom>
              <a:avLst/>
              <a:gdLst/>
              <a:ahLst/>
              <a:cxnLst/>
              <a:rect l="l" t="t" r="r" b="b"/>
              <a:pathLst>
                <a:path w="929" h="239" extrusionOk="0">
                  <a:moveTo>
                    <a:pt x="1" y="1"/>
                  </a:moveTo>
                  <a:lnTo>
                    <a:pt x="1" y="238"/>
                  </a:lnTo>
                  <a:lnTo>
                    <a:pt x="929" y="238"/>
                  </a:lnTo>
                  <a:lnTo>
                    <a:pt x="929"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0" name="Google Shape;1170;p18"/>
            <p:cNvSpPr/>
            <p:nvPr/>
          </p:nvSpPr>
          <p:spPr>
            <a:xfrm>
              <a:off x="6900075" y="2450150"/>
              <a:ext cx="23375" cy="5975"/>
            </a:xfrm>
            <a:custGeom>
              <a:avLst/>
              <a:gdLst/>
              <a:ahLst/>
              <a:cxnLst/>
              <a:rect l="l" t="t" r="r" b="b"/>
              <a:pathLst>
                <a:path w="935" h="239" extrusionOk="0">
                  <a:moveTo>
                    <a:pt x="0" y="1"/>
                  </a:moveTo>
                  <a:lnTo>
                    <a:pt x="0" y="238"/>
                  </a:lnTo>
                  <a:lnTo>
                    <a:pt x="935" y="238"/>
                  </a:lnTo>
                  <a:lnTo>
                    <a:pt x="93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1" name="Google Shape;1171;p18"/>
            <p:cNvSpPr/>
            <p:nvPr/>
          </p:nvSpPr>
          <p:spPr>
            <a:xfrm>
              <a:off x="7370250" y="2450150"/>
              <a:ext cx="24100" cy="5975"/>
            </a:xfrm>
            <a:custGeom>
              <a:avLst/>
              <a:gdLst/>
              <a:ahLst/>
              <a:cxnLst/>
              <a:rect l="l" t="t" r="r" b="b"/>
              <a:pathLst>
                <a:path w="964" h="239" extrusionOk="0">
                  <a:moveTo>
                    <a:pt x="1" y="1"/>
                  </a:moveTo>
                  <a:lnTo>
                    <a:pt x="1" y="238"/>
                  </a:lnTo>
                  <a:lnTo>
                    <a:pt x="963" y="238"/>
                  </a:lnTo>
                  <a:lnTo>
                    <a:pt x="963"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2" name="Google Shape;1172;p18"/>
            <p:cNvSpPr/>
            <p:nvPr/>
          </p:nvSpPr>
          <p:spPr>
            <a:xfrm>
              <a:off x="7323700" y="2450150"/>
              <a:ext cx="23375" cy="5975"/>
            </a:xfrm>
            <a:custGeom>
              <a:avLst/>
              <a:gdLst/>
              <a:ahLst/>
              <a:cxnLst/>
              <a:rect l="l" t="t" r="r" b="b"/>
              <a:pathLst>
                <a:path w="935" h="239" extrusionOk="0">
                  <a:moveTo>
                    <a:pt x="0" y="1"/>
                  </a:moveTo>
                  <a:lnTo>
                    <a:pt x="0" y="238"/>
                  </a:lnTo>
                  <a:lnTo>
                    <a:pt x="935" y="238"/>
                  </a:lnTo>
                  <a:lnTo>
                    <a:pt x="93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3" name="Google Shape;1173;p18"/>
            <p:cNvSpPr/>
            <p:nvPr/>
          </p:nvSpPr>
          <p:spPr>
            <a:xfrm>
              <a:off x="7464775" y="2450150"/>
              <a:ext cx="23225" cy="5975"/>
            </a:xfrm>
            <a:custGeom>
              <a:avLst/>
              <a:gdLst/>
              <a:ahLst/>
              <a:cxnLst/>
              <a:rect l="l" t="t" r="r" b="b"/>
              <a:pathLst>
                <a:path w="929" h="239" extrusionOk="0">
                  <a:moveTo>
                    <a:pt x="1" y="1"/>
                  </a:moveTo>
                  <a:lnTo>
                    <a:pt x="1" y="238"/>
                  </a:lnTo>
                  <a:lnTo>
                    <a:pt x="929" y="238"/>
                  </a:lnTo>
                  <a:lnTo>
                    <a:pt x="929"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4" name="Google Shape;1174;p18"/>
            <p:cNvSpPr/>
            <p:nvPr/>
          </p:nvSpPr>
          <p:spPr>
            <a:xfrm>
              <a:off x="7417525" y="2450150"/>
              <a:ext cx="23225" cy="5975"/>
            </a:xfrm>
            <a:custGeom>
              <a:avLst/>
              <a:gdLst/>
              <a:ahLst/>
              <a:cxnLst/>
              <a:rect l="l" t="t" r="r" b="b"/>
              <a:pathLst>
                <a:path w="929" h="239" extrusionOk="0">
                  <a:moveTo>
                    <a:pt x="0" y="1"/>
                  </a:moveTo>
                  <a:lnTo>
                    <a:pt x="0" y="238"/>
                  </a:lnTo>
                  <a:lnTo>
                    <a:pt x="928" y="238"/>
                  </a:lnTo>
                  <a:lnTo>
                    <a:pt x="92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5" name="Google Shape;1175;p18"/>
            <p:cNvSpPr/>
            <p:nvPr/>
          </p:nvSpPr>
          <p:spPr>
            <a:xfrm>
              <a:off x="7276600" y="2450150"/>
              <a:ext cx="23925" cy="5975"/>
            </a:xfrm>
            <a:custGeom>
              <a:avLst/>
              <a:gdLst/>
              <a:ahLst/>
              <a:cxnLst/>
              <a:rect l="l" t="t" r="r" b="b"/>
              <a:pathLst>
                <a:path w="957" h="239" extrusionOk="0">
                  <a:moveTo>
                    <a:pt x="1" y="1"/>
                  </a:moveTo>
                  <a:lnTo>
                    <a:pt x="1" y="238"/>
                  </a:lnTo>
                  <a:lnTo>
                    <a:pt x="956" y="238"/>
                  </a:lnTo>
                  <a:lnTo>
                    <a:pt x="9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6" name="Google Shape;1176;p18"/>
            <p:cNvSpPr/>
            <p:nvPr/>
          </p:nvSpPr>
          <p:spPr>
            <a:xfrm>
              <a:off x="7230025" y="2450150"/>
              <a:ext cx="23225" cy="5975"/>
            </a:xfrm>
            <a:custGeom>
              <a:avLst/>
              <a:gdLst/>
              <a:ahLst/>
              <a:cxnLst/>
              <a:rect l="l" t="t" r="r" b="b"/>
              <a:pathLst>
                <a:path w="929" h="239" extrusionOk="0">
                  <a:moveTo>
                    <a:pt x="1" y="1"/>
                  </a:moveTo>
                  <a:lnTo>
                    <a:pt x="1" y="238"/>
                  </a:lnTo>
                  <a:lnTo>
                    <a:pt x="929" y="238"/>
                  </a:lnTo>
                  <a:lnTo>
                    <a:pt x="929"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7" name="Google Shape;1177;p18"/>
            <p:cNvSpPr/>
            <p:nvPr/>
          </p:nvSpPr>
          <p:spPr>
            <a:xfrm>
              <a:off x="7182775" y="2450150"/>
              <a:ext cx="23225" cy="5975"/>
            </a:xfrm>
            <a:custGeom>
              <a:avLst/>
              <a:gdLst/>
              <a:ahLst/>
              <a:cxnLst/>
              <a:rect l="l" t="t" r="r" b="b"/>
              <a:pathLst>
                <a:path w="929" h="239" extrusionOk="0">
                  <a:moveTo>
                    <a:pt x="0" y="1"/>
                  </a:moveTo>
                  <a:lnTo>
                    <a:pt x="0" y="238"/>
                  </a:lnTo>
                  <a:lnTo>
                    <a:pt x="928" y="238"/>
                  </a:lnTo>
                  <a:lnTo>
                    <a:pt x="92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8" name="Google Shape;1178;p18"/>
            <p:cNvSpPr/>
            <p:nvPr/>
          </p:nvSpPr>
          <p:spPr>
            <a:xfrm>
              <a:off x="7136200" y="2450150"/>
              <a:ext cx="23400" cy="5975"/>
            </a:xfrm>
            <a:custGeom>
              <a:avLst/>
              <a:gdLst/>
              <a:ahLst/>
              <a:cxnLst/>
              <a:rect l="l" t="t" r="r" b="b"/>
              <a:pathLst>
                <a:path w="936" h="239" extrusionOk="0">
                  <a:moveTo>
                    <a:pt x="1" y="1"/>
                  </a:moveTo>
                  <a:lnTo>
                    <a:pt x="1" y="238"/>
                  </a:lnTo>
                  <a:lnTo>
                    <a:pt x="936" y="238"/>
                  </a:lnTo>
                  <a:lnTo>
                    <a:pt x="93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9" name="Google Shape;1179;p18"/>
            <p:cNvSpPr/>
            <p:nvPr/>
          </p:nvSpPr>
          <p:spPr>
            <a:xfrm>
              <a:off x="8358600" y="2450150"/>
              <a:ext cx="23225" cy="5975"/>
            </a:xfrm>
            <a:custGeom>
              <a:avLst/>
              <a:gdLst/>
              <a:ahLst/>
              <a:cxnLst/>
              <a:rect l="l" t="t" r="r" b="b"/>
              <a:pathLst>
                <a:path w="929" h="239" extrusionOk="0">
                  <a:moveTo>
                    <a:pt x="1" y="1"/>
                  </a:moveTo>
                  <a:lnTo>
                    <a:pt x="1" y="238"/>
                  </a:lnTo>
                  <a:lnTo>
                    <a:pt x="928" y="238"/>
                  </a:lnTo>
                  <a:lnTo>
                    <a:pt x="92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0" name="Google Shape;1180;p18"/>
            <p:cNvSpPr/>
            <p:nvPr/>
          </p:nvSpPr>
          <p:spPr>
            <a:xfrm>
              <a:off x="8311350" y="2450150"/>
              <a:ext cx="23900" cy="5975"/>
            </a:xfrm>
            <a:custGeom>
              <a:avLst/>
              <a:gdLst/>
              <a:ahLst/>
              <a:cxnLst/>
              <a:rect l="l" t="t" r="r" b="b"/>
              <a:pathLst>
                <a:path w="956" h="239" extrusionOk="0">
                  <a:moveTo>
                    <a:pt x="0" y="1"/>
                  </a:moveTo>
                  <a:lnTo>
                    <a:pt x="0" y="238"/>
                  </a:lnTo>
                  <a:lnTo>
                    <a:pt x="956" y="238"/>
                  </a:lnTo>
                  <a:lnTo>
                    <a:pt x="9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1" name="Google Shape;1181;p18"/>
            <p:cNvSpPr/>
            <p:nvPr/>
          </p:nvSpPr>
          <p:spPr>
            <a:xfrm>
              <a:off x="8452250" y="2450150"/>
              <a:ext cx="24800" cy="5975"/>
            </a:xfrm>
            <a:custGeom>
              <a:avLst/>
              <a:gdLst/>
              <a:ahLst/>
              <a:cxnLst/>
              <a:rect l="l" t="t" r="r" b="b"/>
              <a:pathLst>
                <a:path w="992" h="239" extrusionOk="0">
                  <a:moveTo>
                    <a:pt x="1" y="1"/>
                  </a:moveTo>
                  <a:lnTo>
                    <a:pt x="1" y="238"/>
                  </a:lnTo>
                  <a:lnTo>
                    <a:pt x="991" y="238"/>
                  </a:lnTo>
                  <a:lnTo>
                    <a:pt x="991"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2" name="Google Shape;1182;p18"/>
            <p:cNvSpPr/>
            <p:nvPr/>
          </p:nvSpPr>
          <p:spPr>
            <a:xfrm>
              <a:off x="8405000" y="2450150"/>
              <a:ext cx="24075" cy="5975"/>
            </a:xfrm>
            <a:custGeom>
              <a:avLst/>
              <a:gdLst/>
              <a:ahLst/>
              <a:cxnLst/>
              <a:rect l="l" t="t" r="r" b="b"/>
              <a:pathLst>
                <a:path w="963" h="239" extrusionOk="0">
                  <a:moveTo>
                    <a:pt x="0" y="1"/>
                  </a:moveTo>
                  <a:lnTo>
                    <a:pt x="0" y="238"/>
                  </a:lnTo>
                  <a:lnTo>
                    <a:pt x="963" y="238"/>
                  </a:lnTo>
                  <a:lnTo>
                    <a:pt x="963"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3" name="Google Shape;1183;p18"/>
            <p:cNvSpPr/>
            <p:nvPr/>
          </p:nvSpPr>
          <p:spPr>
            <a:xfrm>
              <a:off x="8030025" y="2450150"/>
              <a:ext cx="23400" cy="5975"/>
            </a:xfrm>
            <a:custGeom>
              <a:avLst/>
              <a:gdLst/>
              <a:ahLst/>
              <a:cxnLst/>
              <a:rect l="l" t="t" r="r" b="b"/>
              <a:pathLst>
                <a:path w="936" h="239" extrusionOk="0">
                  <a:moveTo>
                    <a:pt x="1" y="1"/>
                  </a:moveTo>
                  <a:lnTo>
                    <a:pt x="1" y="238"/>
                  </a:lnTo>
                  <a:lnTo>
                    <a:pt x="935" y="238"/>
                  </a:lnTo>
                  <a:lnTo>
                    <a:pt x="93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4" name="Google Shape;1184;p18"/>
            <p:cNvSpPr/>
            <p:nvPr/>
          </p:nvSpPr>
          <p:spPr>
            <a:xfrm>
              <a:off x="7982925" y="2450150"/>
              <a:ext cx="23925" cy="5975"/>
            </a:xfrm>
            <a:custGeom>
              <a:avLst/>
              <a:gdLst/>
              <a:ahLst/>
              <a:cxnLst/>
              <a:rect l="l" t="t" r="r" b="b"/>
              <a:pathLst>
                <a:path w="957" h="239" extrusionOk="0">
                  <a:moveTo>
                    <a:pt x="1" y="1"/>
                  </a:moveTo>
                  <a:lnTo>
                    <a:pt x="1" y="238"/>
                  </a:lnTo>
                  <a:lnTo>
                    <a:pt x="957" y="238"/>
                  </a:lnTo>
                  <a:lnTo>
                    <a:pt x="957"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5" name="Google Shape;1185;p18"/>
            <p:cNvSpPr/>
            <p:nvPr/>
          </p:nvSpPr>
          <p:spPr>
            <a:xfrm>
              <a:off x="8264775" y="2450150"/>
              <a:ext cx="23400" cy="5975"/>
            </a:xfrm>
            <a:custGeom>
              <a:avLst/>
              <a:gdLst/>
              <a:ahLst/>
              <a:cxnLst/>
              <a:rect l="l" t="t" r="r" b="b"/>
              <a:pathLst>
                <a:path w="936" h="239" extrusionOk="0">
                  <a:moveTo>
                    <a:pt x="0" y="1"/>
                  </a:moveTo>
                  <a:lnTo>
                    <a:pt x="0" y="238"/>
                  </a:lnTo>
                  <a:lnTo>
                    <a:pt x="935" y="238"/>
                  </a:lnTo>
                  <a:lnTo>
                    <a:pt x="93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6" name="Google Shape;1186;p18"/>
            <p:cNvSpPr/>
            <p:nvPr/>
          </p:nvSpPr>
          <p:spPr>
            <a:xfrm>
              <a:off x="7936375" y="2450150"/>
              <a:ext cx="23225" cy="5975"/>
            </a:xfrm>
            <a:custGeom>
              <a:avLst/>
              <a:gdLst/>
              <a:ahLst/>
              <a:cxnLst/>
              <a:rect l="l" t="t" r="r" b="b"/>
              <a:pathLst>
                <a:path w="929" h="239" extrusionOk="0">
                  <a:moveTo>
                    <a:pt x="0" y="1"/>
                  </a:moveTo>
                  <a:lnTo>
                    <a:pt x="0" y="238"/>
                  </a:lnTo>
                  <a:lnTo>
                    <a:pt x="928" y="238"/>
                  </a:lnTo>
                  <a:lnTo>
                    <a:pt x="92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7" name="Google Shape;1187;p18"/>
            <p:cNvSpPr/>
            <p:nvPr/>
          </p:nvSpPr>
          <p:spPr>
            <a:xfrm>
              <a:off x="8217500" y="2450150"/>
              <a:ext cx="23400" cy="5975"/>
            </a:xfrm>
            <a:custGeom>
              <a:avLst/>
              <a:gdLst/>
              <a:ahLst/>
              <a:cxnLst/>
              <a:rect l="l" t="t" r="r" b="b"/>
              <a:pathLst>
                <a:path w="936" h="239" extrusionOk="0">
                  <a:moveTo>
                    <a:pt x="1" y="1"/>
                  </a:moveTo>
                  <a:lnTo>
                    <a:pt x="1" y="238"/>
                  </a:lnTo>
                  <a:lnTo>
                    <a:pt x="936" y="238"/>
                  </a:lnTo>
                  <a:lnTo>
                    <a:pt x="93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8" name="Google Shape;1188;p18"/>
            <p:cNvSpPr/>
            <p:nvPr/>
          </p:nvSpPr>
          <p:spPr>
            <a:xfrm>
              <a:off x="8171125" y="2450150"/>
              <a:ext cx="23225" cy="5975"/>
            </a:xfrm>
            <a:custGeom>
              <a:avLst/>
              <a:gdLst/>
              <a:ahLst/>
              <a:cxnLst/>
              <a:rect l="l" t="t" r="r" b="b"/>
              <a:pathLst>
                <a:path w="929" h="239" extrusionOk="0">
                  <a:moveTo>
                    <a:pt x="0" y="1"/>
                  </a:moveTo>
                  <a:lnTo>
                    <a:pt x="0" y="238"/>
                  </a:lnTo>
                  <a:lnTo>
                    <a:pt x="928" y="238"/>
                  </a:lnTo>
                  <a:lnTo>
                    <a:pt x="92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9" name="Google Shape;1189;p18"/>
            <p:cNvSpPr/>
            <p:nvPr/>
          </p:nvSpPr>
          <p:spPr>
            <a:xfrm>
              <a:off x="8076600" y="2450150"/>
              <a:ext cx="24075" cy="5975"/>
            </a:xfrm>
            <a:custGeom>
              <a:avLst/>
              <a:gdLst/>
              <a:ahLst/>
              <a:cxnLst/>
              <a:rect l="l" t="t" r="r" b="b"/>
              <a:pathLst>
                <a:path w="963" h="239" extrusionOk="0">
                  <a:moveTo>
                    <a:pt x="0" y="1"/>
                  </a:moveTo>
                  <a:lnTo>
                    <a:pt x="0" y="238"/>
                  </a:lnTo>
                  <a:lnTo>
                    <a:pt x="963" y="238"/>
                  </a:lnTo>
                  <a:lnTo>
                    <a:pt x="963"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0" name="Google Shape;1190;p18"/>
            <p:cNvSpPr/>
            <p:nvPr/>
          </p:nvSpPr>
          <p:spPr>
            <a:xfrm>
              <a:off x="8123850" y="2450150"/>
              <a:ext cx="23225" cy="5975"/>
            </a:xfrm>
            <a:custGeom>
              <a:avLst/>
              <a:gdLst/>
              <a:ahLst/>
              <a:cxnLst/>
              <a:rect l="l" t="t" r="r" b="b"/>
              <a:pathLst>
                <a:path w="929" h="239" extrusionOk="0">
                  <a:moveTo>
                    <a:pt x="1" y="1"/>
                  </a:moveTo>
                  <a:lnTo>
                    <a:pt x="1" y="238"/>
                  </a:lnTo>
                  <a:lnTo>
                    <a:pt x="929" y="238"/>
                  </a:lnTo>
                  <a:lnTo>
                    <a:pt x="929"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1" name="Google Shape;1191;p18"/>
            <p:cNvSpPr/>
            <p:nvPr/>
          </p:nvSpPr>
          <p:spPr>
            <a:xfrm>
              <a:off x="7654350" y="2450150"/>
              <a:ext cx="23400" cy="5975"/>
            </a:xfrm>
            <a:custGeom>
              <a:avLst/>
              <a:gdLst/>
              <a:ahLst/>
              <a:cxnLst/>
              <a:rect l="l" t="t" r="r" b="b"/>
              <a:pathLst>
                <a:path w="936" h="239" extrusionOk="0">
                  <a:moveTo>
                    <a:pt x="1" y="1"/>
                  </a:moveTo>
                  <a:lnTo>
                    <a:pt x="1" y="238"/>
                  </a:lnTo>
                  <a:lnTo>
                    <a:pt x="936" y="238"/>
                  </a:lnTo>
                  <a:lnTo>
                    <a:pt x="93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2" name="Google Shape;1192;p18"/>
            <p:cNvSpPr/>
            <p:nvPr/>
          </p:nvSpPr>
          <p:spPr>
            <a:xfrm>
              <a:off x="7889100" y="2450150"/>
              <a:ext cx="23225" cy="5975"/>
            </a:xfrm>
            <a:custGeom>
              <a:avLst/>
              <a:gdLst/>
              <a:ahLst/>
              <a:cxnLst/>
              <a:rect l="l" t="t" r="r" b="b"/>
              <a:pathLst>
                <a:path w="929" h="239" extrusionOk="0">
                  <a:moveTo>
                    <a:pt x="1" y="1"/>
                  </a:moveTo>
                  <a:lnTo>
                    <a:pt x="1" y="238"/>
                  </a:lnTo>
                  <a:lnTo>
                    <a:pt x="929" y="238"/>
                  </a:lnTo>
                  <a:lnTo>
                    <a:pt x="929"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3" name="Google Shape;1193;p18"/>
            <p:cNvSpPr/>
            <p:nvPr/>
          </p:nvSpPr>
          <p:spPr>
            <a:xfrm>
              <a:off x="7841850" y="2450150"/>
              <a:ext cx="24075" cy="5975"/>
            </a:xfrm>
            <a:custGeom>
              <a:avLst/>
              <a:gdLst/>
              <a:ahLst/>
              <a:cxnLst/>
              <a:rect l="l" t="t" r="r" b="b"/>
              <a:pathLst>
                <a:path w="963" h="239" extrusionOk="0">
                  <a:moveTo>
                    <a:pt x="0" y="1"/>
                  </a:moveTo>
                  <a:lnTo>
                    <a:pt x="0" y="238"/>
                  </a:lnTo>
                  <a:lnTo>
                    <a:pt x="963" y="238"/>
                  </a:lnTo>
                  <a:lnTo>
                    <a:pt x="963"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4" name="Google Shape;1194;p18"/>
            <p:cNvSpPr/>
            <p:nvPr/>
          </p:nvSpPr>
          <p:spPr>
            <a:xfrm>
              <a:off x="7795450" y="2450150"/>
              <a:ext cx="23225" cy="5975"/>
            </a:xfrm>
            <a:custGeom>
              <a:avLst/>
              <a:gdLst/>
              <a:ahLst/>
              <a:cxnLst/>
              <a:rect l="l" t="t" r="r" b="b"/>
              <a:pathLst>
                <a:path w="929" h="239" extrusionOk="0">
                  <a:moveTo>
                    <a:pt x="1" y="1"/>
                  </a:moveTo>
                  <a:lnTo>
                    <a:pt x="1" y="238"/>
                  </a:lnTo>
                  <a:lnTo>
                    <a:pt x="928" y="238"/>
                  </a:lnTo>
                  <a:lnTo>
                    <a:pt x="92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5" name="Google Shape;1195;p18"/>
            <p:cNvSpPr/>
            <p:nvPr/>
          </p:nvSpPr>
          <p:spPr>
            <a:xfrm>
              <a:off x="7748200" y="2450150"/>
              <a:ext cx="23200" cy="5975"/>
            </a:xfrm>
            <a:custGeom>
              <a:avLst/>
              <a:gdLst/>
              <a:ahLst/>
              <a:cxnLst/>
              <a:rect l="l" t="t" r="r" b="b"/>
              <a:pathLst>
                <a:path w="928" h="239" extrusionOk="0">
                  <a:moveTo>
                    <a:pt x="0" y="1"/>
                  </a:moveTo>
                  <a:lnTo>
                    <a:pt x="0" y="238"/>
                  </a:lnTo>
                  <a:lnTo>
                    <a:pt x="928" y="238"/>
                  </a:lnTo>
                  <a:lnTo>
                    <a:pt x="92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6" name="Google Shape;1196;p18"/>
            <p:cNvSpPr/>
            <p:nvPr/>
          </p:nvSpPr>
          <p:spPr>
            <a:xfrm>
              <a:off x="7513450" y="2450150"/>
              <a:ext cx="23200" cy="5975"/>
            </a:xfrm>
            <a:custGeom>
              <a:avLst/>
              <a:gdLst/>
              <a:ahLst/>
              <a:cxnLst/>
              <a:rect l="l" t="t" r="r" b="b"/>
              <a:pathLst>
                <a:path w="928" h="239" extrusionOk="0">
                  <a:moveTo>
                    <a:pt x="0" y="1"/>
                  </a:moveTo>
                  <a:lnTo>
                    <a:pt x="0" y="238"/>
                  </a:lnTo>
                  <a:lnTo>
                    <a:pt x="928" y="238"/>
                  </a:lnTo>
                  <a:lnTo>
                    <a:pt x="92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7" name="Google Shape;1197;p18"/>
            <p:cNvSpPr/>
            <p:nvPr/>
          </p:nvSpPr>
          <p:spPr>
            <a:xfrm>
              <a:off x="7607100" y="2450150"/>
              <a:ext cx="23400" cy="5975"/>
            </a:xfrm>
            <a:custGeom>
              <a:avLst/>
              <a:gdLst/>
              <a:ahLst/>
              <a:cxnLst/>
              <a:rect l="l" t="t" r="r" b="b"/>
              <a:pathLst>
                <a:path w="936" h="239" extrusionOk="0">
                  <a:moveTo>
                    <a:pt x="0" y="1"/>
                  </a:moveTo>
                  <a:lnTo>
                    <a:pt x="0" y="238"/>
                  </a:lnTo>
                  <a:lnTo>
                    <a:pt x="935" y="238"/>
                  </a:lnTo>
                  <a:lnTo>
                    <a:pt x="93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8" name="Google Shape;1198;p18"/>
            <p:cNvSpPr/>
            <p:nvPr/>
          </p:nvSpPr>
          <p:spPr>
            <a:xfrm>
              <a:off x="7701625" y="2450150"/>
              <a:ext cx="23225" cy="5975"/>
            </a:xfrm>
            <a:custGeom>
              <a:avLst/>
              <a:gdLst/>
              <a:ahLst/>
              <a:cxnLst/>
              <a:rect l="l" t="t" r="r" b="b"/>
              <a:pathLst>
                <a:path w="929" h="239" extrusionOk="0">
                  <a:moveTo>
                    <a:pt x="0" y="1"/>
                  </a:moveTo>
                  <a:lnTo>
                    <a:pt x="0" y="238"/>
                  </a:lnTo>
                  <a:lnTo>
                    <a:pt x="928" y="238"/>
                  </a:lnTo>
                  <a:lnTo>
                    <a:pt x="92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9" name="Google Shape;1199;p18"/>
            <p:cNvSpPr/>
            <p:nvPr/>
          </p:nvSpPr>
          <p:spPr>
            <a:xfrm>
              <a:off x="7560000" y="2450150"/>
              <a:ext cx="23925" cy="5975"/>
            </a:xfrm>
            <a:custGeom>
              <a:avLst/>
              <a:gdLst/>
              <a:ahLst/>
              <a:cxnLst/>
              <a:rect l="l" t="t" r="r" b="b"/>
              <a:pathLst>
                <a:path w="957" h="239" extrusionOk="0">
                  <a:moveTo>
                    <a:pt x="1" y="1"/>
                  </a:moveTo>
                  <a:lnTo>
                    <a:pt x="1" y="238"/>
                  </a:lnTo>
                  <a:lnTo>
                    <a:pt x="957" y="238"/>
                  </a:lnTo>
                  <a:lnTo>
                    <a:pt x="957"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00" name="Google Shape;1200;p18"/>
          <p:cNvGrpSpPr/>
          <p:nvPr/>
        </p:nvGrpSpPr>
        <p:grpSpPr>
          <a:xfrm flipH="1">
            <a:off x="7595343" y="4513137"/>
            <a:ext cx="514249" cy="630515"/>
            <a:chOff x="1551613" y="4513162"/>
            <a:chExt cx="514249" cy="630515"/>
          </a:xfrm>
        </p:grpSpPr>
        <p:grpSp>
          <p:nvGrpSpPr>
            <p:cNvPr id="1201" name="Google Shape;1201;p18"/>
            <p:cNvGrpSpPr/>
            <p:nvPr/>
          </p:nvGrpSpPr>
          <p:grpSpPr>
            <a:xfrm>
              <a:off x="1551613" y="4513162"/>
              <a:ext cx="347653" cy="630515"/>
              <a:chOff x="3816307" y="2352225"/>
              <a:chExt cx="1213027" cy="2199981"/>
            </a:xfrm>
          </p:grpSpPr>
          <p:sp>
            <p:nvSpPr>
              <p:cNvPr id="1202" name="Google Shape;1202;p18"/>
              <p:cNvSpPr/>
              <p:nvPr/>
            </p:nvSpPr>
            <p:spPr>
              <a:xfrm>
                <a:off x="3816307" y="2353110"/>
                <a:ext cx="1213027" cy="1210194"/>
              </a:xfrm>
              <a:custGeom>
                <a:avLst/>
                <a:gdLst/>
                <a:ahLst/>
                <a:cxnLst/>
                <a:rect l="l" t="t" r="r" b="b"/>
                <a:pathLst>
                  <a:path w="6852" h="6836" extrusionOk="0">
                    <a:moveTo>
                      <a:pt x="3422" y="1"/>
                    </a:moveTo>
                    <a:cubicBezTo>
                      <a:pt x="1540" y="1"/>
                      <a:pt x="14" y="1519"/>
                      <a:pt x="1" y="3404"/>
                    </a:cubicBezTo>
                    <a:cubicBezTo>
                      <a:pt x="1" y="5299"/>
                      <a:pt x="1524" y="6836"/>
                      <a:pt x="3420" y="6836"/>
                    </a:cubicBezTo>
                    <a:cubicBezTo>
                      <a:pt x="3430" y="6836"/>
                      <a:pt x="3440" y="6836"/>
                      <a:pt x="3450" y="6836"/>
                    </a:cubicBezTo>
                    <a:cubicBezTo>
                      <a:pt x="5316" y="6836"/>
                      <a:pt x="6836" y="5315"/>
                      <a:pt x="6852" y="3433"/>
                    </a:cubicBezTo>
                    <a:cubicBezTo>
                      <a:pt x="6852" y="1540"/>
                      <a:pt x="5326" y="1"/>
                      <a:pt x="3446" y="1"/>
                    </a:cubicBezTo>
                    <a:cubicBezTo>
                      <a:pt x="3438" y="1"/>
                      <a:pt x="3430" y="1"/>
                      <a:pt x="342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3" name="Google Shape;1203;p18"/>
              <p:cNvSpPr/>
              <p:nvPr/>
            </p:nvSpPr>
            <p:spPr>
              <a:xfrm>
                <a:off x="4199402" y="2832867"/>
                <a:ext cx="361854" cy="1719340"/>
              </a:xfrm>
              <a:custGeom>
                <a:avLst/>
                <a:gdLst/>
                <a:ahLst/>
                <a:cxnLst/>
                <a:rect l="l" t="t" r="r" b="b"/>
                <a:pathLst>
                  <a:path w="2044" h="9712" extrusionOk="0">
                    <a:moveTo>
                      <a:pt x="1187" y="1"/>
                    </a:moveTo>
                    <a:lnTo>
                      <a:pt x="929" y="3420"/>
                    </a:lnTo>
                    <a:lnTo>
                      <a:pt x="14" y="2262"/>
                    </a:lnTo>
                    <a:lnTo>
                      <a:pt x="1" y="2276"/>
                    </a:lnTo>
                    <a:lnTo>
                      <a:pt x="900" y="3815"/>
                    </a:lnTo>
                    <a:lnTo>
                      <a:pt x="736" y="9712"/>
                    </a:lnTo>
                    <a:lnTo>
                      <a:pt x="1635" y="9712"/>
                    </a:lnTo>
                    <a:lnTo>
                      <a:pt x="1364" y="1854"/>
                    </a:lnTo>
                    <a:lnTo>
                      <a:pt x="2044" y="1020"/>
                    </a:lnTo>
                    <a:lnTo>
                      <a:pt x="2031" y="1007"/>
                    </a:lnTo>
                    <a:lnTo>
                      <a:pt x="1351" y="1648"/>
                    </a:lnTo>
                    <a:lnTo>
                      <a:pt x="1240" y="14"/>
                    </a:lnTo>
                    <a:lnTo>
                      <a:pt x="118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4" name="Google Shape;1204;p18"/>
              <p:cNvSpPr/>
              <p:nvPr/>
            </p:nvSpPr>
            <p:spPr>
              <a:xfrm>
                <a:off x="4331999" y="2352225"/>
                <a:ext cx="697331" cy="1211079"/>
              </a:xfrm>
              <a:custGeom>
                <a:avLst/>
                <a:gdLst/>
                <a:ahLst/>
                <a:cxnLst/>
                <a:rect l="l" t="t" r="r" b="b"/>
                <a:pathLst>
                  <a:path w="3939" h="6841" extrusionOk="0">
                    <a:moveTo>
                      <a:pt x="383" y="1"/>
                    </a:moveTo>
                    <a:cubicBezTo>
                      <a:pt x="248" y="1"/>
                      <a:pt x="120" y="13"/>
                      <a:pt x="0" y="32"/>
                    </a:cubicBezTo>
                    <a:cubicBezTo>
                      <a:pt x="1651" y="290"/>
                      <a:pt x="2903" y="1722"/>
                      <a:pt x="2903" y="3438"/>
                    </a:cubicBezTo>
                    <a:cubicBezTo>
                      <a:pt x="2890" y="5141"/>
                      <a:pt x="1635" y="6556"/>
                      <a:pt x="0" y="6801"/>
                    </a:cubicBezTo>
                    <a:cubicBezTo>
                      <a:pt x="164" y="6828"/>
                      <a:pt x="327" y="6841"/>
                      <a:pt x="507" y="6841"/>
                    </a:cubicBezTo>
                    <a:cubicBezTo>
                      <a:pt x="517" y="6841"/>
                      <a:pt x="527" y="6841"/>
                      <a:pt x="537" y="6841"/>
                    </a:cubicBezTo>
                    <a:cubicBezTo>
                      <a:pt x="2403" y="6841"/>
                      <a:pt x="3923" y="5320"/>
                      <a:pt x="3939" y="3438"/>
                    </a:cubicBezTo>
                    <a:cubicBezTo>
                      <a:pt x="3939" y="1545"/>
                      <a:pt x="2413" y="6"/>
                      <a:pt x="533" y="6"/>
                    </a:cubicBezTo>
                    <a:cubicBezTo>
                      <a:pt x="482" y="2"/>
                      <a:pt x="432" y="1"/>
                      <a:pt x="383" y="1"/>
                    </a:cubicBezTo>
                    <a:close/>
                  </a:path>
                </a:pathLst>
              </a:custGeom>
              <a:solidFill>
                <a:srgbClr val="473A50">
                  <a:alpha val="434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05" name="Google Shape;1205;p18"/>
            <p:cNvGrpSpPr/>
            <p:nvPr/>
          </p:nvGrpSpPr>
          <p:grpSpPr>
            <a:xfrm>
              <a:off x="1899071" y="4839761"/>
              <a:ext cx="166791" cy="302717"/>
              <a:chOff x="3816307" y="2352225"/>
              <a:chExt cx="1213027" cy="2199981"/>
            </a:xfrm>
          </p:grpSpPr>
          <p:sp>
            <p:nvSpPr>
              <p:cNvPr id="1206" name="Google Shape;1206;p18"/>
              <p:cNvSpPr/>
              <p:nvPr/>
            </p:nvSpPr>
            <p:spPr>
              <a:xfrm>
                <a:off x="3816307" y="2353110"/>
                <a:ext cx="1213027" cy="1210194"/>
              </a:xfrm>
              <a:custGeom>
                <a:avLst/>
                <a:gdLst/>
                <a:ahLst/>
                <a:cxnLst/>
                <a:rect l="l" t="t" r="r" b="b"/>
                <a:pathLst>
                  <a:path w="6852" h="6836" extrusionOk="0">
                    <a:moveTo>
                      <a:pt x="3422" y="1"/>
                    </a:moveTo>
                    <a:cubicBezTo>
                      <a:pt x="1540" y="1"/>
                      <a:pt x="14" y="1519"/>
                      <a:pt x="1" y="3404"/>
                    </a:cubicBezTo>
                    <a:cubicBezTo>
                      <a:pt x="1" y="5299"/>
                      <a:pt x="1524" y="6836"/>
                      <a:pt x="3420" y="6836"/>
                    </a:cubicBezTo>
                    <a:cubicBezTo>
                      <a:pt x="3430" y="6836"/>
                      <a:pt x="3440" y="6836"/>
                      <a:pt x="3450" y="6836"/>
                    </a:cubicBezTo>
                    <a:cubicBezTo>
                      <a:pt x="5316" y="6836"/>
                      <a:pt x="6836" y="5315"/>
                      <a:pt x="6852" y="3433"/>
                    </a:cubicBezTo>
                    <a:cubicBezTo>
                      <a:pt x="6852" y="1540"/>
                      <a:pt x="5326" y="1"/>
                      <a:pt x="3446" y="1"/>
                    </a:cubicBezTo>
                    <a:cubicBezTo>
                      <a:pt x="3438" y="1"/>
                      <a:pt x="3430" y="1"/>
                      <a:pt x="342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7" name="Google Shape;1207;p18"/>
              <p:cNvSpPr/>
              <p:nvPr/>
            </p:nvSpPr>
            <p:spPr>
              <a:xfrm>
                <a:off x="4199402" y="2832867"/>
                <a:ext cx="361854" cy="1719340"/>
              </a:xfrm>
              <a:custGeom>
                <a:avLst/>
                <a:gdLst/>
                <a:ahLst/>
                <a:cxnLst/>
                <a:rect l="l" t="t" r="r" b="b"/>
                <a:pathLst>
                  <a:path w="2044" h="9712" extrusionOk="0">
                    <a:moveTo>
                      <a:pt x="1187" y="1"/>
                    </a:moveTo>
                    <a:lnTo>
                      <a:pt x="929" y="3420"/>
                    </a:lnTo>
                    <a:lnTo>
                      <a:pt x="14" y="2262"/>
                    </a:lnTo>
                    <a:lnTo>
                      <a:pt x="1" y="2276"/>
                    </a:lnTo>
                    <a:lnTo>
                      <a:pt x="900" y="3815"/>
                    </a:lnTo>
                    <a:lnTo>
                      <a:pt x="736" y="9712"/>
                    </a:lnTo>
                    <a:lnTo>
                      <a:pt x="1635" y="9712"/>
                    </a:lnTo>
                    <a:lnTo>
                      <a:pt x="1364" y="1854"/>
                    </a:lnTo>
                    <a:lnTo>
                      <a:pt x="2044" y="1020"/>
                    </a:lnTo>
                    <a:lnTo>
                      <a:pt x="2031" y="1007"/>
                    </a:lnTo>
                    <a:lnTo>
                      <a:pt x="1351" y="1648"/>
                    </a:lnTo>
                    <a:lnTo>
                      <a:pt x="1240" y="14"/>
                    </a:lnTo>
                    <a:lnTo>
                      <a:pt x="118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8" name="Google Shape;1208;p18"/>
              <p:cNvSpPr/>
              <p:nvPr/>
            </p:nvSpPr>
            <p:spPr>
              <a:xfrm>
                <a:off x="4331999" y="2352225"/>
                <a:ext cx="697331" cy="1211079"/>
              </a:xfrm>
              <a:custGeom>
                <a:avLst/>
                <a:gdLst/>
                <a:ahLst/>
                <a:cxnLst/>
                <a:rect l="l" t="t" r="r" b="b"/>
                <a:pathLst>
                  <a:path w="3939" h="6841" extrusionOk="0">
                    <a:moveTo>
                      <a:pt x="383" y="1"/>
                    </a:moveTo>
                    <a:cubicBezTo>
                      <a:pt x="248" y="1"/>
                      <a:pt x="120" y="13"/>
                      <a:pt x="0" y="32"/>
                    </a:cubicBezTo>
                    <a:cubicBezTo>
                      <a:pt x="1651" y="290"/>
                      <a:pt x="2903" y="1722"/>
                      <a:pt x="2903" y="3438"/>
                    </a:cubicBezTo>
                    <a:cubicBezTo>
                      <a:pt x="2890" y="5141"/>
                      <a:pt x="1635" y="6556"/>
                      <a:pt x="0" y="6801"/>
                    </a:cubicBezTo>
                    <a:cubicBezTo>
                      <a:pt x="164" y="6828"/>
                      <a:pt x="327" y="6841"/>
                      <a:pt x="507" y="6841"/>
                    </a:cubicBezTo>
                    <a:cubicBezTo>
                      <a:pt x="517" y="6841"/>
                      <a:pt x="527" y="6841"/>
                      <a:pt x="537" y="6841"/>
                    </a:cubicBezTo>
                    <a:cubicBezTo>
                      <a:pt x="2403" y="6841"/>
                      <a:pt x="3923" y="5320"/>
                      <a:pt x="3939" y="3438"/>
                    </a:cubicBezTo>
                    <a:cubicBezTo>
                      <a:pt x="3939" y="1545"/>
                      <a:pt x="2413" y="6"/>
                      <a:pt x="533" y="6"/>
                    </a:cubicBezTo>
                    <a:cubicBezTo>
                      <a:pt x="482" y="2"/>
                      <a:pt x="432" y="1"/>
                      <a:pt x="383" y="1"/>
                    </a:cubicBezTo>
                    <a:close/>
                  </a:path>
                </a:pathLst>
              </a:custGeom>
              <a:solidFill>
                <a:srgbClr val="473A50">
                  <a:alpha val="434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209" name="Google Shape;1209;p18"/>
          <p:cNvGrpSpPr/>
          <p:nvPr/>
        </p:nvGrpSpPr>
        <p:grpSpPr>
          <a:xfrm>
            <a:off x="525889" y="4302920"/>
            <a:ext cx="374657" cy="463150"/>
            <a:chOff x="8243489" y="4050570"/>
            <a:chExt cx="374657" cy="463150"/>
          </a:xfrm>
        </p:grpSpPr>
        <p:sp>
          <p:nvSpPr>
            <p:cNvPr id="1210" name="Google Shape;1210;p18"/>
            <p:cNvSpPr/>
            <p:nvPr/>
          </p:nvSpPr>
          <p:spPr>
            <a:xfrm>
              <a:off x="8243489" y="4051225"/>
              <a:ext cx="374657" cy="461828"/>
            </a:xfrm>
            <a:custGeom>
              <a:avLst/>
              <a:gdLst/>
              <a:ahLst/>
              <a:cxnLst/>
              <a:rect l="l" t="t" r="r" b="b"/>
              <a:pathLst>
                <a:path w="107815" h="132900" extrusionOk="0">
                  <a:moveTo>
                    <a:pt x="53908" y="30499"/>
                  </a:moveTo>
                  <a:cubicBezTo>
                    <a:pt x="65243" y="30499"/>
                    <a:pt x="74444" y="39725"/>
                    <a:pt x="74444" y="51162"/>
                  </a:cubicBezTo>
                  <a:cubicBezTo>
                    <a:pt x="74444" y="62472"/>
                    <a:pt x="65243" y="71698"/>
                    <a:pt x="53908" y="71698"/>
                  </a:cubicBezTo>
                  <a:cubicBezTo>
                    <a:pt x="42572" y="71698"/>
                    <a:pt x="33372" y="62472"/>
                    <a:pt x="33372" y="51162"/>
                  </a:cubicBezTo>
                  <a:cubicBezTo>
                    <a:pt x="33372" y="39725"/>
                    <a:pt x="42572" y="30499"/>
                    <a:pt x="53908" y="30499"/>
                  </a:cubicBezTo>
                  <a:close/>
                  <a:moveTo>
                    <a:pt x="53908" y="0"/>
                  </a:moveTo>
                  <a:cubicBezTo>
                    <a:pt x="24146" y="0"/>
                    <a:pt x="1" y="24145"/>
                    <a:pt x="1" y="53907"/>
                  </a:cubicBezTo>
                  <a:cubicBezTo>
                    <a:pt x="1" y="72867"/>
                    <a:pt x="9125" y="89489"/>
                    <a:pt x="19800" y="102629"/>
                  </a:cubicBezTo>
                  <a:cubicBezTo>
                    <a:pt x="35176" y="121462"/>
                    <a:pt x="53908" y="132899"/>
                    <a:pt x="53908" y="132899"/>
                  </a:cubicBezTo>
                  <a:cubicBezTo>
                    <a:pt x="53908" y="132899"/>
                    <a:pt x="107815" y="101460"/>
                    <a:pt x="107815" y="53907"/>
                  </a:cubicBezTo>
                  <a:cubicBezTo>
                    <a:pt x="107815" y="49993"/>
                    <a:pt x="107383" y="46282"/>
                    <a:pt x="106646" y="42571"/>
                  </a:cubicBezTo>
                  <a:cubicBezTo>
                    <a:pt x="101461" y="18223"/>
                    <a:pt x="79857" y="0"/>
                    <a:pt x="5390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1" name="Google Shape;1211;p18"/>
            <p:cNvSpPr/>
            <p:nvPr/>
          </p:nvSpPr>
          <p:spPr>
            <a:xfrm>
              <a:off x="8244307" y="4050570"/>
              <a:ext cx="257600" cy="463150"/>
            </a:xfrm>
            <a:custGeom>
              <a:avLst/>
              <a:gdLst/>
              <a:ahLst/>
              <a:cxnLst/>
              <a:rect l="l" t="t" r="r" b="b"/>
              <a:pathLst>
                <a:path w="10304" h="18526" extrusionOk="0">
                  <a:moveTo>
                    <a:pt x="10304" y="569"/>
                  </a:moveTo>
                  <a:cubicBezTo>
                    <a:pt x="10352" y="391"/>
                    <a:pt x="7780" y="-157"/>
                    <a:pt x="6521" y="43"/>
                  </a:cubicBezTo>
                  <a:cubicBezTo>
                    <a:pt x="5262" y="243"/>
                    <a:pt x="3802" y="856"/>
                    <a:pt x="2749" y="1767"/>
                  </a:cubicBezTo>
                  <a:cubicBezTo>
                    <a:pt x="1697" y="2678"/>
                    <a:pt x="575" y="4056"/>
                    <a:pt x="206" y="5509"/>
                  </a:cubicBezTo>
                  <a:cubicBezTo>
                    <a:pt x="-163" y="6962"/>
                    <a:pt x="-24" y="8869"/>
                    <a:pt x="533" y="10485"/>
                  </a:cubicBezTo>
                  <a:cubicBezTo>
                    <a:pt x="1090" y="12102"/>
                    <a:pt x="2383" y="13868"/>
                    <a:pt x="3548" y="15208"/>
                  </a:cubicBezTo>
                  <a:cubicBezTo>
                    <a:pt x="4713" y="16548"/>
                    <a:pt x="7296" y="18466"/>
                    <a:pt x="7523" y="18525"/>
                  </a:cubicBezTo>
                  <a:cubicBezTo>
                    <a:pt x="7750" y="18584"/>
                    <a:pt x="5678" y="16542"/>
                    <a:pt x="4908" y="15561"/>
                  </a:cubicBezTo>
                  <a:cubicBezTo>
                    <a:pt x="4138" y="14580"/>
                    <a:pt x="3455" y="13897"/>
                    <a:pt x="2903" y="12640"/>
                  </a:cubicBezTo>
                  <a:cubicBezTo>
                    <a:pt x="2351" y="11383"/>
                    <a:pt x="1592" y="9536"/>
                    <a:pt x="1595" y="8020"/>
                  </a:cubicBezTo>
                  <a:cubicBezTo>
                    <a:pt x="1598" y="6504"/>
                    <a:pt x="2149" y="4697"/>
                    <a:pt x="2922" y="3546"/>
                  </a:cubicBezTo>
                  <a:cubicBezTo>
                    <a:pt x="3696" y="2395"/>
                    <a:pt x="5006" y="1609"/>
                    <a:pt x="6236" y="1113"/>
                  </a:cubicBezTo>
                  <a:cubicBezTo>
                    <a:pt x="7466" y="617"/>
                    <a:pt x="10257" y="747"/>
                    <a:pt x="10304" y="569"/>
                  </a:cubicBezTo>
                  <a:close/>
                </a:path>
              </a:pathLst>
            </a:custGeom>
            <a:solidFill>
              <a:srgbClr val="8162A7">
                <a:alpha val="45910"/>
              </a:srgbClr>
            </a:solidFill>
            <a:ln>
              <a:noFill/>
            </a:ln>
          </p:spPr>
        </p:sp>
      </p:grpSp>
      <p:grpSp>
        <p:nvGrpSpPr>
          <p:cNvPr id="1212" name="Google Shape;1212;p18"/>
          <p:cNvGrpSpPr/>
          <p:nvPr/>
        </p:nvGrpSpPr>
        <p:grpSpPr>
          <a:xfrm rot="5400000" flipH="1">
            <a:off x="-3012219" y="-1504721"/>
            <a:ext cx="6382937" cy="1623549"/>
            <a:chOff x="713181" y="3935229"/>
            <a:chExt cx="6382937" cy="1623549"/>
          </a:xfrm>
        </p:grpSpPr>
        <p:sp>
          <p:nvSpPr>
            <p:cNvPr id="1213" name="Google Shape;1213;p18"/>
            <p:cNvSpPr/>
            <p:nvPr/>
          </p:nvSpPr>
          <p:spPr>
            <a:xfrm rot="5400000" flipH="1">
              <a:off x="3092875" y="1555535"/>
              <a:ext cx="1623549" cy="6382937"/>
            </a:xfrm>
            <a:custGeom>
              <a:avLst/>
              <a:gdLst/>
              <a:ahLst/>
              <a:cxnLst/>
              <a:rect l="l" t="t" r="r" b="b"/>
              <a:pathLst>
                <a:path w="12220" h="44059" extrusionOk="0">
                  <a:moveTo>
                    <a:pt x="9359" y="0"/>
                  </a:moveTo>
                  <a:lnTo>
                    <a:pt x="9359" y="18593"/>
                  </a:lnTo>
                  <a:lnTo>
                    <a:pt x="9359" y="27156"/>
                  </a:lnTo>
                  <a:cubicBezTo>
                    <a:pt x="9359" y="27621"/>
                    <a:pt x="9003" y="28003"/>
                    <a:pt x="8568" y="28055"/>
                  </a:cubicBezTo>
                  <a:lnTo>
                    <a:pt x="8444" y="28055"/>
                  </a:lnTo>
                  <a:cubicBezTo>
                    <a:pt x="7940" y="28055"/>
                    <a:pt x="7532" y="27647"/>
                    <a:pt x="7532" y="27156"/>
                  </a:cubicBezTo>
                  <a:lnTo>
                    <a:pt x="7532" y="18168"/>
                  </a:lnTo>
                  <a:cubicBezTo>
                    <a:pt x="7532" y="16099"/>
                    <a:pt x="5845" y="14409"/>
                    <a:pt x="3773" y="14409"/>
                  </a:cubicBezTo>
                  <a:cubicBezTo>
                    <a:pt x="1704" y="14409"/>
                    <a:pt x="1" y="16099"/>
                    <a:pt x="1" y="18168"/>
                  </a:cubicBezTo>
                  <a:lnTo>
                    <a:pt x="1" y="30141"/>
                  </a:lnTo>
                  <a:lnTo>
                    <a:pt x="1" y="44059"/>
                  </a:lnTo>
                  <a:lnTo>
                    <a:pt x="2861" y="44059"/>
                  </a:lnTo>
                  <a:lnTo>
                    <a:pt x="2861" y="29065"/>
                  </a:lnTo>
                  <a:lnTo>
                    <a:pt x="2861" y="18168"/>
                  </a:lnTo>
                  <a:cubicBezTo>
                    <a:pt x="2861" y="17677"/>
                    <a:pt x="3270" y="17269"/>
                    <a:pt x="3773" y="17269"/>
                  </a:cubicBezTo>
                  <a:cubicBezTo>
                    <a:pt x="4276" y="17269"/>
                    <a:pt x="4685" y="17677"/>
                    <a:pt x="4685" y="18168"/>
                  </a:cubicBezTo>
                  <a:lnTo>
                    <a:pt x="4685" y="27156"/>
                  </a:lnTo>
                  <a:cubicBezTo>
                    <a:pt x="4685" y="29186"/>
                    <a:pt x="6306" y="30863"/>
                    <a:pt x="8336" y="30915"/>
                  </a:cubicBezTo>
                  <a:cubicBezTo>
                    <a:pt x="8378" y="30915"/>
                    <a:pt x="8405" y="30932"/>
                    <a:pt x="8444" y="30932"/>
                  </a:cubicBezTo>
                  <a:cubicBezTo>
                    <a:pt x="10529" y="30932"/>
                    <a:pt x="12219" y="29229"/>
                    <a:pt x="12219" y="27156"/>
                  </a:cubicBezTo>
                  <a:lnTo>
                    <a:pt x="12219" y="18619"/>
                  </a:lnTo>
                  <a:lnTo>
                    <a:pt x="12219" y="0"/>
                  </a:lnTo>
                  <a:close/>
                </a:path>
              </a:pathLst>
            </a:custGeom>
            <a:solidFill>
              <a:schemeClr val="accent5"/>
            </a:solidFill>
            <a:ln>
              <a:noFill/>
            </a:ln>
            <a:effectLst>
              <a:outerShdw dist="57150" dir="6300000" algn="bl" rotWithShape="0">
                <a:schemeClr val="dk1">
                  <a:alpha val="35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214" name="Google Shape;1214;p18"/>
            <p:cNvGrpSpPr/>
            <p:nvPr/>
          </p:nvGrpSpPr>
          <p:grpSpPr>
            <a:xfrm rot="5400000" flipH="1">
              <a:off x="3392071" y="1847512"/>
              <a:ext cx="1257637" cy="5799004"/>
              <a:chOff x="3563222" y="101822"/>
              <a:chExt cx="1212180" cy="5125965"/>
            </a:xfrm>
          </p:grpSpPr>
          <p:sp>
            <p:nvSpPr>
              <p:cNvPr id="1215" name="Google Shape;1215;p18"/>
              <p:cNvSpPr/>
              <p:nvPr/>
            </p:nvSpPr>
            <p:spPr>
              <a:xfrm>
                <a:off x="3563222" y="4946702"/>
                <a:ext cx="13830" cy="55833"/>
              </a:xfrm>
              <a:custGeom>
                <a:avLst/>
                <a:gdLst/>
                <a:ahLst/>
                <a:cxnLst/>
                <a:rect l="l" t="t" r="r" b="b"/>
                <a:pathLst>
                  <a:path w="108" h="436" extrusionOk="0">
                    <a:moveTo>
                      <a:pt x="0" y="1"/>
                    </a:moveTo>
                    <a:lnTo>
                      <a:pt x="0" y="436"/>
                    </a:lnTo>
                    <a:lnTo>
                      <a:pt x="108" y="436"/>
                    </a:lnTo>
                    <a:lnTo>
                      <a:pt x="108"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6" name="Google Shape;1216;p18"/>
              <p:cNvSpPr/>
              <p:nvPr/>
            </p:nvSpPr>
            <p:spPr>
              <a:xfrm>
                <a:off x="3563222" y="5060160"/>
                <a:ext cx="13830" cy="55833"/>
              </a:xfrm>
              <a:custGeom>
                <a:avLst/>
                <a:gdLst/>
                <a:ahLst/>
                <a:cxnLst/>
                <a:rect l="l" t="t" r="r" b="b"/>
                <a:pathLst>
                  <a:path w="108" h="436" extrusionOk="0">
                    <a:moveTo>
                      <a:pt x="0" y="1"/>
                    </a:moveTo>
                    <a:lnTo>
                      <a:pt x="0" y="435"/>
                    </a:lnTo>
                    <a:lnTo>
                      <a:pt x="108" y="435"/>
                    </a:lnTo>
                    <a:lnTo>
                      <a:pt x="108"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7" name="Google Shape;1217;p18"/>
              <p:cNvSpPr/>
              <p:nvPr/>
            </p:nvSpPr>
            <p:spPr>
              <a:xfrm>
                <a:off x="3563222" y="4833244"/>
                <a:ext cx="13830" cy="58010"/>
              </a:xfrm>
              <a:custGeom>
                <a:avLst/>
                <a:gdLst/>
                <a:ahLst/>
                <a:cxnLst/>
                <a:rect l="l" t="t" r="r" b="b"/>
                <a:pathLst>
                  <a:path w="108" h="453" extrusionOk="0">
                    <a:moveTo>
                      <a:pt x="0" y="1"/>
                    </a:moveTo>
                    <a:lnTo>
                      <a:pt x="0" y="452"/>
                    </a:lnTo>
                    <a:lnTo>
                      <a:pt x="108" y="452"/>
                    </a:lnTo>
                    <a:lnTo>
                      <a:pt x="108"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8" name="Google Shape;1218;p18"/>
              <p:cNvSpPr/>
              <p:nvPr/>
            </p:nvSpPr>
            <p:spPr>
              <a:xfrm>
                <a:off x="3563222" y="5171569"/>
                <a:ext cx="13830" cy="56217"/>
              </a:xfrm>
              <a:custGeom>
                <a:avLst/>
                <a:gdLst/>
                <a:ahLst/>
                <a:cxnLst/>
                <a:rect l="l" t="t" r="r" b="b"/>
                <a:pathLst>
                  <a:path w="108" h="439" extrusionOk="0">
                    <a:moveTo>
                      <a:pt x="0" y="0"/>
                    </a:moveTo>
                    <a:lnTo>
                      <a:pt x="0" y="438"/>
                    </a:lnTo>
                    <a:lnTo>
                      <a:pt x="108" y="438"/>
                    </a:lnTo>
                    <a:lnTo>
                      <a:pt x="108"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9" name="Google Shape;1219;p18"/>
              <p:cNvSpPr/>
              <p:nvPr/>
            </p:nvSpPr>
            <p:spPr>
              <a:xfrm>
                <a:off x="3563222" y="4043522"/>
                <a:ext cx="13830" cy="55705"/>
              </a:xfrm>
              <a:custGeom>
                <a:avLst/>
                <a:gdLst/>
                <a:ahLst/>
                <a:cxnLst/>
                <a:rect l="l" t="t" r="r" b="b"/>
                <a:pathLst>
                  <a:path w="108" h="435" extrusionOk="0">
                    <a:moveTo>
                      <a:pt x="0" y="0"/>
                    </a:moveTo>
                    <a:lnTo>
                      <a:pt x="0" y="435"/>
                    </a:lnTo>
                    <a:lnTo>
                      <a:pt x="108" y="435"/>
                    </a:lnTo>
                    <a:lnTo>
                      <a:pt x="108"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0" name="Google Shape;1220;p18"/>
              <p:cNvSpPr/>
              <p:nvPr/>
            </p:nvSpPr>
            <p:spPr>
              <a:xfrm>
                <a:off x="3563222" y="4154802"/>
                <a:ext cx="13830" cy="57882"/>
              </a:xfrm>
              <a:custGeom>
                <a:avLst/>
                <a:gdLst/>
                <a:ahLst/>
                <a:cxnLst/>
                <a:rect l="l" t="t" r="r" b="b"/>
                <a:pathLst>
                  <a:path w="108" h="452" extrusionOk="0">
                    <a:moveTo>
                      <a:pt x="0" y="0"/>
                    </a:moveTo>
                    <a:lnTo>
                      <a:pt x="0" y="452"/>
                    </a:lnTo>
                    <a:lnTo>
                      <a:pt x="108" y="452"/>
                    </a:lnTo>
                    <a:lnTo>
                      <a:pt x="108"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1" name="Google Shape;1221;p18"/>
              <p:cNvSpPr/>
              <p:nvPr/>
            </p:nvSpPr>
            <p:spPr>
              <a:xfrm>
                <a:off x="3563222" y="3818271"/>
                <a:ext cx="13830" cy="55833"/>
              </a:xfrm>
              <a:custGeom>
                <a:avLst/>
                <a:gdLst/>
                <a:ahLst/>
                <a:cxnLst/>
                <a:rect l="l" t="t" r="r" b="b"/>
                <a:pathLst>
                  <a:path w="108" h="436" extrusionOk="0">
                    <a:moveTo>
                      <a:pt x="0" y="0"/>
                    </a:moveTo>
                    <a:lnTo>
                      <a:pt x="0" y="435"/>
                    </a:lnTo>
                    <a:lnTo>
                      <a:pt x="108" y="435"/>
                    </a:lnTo>
                    <a:lnTo>
                      <a:pt x="108"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2" name="Google Shape;1222;p18"/>
              <p:cNvSpPr/>
              <p:nvPr/>
            </p:nvSpPr>
            <p:spPr>
              <a:xfrm>
                <a:off x="3563222" y="3930064"/>
                <a:ext cx="13830" cy="55705"/>
              </a:xfrm>
              <a:custGeom>
                <a:avLst/>
                <a:gdLst/>
                <a:ahLst/>
                <a:cxnLst/>
                <a:rect l="l" t="t" r="r" b="b"/>
                <a:pathLst>
                  <a:path w="108" h="435" extrusionOk="0">
                    <a:moveTo>
                      <a:pt x="0" y="0"/>
                    </a:moveTo>
                    <a:lnTo>
                      <a:pt x="0" y="435"/>
                    </a:lnTo>
                    <a:lnTo>
                      <a:pt x="108" y="435"/>
                    </a:lnTo>
                    <a:lnTo>
                      <a:pt x="108"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3" name="Google Shape;1223;p18"/>
              <p:cNvSpPr/>
              <p:nvPr/>
            </p:nvSpPr>
            <p:spPr>
              <a:xfrm>
                <a:off x="3563222" y="4268260"/>
                <a:ext cx="13830" cy="55833"/>
              </a:xfrm>
              <a:custGeom>
                <a:avLst/>
                <a:gdLst/>
                <a:ahLst/>
                <a:cxnLst/>
                <a:rect l="l" t="t" r="r" b="b"/>
                <a:pathLst>
                  <a:path w="108" h="436" extrusionOk="0">
                    <a:moveTo>
                      <a:pt x="0" y="0"/>
                    </a:moveTo>
                    <a:lnTo>
                      <a:pt x="0" y="435"/>
                    </a:lnTo>
                    <a:lnTo>
                      <a:pt x="108" y="435"/>
                    </a:lnTo>
                    <a:lnTo>
                      <a:pt x="108"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4" name="Google Shape;1224;p18"/>
              <p:cNvSpPr/>
              <p:nvPr/>
            </p:nvSpPr>
            <p:spPr>
              <a:xfrm>
                <a:off x="3563222" y="4380053"/>
                <a:ext cx="13830" cy="57370"/>
              </a:xfrm>
              <a:custGeom>
                <a:avLst/>
                <a:gdLst/>
                <a:ahLst/>
                <a:cxnLst/>
                <a:rect l="l" t="t" r="r" b="b"/>
                <a:pathLst>
                  <a:path w="108" h="448" extrusionOk="0">
                    <a:moveTo>
                      <a:pt x="0" y="0"/>
                    </a:moveTo>
                    <a:lnTo>
                      <a:pt x="0" y="448"/>
                    </a:lnTo>
                    <a:lnTo>
                      <a:pt x="108" y="448"/>
                    </a:lnTo>
                    <a:lnTo>
                      <a:pt x="108"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5" name="Google Shape;1225;p18"/>
              <p:cNvSpPr/>
              <p:nvPr/>
            </p:nvSpPr>
            <p:spPr>
              <a:xfrm>
                <a:off x="3563222" y="4493383"/>
                <a:ext cx="13830" cy="55833"/>
              </a:xfrm>
              <a:custGeom>
                <a:avLst/>
                <a:gdLst/>
                <a:ahLst/>
                <a:cxnLst/>
                <a:rect l="l" t="t" r="r" b="b"/>
                <a:pathLst>
                  <a:path w="108" h="436" extrusionOk="0">
                    <a:moveTo>
                      <a:pt x="0" y="1"/>
                    </a:moveTo>
                    <a:lnTo>
                      <a:pt x="0" y="436"/>
                    </a:lnTo>
                    <a:lnTo>
                      <a:pt x="108" y="436"/>
                    </a:lnTo>
                    <a:lnTo>
                      <a:pt x="108"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6" name="Google Shape;1226;p18"/>
              <p:cNvSpPr/>
              <p:nvPr/>
            </p:nvSpPr>
            <p:spPr>
              <a:xfrm>
                <a:off x="3563222" y="4718250"/>
                <a:ext cx="13830" cy="59547"/>
              </a:xfrm>
              <a:custGeom>
                <a:avLst/>
                <a:gdLst/>
                <a:ahLst/>
                <a:cxnLst/>
                <a:rect l="l" t="t" r="r" b="b"/>
                <a:pathLst>
                  <a:path w="108" h="465" extrusionOk="0">
                    <a:moveTo>
                      <a:pt x="0" y="0"/>
                    </a:moveTo>
                    <a:lnTo>
                      <a:pt x="0" y="26"/>
                    </a:lnTo>
                    <a:lnTo>
                      <a:pt x="0" y="435"/>
                    </a:lnTo>
                    <a:lnTo>
                      <a:pt x="0" y="464"/>
                    </a:lnTo>
                    <a:lnTo>
                      <a:pt x="108" y="464"/>
                    </a:lnTo>
                    <a:lnTo>
                      <a:pt x="108" y="435"/>
                    </a:lnTo>
                    <a:lnTo>
                      <a:pt x="108" y="26"/>
                    </a:lnTo>
                    <a:lnTo>
                      <a:pt x="108"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7" name="Google Shape;1227;p18"/>
              <p:cNvSpPr/>
              <p:nvPr/>
            </p:nvSpPr>
            <p:spPr>
              <a:xfrm>
                <a:off x="3563222" y="4606457"/>
                <a:ext cx="13830" cy="56217"/>
              </a:xfrm>
              <a:custGeom>
                <a:avLst/>
                <a:gdLst/>
                <a:ahLst/>
                <a:cxnLst/>
                <a:rect l="l" t="t" r="r" b="b"/>
                <a:pathLst>
                  <a:path w="108" h="439" extrusionOk="0">
                    <a:moveTo>
                      <a:pt x="0" y="0"/>
                    </a:moveTo>
                    <a:lnTo>
                      <a:pt x="0" y="438"/>
                    </a:lnTo>
                    <a:lnTo>
                      <a:pt x="108" y="438"/>
                    </a:lnTo>
                    <a:lnTo>
                      <a:pt x="108"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8" name="Google Shape;1228;p18"/>
              <p:cNvSpPr/>
              <p:nvPr/>
            </p:nvSpPr>
            <p:spPr>
              <a:xfrm>
                <a:off x="3746086" y="1978230"/>
                <a:ext cx="57882" cy="31502"/>
              </a:xfrm>
              <a:custGeom>
                <a:avLst/>
                <a:gdLst/>
                <a:ahLst/>
                <a:cxnLst/>
                <a:rect l="l" t="t" r="r" b="b"/>
                <a:pathLst>
                  <a:path w="452" h="246" extrusionOk="0">
                    <a:moveTo>
                      <a:pt x="438" y="0"/>
                    </a:moveTo>
                    <a:cubicBezTo>
                      <a:pt x="288" y="43"/>
                      <a:pt x="138" y="82"/>
                      <a:pt x="0" y="151"/>
                    </a:cubicBezTo>
                    <a:lnTo>
                      <a:pt x="43" y="246"/>
                    </a:lnTo>
                    <a:cubicBezTo>
                      <a:pt x="180" y="193"/>
                      <a:pt x="314" y="151"/>
                      <a:pt x="451" y="112"/>
                    </a:cubicBezTo>
                    <a:lnTo>
                      <a:pt x="438"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9" name="Google Shape;1229;p18"/>
              <p:cNvSpPr/>
              <p:nvPr/>
            </p:nvSpPr>
            <p:spPr>
              <a:xfrm>
                <a:off x="3563222" y="2663843"/>
                <a:ext cx="13830" cy="55833"/>
              </a:xfrm>
              <a:custGeom>
                <a:avLst/>
                <a:gdLst/>
                <a:ahLst/>
                <a:cxnLst/>
                <a:rect l="l" t="t" r="r" b="b"/>
                <a:pathLst>
                  <a:path w="108" h="436" extrusionOk="0">
                    <a:moveTo>
                      <a:pt x="0" y="1"/>
                    </a:moveTo>
                    <a:lnTo>
                      <a:pt x="0" y="435"/>
                    </a:lnTo>
                    <a:lnTo>
                      <a:pt x="108" y="435"/>
                    </a:lnTo>
                    <a:lnTo>
                      <a:pt x="108"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0" name="Google Shape;1230;p18"/>
              <p:cNvSpPr/>
              <p:nvPr/>
            </p:nvSpPr>
            <p:spPr>
              <a:xfrm>
                <a:off x="3563222" y="2777301"/>
                <a:ext cx="13830" cy="55833"/>
              </a:xfrm>
              <a:custGeom>
                <a:avLst/>
                <a:gdLst/>
                <a:ahLst/>
                <a:cxnLst/>
                <a:rect l="l" t="t" r="r" b="b"/>
                <a:pathLst>
                  <a:path w="108" h="436" extrusionOk="0">
                    <a:moveTo>
                      <a:pt x="0" y="0"/>
                    </a:moveTo>
                    <a:lnTo>
                      <a:pt x="0" y="435"/>
                    </a:lnTo>
                    <a:lnTo>
                      <a:pt x="108" y="435"/>
                    </a:lnTo>
                    <a:lnTo>
                      <a:pt x="108"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1" name="Google Shape;1231;p18"/>
              <p:cNvSpPr/>
              <p:nvPr/>
            </p:nvSpPr>
            <p:spPr>
              <a:xfrm>
                <a:off x="3563222" y="2438721"/>
                <a:ext cx="13830" cy="56089"/>
              </a:xfrm>
              <a:custGeom>
                <a:avLst/>
                <a:gdLst/>
                <a:ahLst/>
                <a:cxnLst/>
                <a:rect l="l" t="t" r="r" b="b"/>
                <a:pathLst>
                  <a:path w="108" h="438" extrusionOk="0">
                    <a:moveTo>
                      <a:pt x="0" y="0"/>
                    </a:moveTo>
                    <a:lnTo>
                      <a:pt x="0" y="438"/>
                    </a:lnTo>
                    <a:lnTo>
                      <a:pt x="108" y="438"/>
                    </a:lnTo>
                    <a:lnTo>
                      <a:pt x="108"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2" name="Google Shape;1232;p18"/>
              <p:cNvSpPr/>
              <p:nvPr/>
            </p:nvSpPr>
            <p:spPr>
              <a:xfrm>
                <a:off x="3587424" y="2107567"/>
                <a:ext cx="40338" cy="55833"/>
              </a:xfrm>
              <a:custGeom>
                <a:avLst/>
                <a:gdLst/>
                <a:ahLst/>
                <a:cxnLst/>
                <a:rect l="l" t="t" r="r" b="b"/>
                <a:pathLst>
                  <a:path w="315" h="436" extrusionOk="0">
                    <a:moveTo>
                      <a:pt x="220" y="1"/>
                    </a:moveTo>
                    <a:cubicBezTo>
                      <a:pt x="138" y="121"/>
                      <a:pt x="69" y="259"/>
                      <a:pt x="1" y="393"/>
                    </a:cubicBezTo>
                    <a:lnTo>
                      <a:pt x="112" y="435"/>
                    </a:lnTo>
                    <a:cubicBezTo>
                      <a:pt x="164" y="298"/>
                      <a:pt x="233" y="177"/>
                      <a:pt x="314" y="53"/>
                    </a:cubicBezTo>
                    <a:lnTo>
                      <a:pt x="220"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3" name="Google Shape;1233;p18"/>
              <p:cNvSpPr/>
              <p:nvPr/>
            </p:nvSpPr>
            <p:spPr>
              <a:xfrm>
                <a:off x="3563222" y="2325263"/>
                <a:ext cx="13830" cy="57882"/>
              </a:xfrm>
              <a:custGeom>
                <a:avLst/>
                <a:gdLst/>
                <a:ahLst/>
                <a:cxnLst/>
                <a:rect l="l" t="t" r="r" b="b"/>
                <a:pathLst>
                  <a:path w="108" h="452" extrusionOk="0">
                    <a:moveTo>
                      <a:pt x="0" y="0"/>
                    </a:moveTo>
                    <a:lnTo>
                      <a:pt x="0" y="451"/>
                    </a:lnTo>
                    <a:lnTo>
                      <a:pt x="108" y="451"/>
                    </a:lnTo>
                    <a:lnTo>
                      <a:pt x="108"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4" name="Google Shape;1234;p18"/>
              <p:cNvSpPr/>
              <p:nvPr/>
            </p:nvSpPr>
            <p:spPr>
              <a:xfrm>
                <a:off x="3651837" y="2025483"/>
                <a:ext cx="52504" cy="46997"/>
              </a:xfrm>
              <a:custGeom>
                <a:avLst/>
                <a:gdLst/>
                <a:ahLst/>
                <a:cxnLst/>
                <a:rect l="l" t="t" r="r" b="b"/>
                <a:pathLst>
                  <a:path w="410" h="367" extrusionOk="0">
                    <a:moveTo>
                      <a:pt x="344" y="1"/>
                    </a:moveTo>
                    <a:cubicBezTo>
                      <a:pt x="220" y="83"/>
                      <a:pt x="112" y="177"/>
                      <a:pt x="1" y="285"/>
                    </a:cubicBezTo>
                    <a:lnTo>
                      <a:pt x="83" y="367"/>
                    </a:lnTo>
                    <a:cubicBezTo>
                      <a:pt x="181" y="259"/>
                      <a:pt x="289" y="177"/>
                      <a:pt x="410" y="96"/>
                    </a:cubicBezTo>
                    <a:lnTo>
                      <a:pt x="344"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5" name="Google Shape;1235;p18"/>
              <p:cNvSpPr/>
              <p:nvPr/>
            </p:nvSpPr>
            <p:spPr>
              <a:xfrm>
                <a:off x="3563222" y="2212189"/>
                <a:ext cx="21001" cy="57498"/>
              </a:xfrm>
              <a:custGeom>
                <a:avLst/>
                <a:gdLst/>
                <a:ahLst/>
                <a:cxnLst/>
                <a:rect l="l" t="t" r="r" b="b"/>
                <a:pathLst>
                  <a:path w="164" h="449" extrusionOk="0">
                    <a:moveTo>
                      <a:pt x="56" y="1"/>
                    </a:moveTo>
                    <a:cubicBezTo>
                      <a:pt x="26" y="148"/>
                      <a:pt x="13" y="298"/>
                      <a:pt x="0" y="448"/>
                    </a:cubicBezTo>
                    <a:lnTo>
                      <a:pt x="121" y="448"/>
                    </a:lnTo>
                    <a:cubicBezTo>
                      <a:pt x="121" y="311"/>
                      <a:pt x="137" y="164"/>
                      <a:pt x="163" y="27"/>
                    </a:cubicBezTo>
                    <a:lnTo>
                      <a:pt x="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6" name="Google Shape;1236;p18"/>
              <p:cNvSpPr/>
              <p:nvPr/>
            </p:nvSpPr>
            <p:spPr>
              <a:xfrm>
                <a:off x="3563222" y="2550386"/>
                <a:ext cx="13830" cy="57498"/>
              </a:xfrm>
              <a:custGeom>
                <a:avLst/>
                <a:gdLst/>
                <a:ahLst/>
                <a:cxnLst/>
                <a:rect l="l" t="t" r="r" b="b"/>
                <a:pathLst>
                  <a:path w="108" h="449" extrusionOk="0">
                    <a:moveTo>
                      <a:pt x="0" y="1"/>
                    </a:moveTo>
                    <a:lnTo>
                      <a:pt x="0" y="449"/>
                    </a:lnTo>
                    <a:lnTo>
                      <a:pt x="108" y="449"/>
                    </a:lnTo>
                    <a:lnTo>
                      <a:pt x="108"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7" name="Google Shape;1237;p18"/>
              <p:cNvSpPr/>
              <p:nvPr/>
            </p:nvSpPr>
            <p:spPr>
              <a:xfrm>
                <a:off x="3563222" y="3452030"/>
                <a:ext cx="13830" cy="55833"/>
              </a:xfrm>
              <a:custGeom>
                <a:avLst/>
                <a:gdLst/>
                <a:ahLst/>
                <a:cxnLst/>
                <a:rect l="l" t="t" r="r" b="b"/>
                <a:pathLst>
                  <a:path w="108" h="436" extrusionOk="0">
                    <a:moveTo>
                      <a:pt x="0" y="0"/>
                    </a:moveTo>
                    <a:lnTo>
                      <a:pt x="0" y="435"/>
                    </a:lnTo>
                    <a:lnTo>
                      <a:pt x="108" y="435"/>
                    </a:lnTo>
                    <a:lnTo>
                      <a:pt x="108"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8" name="Google Shape;1238;p18"/>
              <p:cNvSpPr/>
              <p:nvPr/>
            </p:nvSpPr>
            <p:spPr>
              <a:xfrm>
                <a:off x="3563222" y="3565488"/>
                <a:ext cx="13830" cy="55705"/>
              </a:xfrm>
              <a:custGeom>
                <a:avLst/>
                <a:gdLst/>
                <a:ahLst/>
                <a:cxnLst/>
                <a:rect l="l" t="t" r="r" b="b"/>
                <a:pathLst>
                  <a:path w="108" h="435" extrusionOk="0">
                    <a:moveTo>
                      <a:pt x="0" y="0"/>
                    </a:moveTo>
                    <a:lnTo>
                      <a:pt x="0" y="435"/>
                    </a:lnTo>
                    <a:lnTo>
                      <a:pt x="108" y="435"/>
                    </a:lnTo>
                    <a:lnTo>
                      <a:pt x="108"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9" name="Google Shape;1239;p18"/>
              <p:cNvSpPr/>
              <p:nvPr/>
            </p:nvSpPr>
            <p:spPr>
              <a:xfrm>
                <a:off x="3563222" y="2888582"/>
                <a:ext cx="13830" cy="56217"/>
              </a:xfrm>
              <a:custGeom>
                <a:avLst/>
                <a:gdLst/>
                <a:ahLst/>
                <a:cxnLst/>
                <a:rect l="l" t="t" r="r" b="b"/>
                <a:pathLst>
                  <a:path w="108" h="439" extrusionOk="0">
                    <a:moveTo>
                      <a:pt x="0" y="1"/>
                    </a:moveTo>
                    <a:lnTo>
                      <a:pt x="0" y="439"/>
                    </a:lnTo>
                    <a:lnTo>
                      <a:pt x="108" y="439"/>
                    </a:lnTo>
                    <a:lnTo>
                      <a:pt x="108"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0" name="Google Shape;1240;p18"/>
              <p:cNvSpPr/>
              <p:nvPr/>
            </p:nvSpPr>
            <p:spPr>
              <a:xfrm>
                <a:off x="3563222" y="3790226"/>
                <a:ext cx="13830" cy="19337"/>
              </a:xfrm>
              <a:custGeom>
                <a:avLst/>
                <a:gdLst/>
                <a:ahLst/>
                <a:cxnLst/>
                <a:rect l="l" t="t" r="r" b="b"/>
                <a:pathLst>
                  <a:path w="108" h="151" extrusionOk="0">
                    <a:moveTo>
                      <a:pt x="0" y="0"/>
                    </a:moveTo>
                    <a:lnTo>
                      <a:pt x="0" y="151"/>
                    </a:lnTo>
                    <a:lnTo>
                      <a:pt x="108" y="151"/>
                    </a:lnTo>
                    <a:lnTo>
                      <a:pt x="108"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1" name="Google Shape;1241;p18"/>
              <p:cNvSpPr/>
              <p:nvPr/>
            </p:nvSpPr>
            <p:spPr>
              <a:xfrm>
                <a:off x="3563222" y="3677153"/>
                <a:ext cx="13830" cy="55833"/>
              </a:xfrm>
              <a:custGeom>
                <a:avLst/>
                <a:gdLst/>
                <a:ahLst/>
                <a:cxnLst/>
                <a:rect l="l" t="t" r="r" b="b"/>
                <a:pathLst>
                  <a:path w="108" h="436" extrusionOk="0">
                    <a:moveTo>
                      <a:pt x="0" y="1"/>
                    </a:moveTo>
                    <a:lnTo>
                      <a:pt x="0" y="436"/>
                    </a:lnTo>
                    <a:lnTo>
                      <a:pt x="108" y="436"/>
                    </a:lnTo>
                    <a:lnTo>
                      <a:pt x="108"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2" name="Google Shape;1242;p18"/>
              <p:cNvSpPr/>
              <p:nvPr/>
            </p:nvSpPr>
            <p:spPr>
              <a:xfrm>
                <a:off x="3563222" y="3002040"/>
                <a:ext cx="13830" cy="55833"/>
              </a:xfrm>
              <a:custGeom>
                <a:avLst/>
                <a:gdLst/>
                <a:ahLst/>
                <a:cxnLst/>
                <a:rect l="l" t="t" r="r" b="b"/>
                <a:pathLst>
                  <a:path w="108" h="436" extrusionOk="0">
                    <a:moveTo>
                      <a:pt x="0" y="1"/>
                    </a:moveTo>
                    <a:lnTo>
                      <a:pt x="0" y="435"/>
                    </a:lnTo>
                    <a:lnTo>
                      <a:pt x="108" y="435"/>
                    </a:lnTo>
                    <a:lnTo>
                      <a:pt x="108"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3" name="Google Shape;1243;p18"/>
              <p:cNvSpPr/>
              <p:nvPr/>
            </p:nvSpPr>
            <p:spPr>
              <a:xfrm>
                <a:off x="3563222" y="3113833"/>
                <a:ext cx="13830" cy="57498"/>
              </a:xfrm>
              <a:custGeom>
                <a:avLst/>
                <a:gdLst/>
                <a:ahLst/>
                <a:cxnLst/>
                <a:rect l="l" t="t" r="r" b="b"/>
                <a:pathLst>
                  <a:path w="108" h="449" extrusionOk="0">
                    <a:moveTo>
                      <a:pt x="0" y="0"/>
                    </a:moveTo>
                    <a:lnTo>
                      <a:pt x="0" y="448"/>
                    </a:lnTo>
                    <a:lnTo>
                      <a:pt x="108" y="448"/>
                    </a:lnTo>
                    <a:lnTo>
                      <a:pt x="108"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4" name="Google Shape;1244;p18"/>
              <p:cNvSpPr/>
              <p:nvPr/>
            </p:nvSpPr>
            <p:spPr>
              <a:xfrm>
                <a:off x="3563222" y="3338572"/>
                <a:ext cx="13830" cy="57882"/>
              </a:xfrm>
              <a:custGeom>
                <a:avLst/>
                <a:gdLst/>
                <a:ahLst/>
                <a:cxnLst/>
                <a:rect l="l" t="t" r="r" b="b"/>
                <a:pathLst>
                  <a:path w="108" h="452" extrusionOk="0">
                    <a:moveTo>
                      <a:pt x="0" y="1"/>
                    </a:moveTo>
                    <a:lnTo>
                      <a:pt x="0" y="452"/>
                    </a:lnTo>
                    <a:lnTo>
                      <a:pt x="108" y="452"/>
                    </a:lnTo>
                    <a:lnTo>
                      <a:pt x="108"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5" name="Google Shape;1245;p18"/>
              <p:cNvSpPr/>
              <p:nvPr/>
            </p:nvSpPr>
            <p:spPr>
              <a:xfrm>
                <a:off x="3563222" y="3227291"/>
                <a:ext cx="13830" cy="55705"/>
              </a:xfrm>
              <a:custGeom>
                <a:avLst/>
                <a:gdLst/>
                <a:ahLst/>
                <a:cxnLst/>
                <a:rect l="l" t="t" r="r" b="b"/>
                <a:pathLst>
                  <a:path w="108" h="435" extrusionOk="0">
                    <a:moveTo>
                      <a:pt x="0" y="0"/>
                    </a:moveTo>
                    <a:lnTo>
                      <a:pt x="0" y="435"/>
                    </a:lnTo>
                    <a:lnTo>
                      <a:pt x="108" y="435"/>
                    </a:lnTo>
                    <a:lnTo>
                      <a:pt x="108"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6" name="Google Shape;1246;p18"/>
              <p:cNvSpPr/>
              <p:nvPr/>
            </p:nvSpPr>
            <p:spPr>
              <a:xfrm>
                <a:off x="4161244" y="2921749"/>
                <a:ext cx="16135" cy="56217"/>
              </a:xfrm>
              <a:custGeom>
                <a:avLst/>
                <a:gdLst/>
                <a:ahLst/>
                <a:cxnLst/>
                <a:rect l="l" t="t" r="r" b="b"/>
                <a:pathLst>
                  <a:path w="126" h="439" extrusionOk="0">
                    <a:moveTo>
                      <a:pt x="1" y="0"/>
                    </a:moveTo>
                    <a:lnTo>
                      <a:pt x="1" y="438"/>
                    </a:lnTo>
                    <a:lnTo>
                      <a:pt x="125" y="438"/>
                    </a:lnTo>
                    <a:lnTo>
                      <a:pt x="12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7" name="Google Shape;1247;p18"/>
              <p:cNvSpPr/>
              <p:nvPr/>
            </p:nvSpPr>
            <p:spPr>
              <a:xfrm>
                <a:off x="4161244" y="2358685"/>
                <a:ext cx="16135" cy="57498"/>
              </a:xfrm>
              <a:custGeom>
                <a:avLst/>
                <a:gdLst/>
                <a:ahLst/>
                <a:cxnLst/>
                <a:rect l="l" t="t" r="r" b="b"/>
                <a:pathLst>
                  <a:path w="126" h="449" extrusionOk="0">
                    <a:moveTo>
                      <a:pt x="1" y="1"/>
                    </a:moveTo>
                    <a:lnTo>
                      <a:pt x="1" y="449"/>
                    </a:lnTo>
                    <a:lnTo>
                      <a:pt x="125" y="449"/>
                    </a:lnTo>
                    <a:lnTo>
                      <a:pt x="12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8" name="Google Shape;1248;p18"/>
              <p:cNvSpPr/>
              <p:nvPr/>
            </p:nvSpPr>
            <p:spPr>
              <a:xfrm>
                <a:off x="4161244" y="2471759"/>
                <a:ext cx="16135" cy="56217"/>
              </a:xfrm>
              <a:custGeom>
                <a:avLst/>
                <a:gdLst/>
                <a:ahLst/>
                <a:cxnLst/>
                <a:rect l="l" t="t" r="r" b="b"/>
                <a:pathLst>
                  <a:path w="126" h="439" extrusionOk="0">
                    <a:moveTo>
                      <a:pt x="1" y="0"/>
                    </a:moveTo>
                    <a:lnTo>
                      <a:pt x="1" y="438"/>
                    </a:lnTo>
                    <a:lnTo>
                      <a:pt x="125" y="438"/>
                    </a:lnTo>
                    <a:lnTo>
                      <a:pt x="12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9" name="Google Shape;1249;p18"/>
              <p:cNvSpPr/>
              <p:nvPr/>
            </p:nvSpPr>
            <p:spPr>
              <a:xfrm>
                <a:off x="4161244" y="2583424"/>
                <a:ext cx="16135" cy="58010"/>
              </a:xfrm>
              <a:custGeom>
                <a:avLst/>
                <a:gdLst/>
                <a:ahLst/>
                <a:cxnLst/>
                <a:rect l="l" t="t" r="r" b="b"/>
                <a:pathLst>
                  <a:path w="126" h="453" extrusionOk="0">
                    <a:moveTo>
                      <a:pt x="1" y="1"/>
                    </a:moveTo>
                    <a:lnTo>
                      <a:pt x="1" y="452"/>
                    </a:lnTo>
                    <a:lnTo>
                      <a:pt x="125" y="452"/>
                    </a:lnTo>
                    <a:lnTo>
                      <a:pt x="12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0" name="Google Shape;1250;p18"/>
              <p:cNvSpPr/>
              <p:nvPr/>
            </p:nvSpPr>
            <p:spPr>
              <a:xfrm>
                <a:off x="4161244" y="3373787"/>
                <a:ext cx="16135" cy="55705"/>
              </a:xfrm>
              <a:custGeom>
                <a:avLst/>
                <a:gdLst/>
                <a:ahLst/>
                <a:cxnLst/>
                <a:rect l="l" t="t" r="r" b="b"/>
                <a:pathLst>
                  <a:path w="126" h="435" extrusionOk="0">
                    <a:moveTo>
                      <a:pt x="1" y="0"/>
                    </a:moveTo>
                    <a:lnTo>
                      <a:pt x="1" y="422"/>
                    </a:lnTo>
                    <a:lnTo>
                      <a:pt x="1" y="435"/>
                    </a:lnTo>
                    <a:lnTo>
                      <a:pt x="125" y="435"/>
                    </a:lnTo>
                    <a:lnTo>
                      <a:pt x="125" y="422"/>
                    </a:lnTo>
                    <a:lnTo>
                      <a:pt x="12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1" name="Google Shape;1251;p18"/>
              <p:cNvSpPr/>
              <p:nvPr/>
            </p:nvSpPr>
            <p:spPr>
              <a:xfrm>
                <a:off x="4393154" y="3710319"/>
                <a:ext cx="57882" cy="22666"/>
              </a:xfrm>
              <a:custGeom>
                <a:avLst/>
                <a:gdLst/>
                <a:ahLst/>
                <a:cxnLst/>
                <a:rect l="l" t="t" r="r" b="b"/>
                <a:pathLst>
                  <a:path w="452" h="177" extrusionOk="0">
                    <a:moveTo>
                      <a:pt x="30" y="0"/>
                    </a:moveTo>
                    <a:lnTo>
                      <a:pt x="1" y="108"/>
                    </a:lnTo>
                    <a:cubicBezTo>
                      <a:pt x="138" y="151"/>
                      <a:pt x="288" y="177"/>
                      <a:pt x="439" y="177"/>
                    </a:cubicBezTo>
                    <a:lnTo>
                      <a:pt x="452" y="69"/>
                    </a:lnTo>
                    <a:cubicBezTo>
                      <a:pt x="301" y="52"/>
                      <a:pt x="164" y="39"/>
                      <a:pt x="3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2" name="Google Shape;1252;p18"/>
              <p:cNvSpPr/>
              <p:nvPr/>
            </p:nvSpPr>
            <p:spPr>
              <a:xfrm>
                <a:off x="4161244" y="2696882"/>
                <a:ext cx="16135" cy="55833"/>
              </a:xfrm>
              <a:custGeom>
                <a:avLst/>
                <a:gdLst/>
                <a:ahLst/>
                <a:cxnLst/>
                <a:rect l="l" t="t" r="r" b="b"/>
                <a:pathLst>
                  <a:path w="126" h="436" extrusionOk="0">
                    <a:moveTo>
                      <a:pt x="1" y="1"/>
                    </a:moveTo>
                    <a:lnTo>
                      <a:pt x="1" y="435"/>
                    </a:lnTo>
                    <a:lnTo>
                      <a:pt x="125" y="435"/>
                    </a:lnTo>
                    <a:lnTo>
                      <a:pt x="12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3" name="Google Shape;1253;p18"/>
              <p:cNvSpPr/>
              <p:nvPr/>
            </p:nvSpPr>
            <p:spPr>
              <a:xfrm>
                <a:off x="4168415" y="3483403"/>
                <a:ext cx="29837" cy="57882"/>
              </a:xfrm>
              <a:custGeom>
                <a:avLst/>
                <a:gdLst/>
                <a:ahLst/>
                <a:cxnLst/>
                <a:rect l="l" t="t" r="r" b="b"/>
                <a:pathLst>
                  <a:path w="233" h="452" extrusionOk="0">
                    <a:moveTo>
                      <a:pt x="108" y="1"/>
                    </a:moveTo>
                    <a:lnTo>
                      <a:pt x="0" y="27"/>
                    </a:lnTo>
                    <a:cubicBezTo>
                      <a:pt x="27" y="164"/>
                      <a:pt x="69" y="314"/>
                      <a:pt x="121" y="452"/>
                    </a:cubicBezTo>
                    <a:lnTo>
                      <a:pt x="233" y="409"/>
                    </a:lnTo>
                    <a:cubicBezTo>
                      <a:pt x="177" y="288"/>
                      <a:pt x="134" y="138"/>
                      <a:pt x="10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4" name="Google Shape;1254;p18"/>
              <p:cNvSpPr/>
              <p:nvPr/>
            </p:nvSpPr>
            <p:spPr>
              <a:xfrm>
                <a:off x="4288532" y="3664603"/>
                <a:ext cx="56217" cy="40338"/>
              </a:xfrm>
              <a:custGeom>
                <a:avLst/>
                <a:gdLst/>
                <a:ahLst/>
                <a:cxnLst/>
                <a:rect l="l" t="t" r="r" b="b"/>
                <a:pathLst>
                  <a:path w="439" h="315" extrusionOk="0">
                    <a:moveTo>
                      <a:pt x="69" y="1"/>
                    </a:moveTo>
                    <a:lnTo>
                      <a:pt x="1" y="83"/>
                    </a:lnTo>
                    <a:cubicBezTo>
                      <a:pt x="125" y="181"/>
                      <a:pt x="259" y="246"/>
                      <a:pt x="396" y="315"/>
                    </a:cubicBezTo>
                    <a:lnTo>
                      <a:pt x="439" y="220"/>
                    </a:lnTo>
                    <a:cubicBezTo>
                      <a:pt x="314" y="151"/>
                      <a:pt x="193" y="83"/>
                      <a:pt x="6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5" name="Google Shape;1255;p18"/>
              <p:cNvSpPr/>
              <p:nvPr/>
            </p:nvSpPr>
            <p:spPr>
              <a:xfrm>
                <a:off x="4210290" y="3584696"/>
                <a:ext cx="45332" cy="54168"/>
              </a:xfrm>
              <a:custGeom>
                <a:avLst/>
                <a:gdLst/>
                <a:ahLst/>
                <a:cxnLst/>
                <a:rect l="l" t="t" r="r" b="b"/>
                <a:pathLst>
                  <a:path w="354" h="423" extrusionOk="0">
                    <a:moveTo>
                      <a:pt x="95" y="1"/>
                    </a:moveTo>
                    <a:lnTo>
                      <a:pt x="0" y="69"/>
                    </a:lnTo>
                    <a:cubicBezTo>
                      <a:pt x="82" y="190"/>
                      <a:pt x="177" y="314"/>
                      <a:pt x="285" y="422"/>
                    </a:cubicBezTo>
                    <a:lnTo>
                      <a:pt x="353" y="341"/>
                    </a:lnTo>
                    <a:cubicBezTo>
                      <a:pt x="259" y="233"/>
                      <a:pt x="177" y="122"/>
                      <a:pt x="9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6" name="Google Shape;1256;p18"/>
              <p:cNvSpPr/>
              <p:nvPr/>
            </p:nvSpPr>
            <p:spPr>
              <a:xfrm>
                <a:off x="3857879" y="1971571"/>
                <a:ext cx="57882" cy="17288"/>
              </a:xfrm>
              <a:custGeom>
                <a:avLst/>
                <a:gdLst/>
                <a:ahLst/>
                <a:cxnLst/>
                <a:rect l="l" t="t" r="r" b="b"/>
                <a:pathLst>
                  <a:path w="452" h="135" extrusionOk="0">
                    <a:moveTo>
                      <a:pt x="0" y="0"/>
                    </a:moveTo>
                    <a:lnTo>
                      <a:pt x="13" y="108"/>
                    </a:lnTo>
                    <a:lnTo>
                      <a:pt x="95" y="108"/>
                    </a:lnTo>
                    <a:cubicBezTo>
                      <a:pt x="206" y="108"/>
                      <a:pt x="327" y="121"/>
                      <a:pt x="435" y="134"/>
                    </a:cubicBezTo>
                    <a:lnTo>
                      <a:pt x="451" y="26"/>
                    </a:lnTo>
                    <a:cubicBezTo>
                      <a:pt x="340" y="13"/>
                      <a:pt x="219" y="0"/>
                      <a:pt x="9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7" name="Google Shape;1257;p18"/>
              <p:cNvSpPr/>
              <p:nvPr/>
            </p:nvSpPr>
            <p:spPr>
              <a:xfrm>
                <a:off x="4161244" y="2245228"/>
                <a:ext cx="16135" cy="57498"/>
              </a:xfrm>
              <a:custGeom>
                <a:avLst/>
                <a:gdLst/>
                <a:ahLst/>
                <a:cxnLst/>
                <a:rect l="l" t="t" r="r" b="b"/>
                <a:pathLst>
                  <a:path w="126" h="449" extrusionOk="0">
                    <a:moveTo>
                      <a:pt x="109" y="1"/>
                    </a:moveTo>
                    <a:lnTo>
                      <a:pt x="1" y="14"/>
                    </a:lnTo>
                    <a:lnTo>
                      <a:pt x="1" y="259"/>
                    </a:lnTo>
                    <a:lnTo>
                      <a:pt x="1" y="449"/>
                    </a:lnTo>
                    <a:lnTo>
                      <a:pt x="125" y="449"/>
                    </a:lnTo>
                    <a:lnTo>
                      <a:pt x="125" y="259"/>
                    </a:lnTo>
                    <a:cubicBezTo>
                      <a:pt x="125" y="164"/>
                      <a:pt x="109" y="83"/>
                      <a:pt x="10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8" name="Google Shape;1258;p18"/>
              <p:cNvSpPr/>
              <p:nvPr/>
            </p:nvSpPr>
            <p:spPr>
              <a:xfrm>
                <a:off x="4129870" y="2135227"/>
                <a:ext cx="33167" cy="57882"/>
              </a:xfrm>
              <a:custGeom>
                <a:avLst/>
                <a:gdLst/>
                <a:ahLst/>
                <a:cxnLst/>
                <a:rect l="l" t="t" r="r" b="b"/>
                <a:pathLst>
                  <a:path w="259" h="452" extrusionOk="0">
                    <a:moveTo>
                      <a:pt x="96" y="0"/>
                    </a:moveTo>
                    <a:lnTo>
                      <a:pt x="1" y="56"/>
                    </a:lnTo>
                    <a:cubicBezTo>
                      <a:pt x="56" y="177"/>
                      <a:pt x="109" y="314"/>
                      <a:pt x="151" y="451"/>
                    </a:cubicBezTo>
                    <a:lnTo>
                      <a:pt x="259" y="422"/>
                    </a:lnTo>
                    <a:cubicBezTo>
                      <a:pt x="220" y="275"/>
                      <a:pt x="164" y="138"/>
                      <a:pt x="9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9" name="Google Shape;1259;p18"/>
              <p:cNvSpPr/>
              <p:nvPr/>
            </p:nvSpPr>
            <p:spPr>
              <a:xfrm>
                <a:off x="4062129" y="2046484"/>
                <a:ext cx="48662" cy="50711"/>
              </a:xfrm>
              <a:custGeom>
                <a:avLst/>
                <a:gdLst/>
                <a:ahLst/>
                <a:cxnLst/>
                <a:rect l="l" t="t" r="r" b="b"/>
                <a:pathLst>
                  <a:path w="380" h="396" extrusionOk="0">
                    <a:moveTo>
                      <a:pt x="66" y="0"/>
                    </a:moveTo>
                    <a:lnTo>
                      <a:pt x="0" y="82"/>
                    </a:lnTo>
                    <a:cubicBezTo>
                      <a:pt x="108" y="177"/>
                      <a:pt x="203" y="285"/>
                      <a:pt x="285" y="396"/>
                    </a:cubicBezTo>
                    <a:lnTo>
                      <a:pt x="379" y="327"/>
                    </a:lnTo>
                    <a:cubicBezTo>
                      <a:pt x="285" y="203"/>
                      <a:pt x="177" y="95"/>
                      <a:pt x="6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0" name="Google Shape;1260;p18"/>
              <p:cNvSpPr/>
              <p:nvPr/>
            </p:nvSpPr>
            <p:spPr>
              <a:xfrm>
                <a:off x="3965830" y="1988731"/>
                <a:ext cx="57882" cy="36881"/>
              </a:xfrm>
              <a:custGeom>
                <a:avLst/>
                <a:gdLst/>
                <a:ahLst/>
                <a:cxnLst/>
                <a:rect l="l" t="t" r="r" b="b"/>
                <a:pathLst>
                  <a:path w="452" h="288" extrusionOk="0">
                    <a:moveTo>
                      <a:pt x="43" y="0"/>
                    </a:moveTo>
                    <a:lnTo>
                      <a:pt x="0" y="95"/>
                    </a:lnTo>
                    <a:cubicBezTo>
                      <a:pt x="138" y="151"/>
                      <a:pt x="275" y="206"/>
                      <a:pt x="396" y="288"/>
                    </a:cubicBezTo>
                    <a:lnTo>
                      <a:pt x="452" y="193"/>
                    </a:lnTo>
                    <a:cubicBezTo>
                      <a:pt x="327" y="111"/>
                      <a:pt x="193" y="56"/>
                      <a:pt x="43"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1" name="Google Shape;1261;p18"/>
              <p:cNvSpPr/>
              <p:nvPr/>
            </p:nvSpPr>
            <p:spPr>
              <a:xfrm>
                <a:off x="4161244" y="3260329"/>
                <a:ext cx="16135" cy="55833"/>
              </a:xfrm>
              <a:custGeom>
                <a:avLst/>
                <a:gdLst/>
                <a:ahLst/>
                <a:cxnLst/>
                <a:rect l="l" t="t" r="r" b="b"/>
                <a:pathLst>
                  <a:path w="126" h="436" extrusionOk="0">
                    <a:moveTo>
                      <a:pt x="1" y="0"/>
                    </a:moveTo>
                    <a:lnTo>
                      <a:pt x="1" y="435"/>
                    </a:lnTo>
                    <a:lnTo>
                      <a:pt x="125" y="435"/>
                    </a:lnTo>
                    <a:lnTo>
                      <a:pt x="12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2" name="Google Shape;1262;p18"/>
              <p:cNvSpPr/>
              <p:nvPr/>
            </p:nvSpPr>
            <p:spPr>
              <a:xfrm>
                <a:off x="4161244" y="3035079"/>
                <a:ext cx="16135" cy="56217"/>
              </a:xfrm>
              <a:custGeom>
                <a:avLst/>
                <a:gdLst/>
                <a:ahLst/>
                <a:cxnLst/>
                <a:rect l="l" t="t" r="r" b="b"/>
                <a:pathLst>
                  <a:path w="126" h="439" extrusionOk="0">
                    <a:moveTo>
                      <a:pt x="1" y="1"/>
                    </a:moveTo>
                    <a:lnTo>
                      <a:pt x="1" y="439"/>
                    </a:lnTo>
                    <a:lnTo>
                      <a:pt x="125" y="439"/>
                    </a:lnTo>
                    <a:lnTo>
                      <a:pt x="12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3" name="Google Shape;1263;p18"/>
              <p:cNvSpPr/>
              <p:nvPr/>
            </p:nvSpPr>
            <p:spPr>
              <a:xfrm>
                <a:off x="4161244" y="2810340"/>
                <a:ext cx="16135" cy="55833"/>
              </a:xfrm>
              <a:custGeom>
                <a:avLst/>
                <a:gdLst/>
                <a:ahLst/>
                <a:cxnLst/>
                <a:rect l="l" t="t" r="r" b="b"/>
                <a:pathLst>
                  <a:path w="126" h="436" extrusionOk="0">
                    <a:moveTo>
                      <a:pt x="1" y="1"/>
                    </a:moveTo>
                    <a:lnTo>
                      <a:pt x="1" y="435"/>
                    </a:lnTo>
                    <a:lnTo>
                      <a:pt x="125" y="435"/>
                    </a:lnTo>
                    <a:lnTo>
                      <a:pt x="12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4" name="Google Shape;1264;p18"/>
              <p:cNvSpPr/>
              <p:nvPr/>
            </p:nvSpPr>
            <p:spPr>
              <a:xfrm>
                <a:off x="4161244" y="3146872"/>
                <a:ext cx="16135" cy="57498"/>
              </a:xfrm>
              <a:custGeom>
                <a:avLst/>
                <a:gdLst/>
                <a:ahLst/>
                <a:cxnLst/>
                <a:rect l="l" t="t" r="r" b="b"/>
                <a:pathLst>
                  <a:path w="126" h="449" extrusionOk="0">
                    <a:moveTo>
                      <a:pt x="1" y="1"/>
                    </a:moveTo>
                    <a:lnTo>
                      <a:pt x="1" y="448"/>
                    </a:lnTo>
                    <a:lnTo>
                      <a:pt x="125" y="448"/>
                    </a:lnTo>
                    <a:lnTo>
                      <a:pt x="12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5" name="Google Shape;1265;p18"/>
              <p:cNvSpPr/>
              <p:nvPr/>
            </p:nvSpPr>
            <p:spPr>
              <a:xfrm>
                <a:off x="4761060" y="1231918"/>
                <a:ext cx="14342" cy="55833"/>
              </a:xfrm>
              <a:custGeom>
                <a:avLst/>
                <a:gdLst/>
                <a:ahLst/>
                <a:cxnLst/>
                <a:rect l="l" t="t" r="r" b="b"/>
                <a:pathLst>
                  <a:path w="112" h="436" extrusionOk="0">
                    <a:moveTo>
                      <a:pt x="1" y="0"/>
                    </a:moveTo>
                    <a:lnTo>
                      <a:pt x="1" y="435"/>
                    </a:lnTo>
                    <a:lnTo>
                      <a:pt x="112" y="435"/>
                    </a:lnTo>
                    <a:lnTo>
                      <a:pt x="112"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6" name="Google Shape;1266;p18"/>
              <p:cNvSpPr/>
              <p:nvPr/>
            </p:nvSpPr>
            <p:spPr>
              <a:xfrm>
                <a:off x="4761060" y="1343711"/>
                <a:ext cx="14342" cy="57498"/>
              </a:xfrm>
              <a:custGeom>
                <a:avLst/>
                <a:gdLst/>
                <a:ahLst/>
                <a:cxnLst/>
                <a:rect l="l" t="t" r="r" b="b"/>
                <a:pathLst>
                  <a:path w="112" h="449" extrusionOk="0">
                    <a:moveTo>
                      <a:pt x="1" y="0"/>
                    </a:moveTo>
                    <a:lnTo>
                      <a:pt x="1" y="448"/>
                    </a:lnTo>
                    <a:lnTo>
                      <a:pt x="112" y="448"/>
                    </a:lnTo>
                    <a:lnTo>
                      <a:pt x="112"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7" name="Google Shape;1267;p18"/>
              <p:cNvSpPr/>
              <p:nvPr/>
            </p:nvSpPr>
            <p:spPr>
              <a:xfrm>
                <a:off x="4761060" y="1003338"/>
                <a:ext cx="14342" cy="59547"/>
              </a:xfrm>
              <a:custGeom>
                <a:avLst/>
                <a:gdLst/>
                <a:ahLst/>
                <a:cxnLst/>
                <a:rect l="l" t="t" r="r" b="b"/>
                <a:pathLst>
                  <a:path w="112" h="465" extrusionOk="0">
                    <a:moveTo>
                      <a:pt x="1" y="1"/>
                    </a:moveTo>
                    <a:lnTo>
                      <a:pt x="1" y="27"/>
                    </a:lnTo>
                    <a:lnTo>
                      <a:pt x="1" y="436"/>
                    </a:lnTo>
                    <a:lnTo>
                      <a:pt x="1" y="465"/>
                    </a:lnTo>
                    <a:lnTo>
                      <a:pt x="112" y="465"/>
                    </a:lnTo>
                    <a:lnTo>
                      <a:pt x="112" y="436"/>
                    </a:lnTo>
                    <a:lnTo>
                      <a:pt x="112" y="27"/>
                    </a:lnTo>
                    <a:lnTo>
                      <a:pt x="112"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8" name="Google Shape;1268;p18"/>
              <p:cNvSpPr/>
              <p:nvPr/>
            </p:nvSpPr>
            <p:spPr>
              <a:xfrm>
                <a:off x="4761060" y="1118460"/>
                <a:ext cx="14342" cy="57882"/>
              </a:xfrm>
              <a:custGeom>
                <a:avLst/>
                <a:gdLst/>
                <a:ahLst/>
                <a:cxnLst/>
                <a:rect l="l" t="t" r="r" b="b"/>
                <a:pathLst>
                  <a:path w="112" h="452" extrusionOk="0">
                    <a:moveTo>
                      <a:pt x="1" y="1"/>
                    </a:moveTo>
                    <a:lnTo>
                      <a:pt x="1" y="452"/>
                    </a:lnTo>
                    <a:lnTo>
                      <a:pt x="112" y="452"/>
                    </a:lnTo>
                    <a:lnTo>
                      <a:pt x="112"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9" name="Google Shape;1269;p18"/>
              <p:cNvSpPr/>
              <p:nvPr/>
            </p:nvSpPr>
            <p:spPr>
              <a:xfrm>
                <a:off x="4761060" y="2020105"/>
                <a:ext cx="14342" cy="56217"/>
              </a:xfrm>
              <a:custGeom>
                <a:avLst/>
                <a:gdLst/>
                <a:ahLst/>
                <a:cxnLst/>
                <a:rect l="l" t="t" r="r" b="b"/>
                <a:pathLst>
                  <a:path w="112" h="439" extrusionOk="0">
                    <a:moveTo>
                      <a:pt x="1" y="0"/>
                    </a:moveTo>
                    <a:lnTo>
                      <a:pt x="1" y="438"/>
                    </a:lnTo>
                    <a:lnTo>
                      <a:pt x="112" y="438"/>
                    </a:lnTo>
                    <a:lnTo>
                      <a:pt x="112"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0" name="Google Shape;1270;p18"/>
              <p:cNvSpPr/>
              <p:nvPr/>
            </p:nvSpPr>
            <p:spPr>
              <a:xfrm>
                <a:off x="4761060" y="2131898"/>
                <a:ext cx="14342" cy="57370"/>
              </a:xfrm>
              <a:custGeom>
                <a:avLst/>
                <a:gdLst/>
                <a:ahLst/>
                <a:cxnLst/>
                <a:rect l="l" t="t" r="r" b="b"/>
                <a:pathLst>
                  <a:path w="112" h="448" extrusionOk="0">
                    <a:moveTo>
                      <a:pt x="1" y="0"/>
                    </a:moveTo>
                    <a:lnTo>
                      <a:pt x="1" y="448"/>
                    </a:lnTo>
                    <a:lnTo>
                      <a:pt x="112" y="448"/>
                    </a:lnTo>
                    <a:lnTo>
                      <a:pt x="112"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1" name="Google Shape;1271;p18"/>
              <p:cNvSpPr/>
              <p:nvPr/>
            </p:nvSpPr>
            <p:spPr>
              <a:xfrm>
                <a:off x="4761060" y="1456657"/>
                <a:ext cx="14342" cy="56217"/>
              </a:xfrm>
              <a:custGeom>
                <a:avLst/>
                <a:gdLst/>
                <a:ahLst/>
                <a:cxnLst/>
                <a:rect l="l" t="t" r="r" b="b"/>
                <a:pathLst>
                  <a:path w="112" h="439" extrusionOk="0">
                    <a:moveTo>
                      <a:pt x="1" y="1"/>
                    </a:moveTo>
                    <a:lnTo>
                      <a:pt x="1" y="439"/>
                    </a:lnTo>
                    <a:lnTo>
                      <a:pt x="112" y="439"/>
                    </a:lnTo>
                    <a:lnTo>
                      <a:pt x="112"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2" name="Google Shape;1272;p18"/>
              <p:cNvSpPr/>
              <p:nvPr/>
            </p:nvSpPr>
            <p:spPr>
              <a:xfrm>
                <a:off x="4761060" y="2245228"/>
                <a:ext cx="14342" cy="55833"/>
              </a:xfrm>
              <a:custGeom>
                <a:avLst/>
                <a:gdLst/>
                <a:ahLst/>
                <a:cxnLst/>
                <a:rect l="l" t="t" r="r" b="b"/>
                <a:pathLst>
                  <a:path w="112" h="436" extrusionOk="0">
                    <a:moveTo>
                      <a:pt x="1" y="1"/>
                    </a:moveTo>
                    <a:lnTo>
                      <a:pt x="1" y="436"/>
                    </a:lnTo>
                    <a:lnTo>
                      <a:pt x="112" y="436"/>
                    </a:lnTo>
                    <a:lnTo>
                      <a:pt x="112"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3" name="Google Shape;1273;p18"/>
              <p:cNvSpPr/>
              <p:nvPr/>
            </p:nvSpPr>
            <p:spPr>
              <a:xfrm>
                <a:off x="4761060" y="1570115"/>
                <a:ext cx="14342" cy="56217"/>
              </a:xfrm>
              <a:custGeom>
                <a:avLst/>
                <a:gdLst/>
                <a:ahLst/>
                <a:cxnLst/>
                <a:rect l="l" t="t" r="r" b="b"/>
                <a:pathLst>
                  <a:path w="112" h="439" extrusionOk="0">
                    <a:moveTo>
                      <a:pt x="1" y="1"/>
                    </a:moveTo>
                    <a:lnTo>
                      <a:pt x="1" y="439"/>
                    </a:lnTo>
                    <a:lnTo>
                      <a:pt x="112" y="439"/>
                    </a:lnTo>
                    <a:lnTo>
                      <a:pt x="112"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4" name="Google Shape;1274;p18"/>
              <p:cNvSpPr/>
              <p:nvPr/>
            </p:nvSpPr>
            <p:spPr>
              <a:xfrm>
                <a:off x="4761060" y="1681908"/>
                <a:ext cx="14342" cy="55833"/>
              </a:xfrm>
              <a:custGeom>
                <a:avLst/>
                <a:gdLst/>
                <a:ahLst/>
                <a:cxnLst/>
                <a:rect l="l" t="t" r="r" b="b"/>
                <a:pathLst>
                  <a:path w="112" h="436" extrusionOk="0">
                    <a:moveTo>
                      <a:pt x="1" y="0"/>
                    </a:moveTo>
                    <a:lnTo>
                      <a:pt x="1" y="435"/>
                    </a:lnTo>
                    <a:lnTo>
                      <a:pt x="112" y="435"/>
                    </a:lnTo>
                    <a:lnTo>
                      <a:pt x="112"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5" name="Google Shape;1275;p18"/>
              <p:cNvSpPr/>
              <p:nvPr/>
            </p:nvSpPr>
            <p:spPr>
              <a:xfrm>
                <a:off x="4761060" y="1906647"/>
                <a:ext cx="14342" cy="57882"/>
              </a:xfrm>
              <a:custGeom>
                <a:avLst/>
                <a:gdLst/>
                <a:ahLst/>
                <a:cxnLst/>
                <a:rect l="l" t="t" r="r" b="b"/>
                <a:pathLst>
                  <a:path w="112" h="452" extrusionOk="0">
                    <a:moveTo>
                      <a:pt x="1" y="1"/>
                    </a:moveTo>
                    <a:lnTo>
                      <a:pt x="1" y="452"/>
                    </a:lnTo>
                    <a:lnTo>
                      <a:pt x="112" y="452"/>
                    </a:lnTo>
                    <a:lnTo>
                      <a:pt x="112"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6" name="Google Shape;1276;p18"/>
              <p:cNvSpPr/>
              <p:nvPr/>
            </p:nvSpPr>
            <p:spPr>
              <a:xfrm>
                <a:off x="4761060" y="1795366"/>
                <a:ext cx="14342" cy="55705"/>
              </a:xfrm>
              <a:custGeom>
                <a:avLst/>
                <a:gdLst/>
                <a:ahLst/>
                <a:cxnLst/>
                <a:rect l="l" t="t" r="r" b="b"/>
                <a:pathLst>
                  <a:path w="112" h="435" extrusionOk="0">
                    <a:moveTo>
                      <a:pt x="1" y="0"/>
                    </a:moveTo>
                    <a:lnTo>
                      <a:pt x="1" y="435"/>
                    </a:lnTo>
                    <a:lnTo>
                      <a:pt x="112" y="435"/>
                    </a:lnTo>
                    <a:lnTo>
                      <a:pt x="112"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7" name="Google Shape;1277;p18"/>
              <p:cNvSpPr/>
              <p:nvPr/>
            </p:nvSpPr>
            <p:spPr>
              <a:xfrm>
                <a:off x="4761060" y="328609"/>
                <a:ext cx="14342" cy="55833"/>
              </a:xfrm>
              <a:custGeom>
                <a:avLst/>
                <a:gdLst/>
                <a:ahLst/>
                <a:cxnLst/>
                <a:rect l="l" t="t" r="r" b="b"/>
                <a:pathLst>
                  <a:path w="112" h="436" extrusionOk="0">
                    <a:moveTo>
                      <a:pt x="1" y="1"/>
                    </a:moveTo>
                    <a:lnTo>
                      <a:pt x="1" y="435"/>
                    </a:lnTo>
                    <a:lnTo>
                      <a:pt x="112" y="435"/>
                    </a:lnTo>
                    <a:lnTo>
                      <a:pt x="112"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8" name="Google Shape;1278;p18"/>
              <p:cNvSpPr/>
              <p:nvPr/>
            </p:nvSpPr>
            <p:spPr>
              <a:xfrm>
                <a:off x="4761060" y="440018"/>
                <a:ext cx="14342" cy="56217"/>
              </a:xfrm>
              <a:custGeom>
                <a:avLst/>
                <a:gdLst/>
                <a:ahLst/>
                <a:cxnLst/>
                <a:rect l="l" t="t" r="r" b="b"/>
                <a:pathLst>
                  <a:path w="112" h="439" extrusionOk="0">
                    <a:moveTo>
                      <a:pt x="1" y="0"/>
                    </a:moveTo>
                    <a:lnTo>
                      <a:pt x="1" y="438"/>
                    </a:lnTo>
                    <a:lnTo>
                      <a:pt x="112" y="438"/>
                    </a:lnTo>
                    <a:lnTo>
                      <a:pt x="112"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9" name="Google Shape;1279;p18"/>
              <p:cNvSpPr/>
              <p:nvPr/>
            </p:nvSpPr>
            <p:spPr>
              <a:xfrm>
                <a:off x="4761060" y="101822"/>
                <a:ext cx="14342" cy="57370"/>
              </a:xfrm>
              <a:custGeom>
                <a:avLst/>
                <a:gdLst/>
                <a:ahLst/>
                <a:cxnLst/>
                <a:rect l="l" t="t" r="r" b="b"/>
                <a:pathLst>
                  <a:path w="112" h="448" extrusionOk="0">
                    <a:moveTo>
                      <a:pt x="1" y="0"/>
                    </a:moveTo>
                    <a:lnTo>
                      <a:pt x="1" y="448"/>
                    </a:lnTo>
                    <a:lnTo>
                      <a:pt x="112" y="448"/>
                    </a:lnTo>
                    <a:lnTo>
                      <a:pt x="112"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0" name="Google Shape;1280;p18"/>
              <p:cNvSpPr/>
              <p:nvPr/>
            </p:nvSpPr>
            <p:spPr>
              <a:xfrm>
                <a:off x="4761060" y="215152"/>
                <a:ext cx="14342" cy="55833"/>
              </a:xfrm>
              <a:custGeom>
                <a:avLst/>
                <a:gdLst/>
                <a:ahLst/>
                <a:cxnLst/>
                <a:rect l="l" t="t" r="r" b="b"/>
                <a:pathLst>
                  <a:path w="112" h="436" extrusionOk="0">
                    <a:moveTo>
                      <a:pt x="1" y="1"/>
                    </a:moveTo>
                    <a:lnTo>
                      <a:pt x="1" y="436"/>
                    </a:lnTo>
                    <a:lnTo>
                      <a:pt x="112" y="436"/>
                    </a:lnTo>
                    <a:lnTo>
                      <a:pt x="112"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1" name="Google Shape;1281;p18"/>
              <p:cNvSpPr/>
              <p:nvPr/>
            </p:nvSpPr>
            <p:spPr>
              <a:xfrm>
                <a:off x="4761060" y="553476"/>
                <a:ext cx="14342" cy="55705"/>
              </a:xfrm>
              <a:custGeom>
                <a:avLst/>
                <a:gdLst/>
                <a:ahLst/>
                <a:cxnLst/>
                <a:rect l="l" t="t" r="r" b="b"/>
                <a:pathLst>
                  <a:path w="112" h="435" extrusionOk="0">
                    <a:moveTo>
                      <a:pt x="1" y="0"/>
                    </a:moveTo>
                    <a:lnTo>
                      <a:pt x="1" y="435"/>
                    </a:lnTo>
                    <a:lnTo>
                      <a:pt x="112" y="435"/>
                    </a:lnTo>
                    <a:lnTo>
                      <a:pt x="112"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2" name="Google Shape;1282;p18"/>
              <p:cNvSpPr/>
              <p:nvPr/>
            </p:nvSpPr>
            <p:spPr>
              <a:xfrm>
                <a:off x="4761060" y="665141"/>
                <a:ext cx="14342" cy="57498"/>
              </a:xfrm>
              <a:custGeom>
                <a:avLst/>
                <a:gdLst/>
                <a:ahLst/>
                <a:cxnLst/>
                <a:rect l="l" t="t" r="r" b="b"/>
                <a:pathLst>
                  <a:path w="112" h="449" extrusionOk="0">
                    <a:moveTo>
                      <a:pt x="1" y="1"/>
                    </a:moveTo>
                    <a:lnTo>
                      <a:pt x="1" y="449"/>
                    </a:lnTo>
                    <a:lnTo>
                      <a:pt x="112" y="449"/>
                    </a:lnTo>
                    <a:lnTo>
                      <a:pt x="112"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3" name="Google Shape;1283;p18"/>
              <p:cNvSpPr/>
              <p:nvPr/>
            </p:nvSpPr>
            <p:spPr>
              <a:xfrm>
                <a:off x="4761060" y="778599"/>
                <a:ext cx="14342" cy="55833"/>
              </a:xfrm>
              <a:custGeom>
                <a:avLst/>
                <a:gdLst/>
                <a:ahLst/>
                <a:cxnLst/>
                <a:rect l="l" t="t" r="r" b="b"/>
                <a:pathLst>
                  <a:path w="112" h="436" extrusionOk="0">
                    <a:moveTo>
                      <a:pt x="1" y="1"/>
                    </a:moveTo>
                    <a:lnTo>
                      <a:pt x="1" y="435"/>
                    </a:lnTo>
                    <a:lnTo>
                      <a:pt x="112" y="435"/>
                    </a:lnTo>
                    <a:lnTo>
                      <a:pt x="112"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4" name="Google Shape;1284;p18"/>
              <p:cNvSpPr/>
              <p:nvPr/>
            </p:nvSpPr>
            <p:spPr>
              <a:xfrm>
                <a:off x="4761060" y="889880"/>
                <a:ext cx="14342" cy="58010"/>
              </a:xfrm>
              <a:custGeom>
                <a:avLst/>
                <a:gdLst/>
                <a:ahLst/>
                <a:cxnLst/>
                <a:rect l="l" t="t" r="r" b="b"/>
                <a:pathLst>
                  <a:path w="112" h="453" extrusionOk="0">
                    <a:moveTo>
                      <a:pt x="1" y="1"/>
                    </a:moveTo>
                    <a:lnTo>
                      <a:pt x="1" y="452"/>
                    </a:lnTo>
                    <a:lnTo>
                      <a:pt x="112" y="452"/>
                    </a:lnTo>
                    <a:lnTo>
                      <a:pt x="112"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5" name="Google Shape;1285;p18"/>
              <p:cNvSpPr/>
              <p:nvPr/>
            </p:nvSpPr>
            <p:spPr>
              <a:xfrm>
                <a:off x="4761060" y="2921749"/>
                <a:ext cx="14342" cy="56217"/>
              </a:xfrm>
              <a:custGeom>
                <a:avLst/>
                <a:gdLst/>
                <a:ahLst/>
                <a:cxnLst/>
                <a:rect l="l" t="t" r="r" b="b"/>
                <a:pathLst>
                  <a:path w="112" h="439" extrusionOk="0">
                    <a:moveTo>
                      <a:pt x="1" y="0"/>
                    </a:moveTo>
                    <a:lnTo>
                      <a:pt x="1" y="438"/>
                    </a:lnTo>
                    <a:lnTo>
                      <a:pt x="112" y="438"/>
                    </a:lnTo>
                    <a:lnTo>
                      <a:pt x="112"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6" name="Google Shape;1286;p18"/>
              <p:cNvSpPr/>
              <p:nvPr/>
            </p:nvSpPr>
            <p:spPr>
              <a:xfrm>
                <a:off x="4761060" y="2358685"/>
                <a:ext cx="14342" cy="55833"/>
              </a:xfrm>
              <a:custGeom>
                <a:avLst/>
                <a:gdLst/>
                <a:ahLst/>
                <a:cxnLst/>
                <a:rect l="l" t="t" r="r" b="b"/>
                <a:pathLst>
                  <a:path w="112" h="436" extrusionOk="0">
                    <a:moveTo>
                      <a:pt x="1" y="1"/>
                    </a:moveTo>
                    <a:lnTo>
                      <a:pt x="1" y="435"/>
                    </a:lnTo>
                    <a:lnTo>
                      <a:pt x="112" y="435"/>
                    </a:lnTo>
                    <a:lnTo>
                      <a:pt x="112" y="148"/>
                    </a:lnTo>
                    <a:lnTo>
                      <a:pt x="112"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7" name="Google Shape;1287;p18"/>
              <p:cNvSpPr/>
              <p:nvPr/>
            </p:nvSpPr>
            <p:spPr>
              <a:xfrm>
                <a:off x="4761060" y="2470094"/>
                <a:ext cx="14342" cy="57882"/>
              </a:xfrm>
              <a:custGeom>
                <a:avLst/>
                <a:gdLst/>
                <a:ahLst/>
                <a:cxnLst/>
                <a:rect l="l" t="t" r="r" b="b"/>
                <a:pathLst>
                  <a:path w="112" h="452" extrusionOk="0">
                    <a:moveTo>
                      <a:pt x="1" y="0"/>
                    </a:moveTo>
                    <a:lnTo>
                      <a:pt x="1" y="451"/>
                    </a:lnTo>
                    <a:lnTo>
                      <a:pt x="112" y="451"/>
                    </a:lnTo>
                    <a:lnTo>
                      <a:pt x="112"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8" name="Google Shape;1288;p18"/>
              <p:cNvSpPr/>
              <p:nvPr/>
            </p:nvSpPr>
            <p:spPr>
              <a:xfrm>
                <a:off x="4761060" y="2583424"/>
                <a:ext cx="14342" cy="55833"/>
              </a:xfrm>
              <a:custGeom>
                <a:avLst/>
                <a:gdLst/>
                <a:ahLst/>
                <a:cxnLst/>
                <a:rect l="l" t="t" r="r" b="b"/>
                <a:pathLst>
                  <a:path w="112" h="436" extrusionOk="0">
                    <a:moveTo>
                      <a:pt x="1" y="1"/>
                    </a:moveTo>
                    <a:lnTo>
                      <a:pt x="1" y="436"/>
                    </a:lnTo>
                    <a:lnTo>
                      <a:pt x="112" y="436"/>
                    </a:lnTo>
                    <a:lnTo>
                      <a:pt x="112"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9" name="Google Shape;1289;p18"/>
              <p:cNvSpPr/>
              <p:nvPr/>
            </p:nvSpPr>
            <p:spPr>
              <a:xfrm>
                <a:off x="4761060" y="3368281"/>
                <a:ext cx="14342" cy="55833"/>
              </a:xfrm>
              <a:custGeom>
                <a:avLst/>
                <a:gdLst/>
                <a:ahLst/>
                <a:cxnLst/>
                <a:rect l="l" t="t" r="r" b="b"/>
                <a:pathLst>
                  <a:path w="112" h="436" extrusionOk="0">
                    <a:moveTo>
                      <a:pt x="1" y="1"/>
                    </a:moveTo>
                    <a:lnTo>
                      <a:pt x="1" y="422"/>
                    </a:lnTo>
                    <a:lnTo>
                      <a:pt x="1" y="435"/>
                    </a:lnTo>
                    <a:lnTo>
                      <a:pt x="112" y="435"/>
                    </a:lnTo>
                    <a:lnTo>
                      <a:pt x="112" y="422"/>
                    </a:lnTo>
                    <a:lnTo>
                      <a:pt x="112"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0" name="Google Shape;1290;p18"/>
              <p:cNvSpPr/>
              <p:nvPr/>
            </p:nvSpPr>
            <p:spPr>
              <a:xfrm>
                <a:off x="4485739" y="3710319"/>
                <a:ext cx="59547" cy="22666"/>
              </a:xfrm>
              <a:custGeom>
                <a:avLst/>
                <a:gdLst/>
                <a:ahLst/>
                <a:cxnLst/>
                <a:rect l="l" t="t" r="r" b="b"/>
                <a:pathLst>
                  <a:path w="465" h="177" extrusionOk="0">
                    <a:moveTo>
                      <a:pt x="435" y="0"/>
                    </a:moveTo>
                    <a:cubicBezTo>
                      <a:pt x="288" y="26"/>
                      <a:pt x="150" y="52"/>
                      <a:pt x="0" y="69"/>
                    </a:cubicBezTo>
                    <a:lnTo>
                      <a:pt x="13" y="177"/>
                    </a:lnTo>
                    <a:cubicBezTo>
                      <a:pt x="163" y="164"/>
                      <a:pt x="314" y="134"/>
                      <a:pt x="464" y="108"/>
                    </a:cubicBezTo>
                    <a:lnTo>
                      <a:pt x="43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1" name="Google Shape;1291;p18"/>
              <p:cNvSpPr/>
              <p:nvPr/>
            </p:nvSpPr>
            <p:spPr>
              <a:xfrm>
                <a:off x="4761060" y="2696882"/>
                <a:ext cx="14342" cy="55833"/>
              </a:xfrm>
              <a:custGeom>
                <a:avLst/>
                <a:gdLst/>
                <a:ahLst/>
                <a:cxnLst/>
                <a:rect l="l" t="t" r="r" b="b"/>
                <a:pathLst>
                  <a:path w="112" h="436" extrusionOk="0">
                    <a:moveTo>
                      <a:pt x="1" y="1"/>
                    </a:moveTo>
                    <a:lnTo>
                      <a:pt x="1" y="435"/>
                    </a:lnTo>
                    <a:lnTo>
                      <a:pt x="112" y="435"/>
                    </a:lnTo>
                    <a:lnTo>
                      <a:pt x="112"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2" name="Google Shape;1292;p18"/>
              <p:cNvSpPr/>
              <p:nvPr/>
            </p:nvSpPr>
            <p:spPr>
              <a:xfrm>
                <a:off x="4740187" y="3480074"/>
                <a:ext cx="29837" cy="57498"/>
              </a:xfrm>
              <a:custGeom>
                <a:avLst/>
                <a:gdLst/>
                <a:ahLst/>
                <a:cxnLst/>
                <a:rect l="l" t="t" r="r" b="b"/>
                <a:pathLst>
                  <a:path w="233" h="449" extrusionOk="0">
                    <a:moveTo>
                      <a:pt x="125" y="0"/>
                    </a:moveTo>
                    <a:cubicBezTo>
                      <a:pt x="98" y="134"/>
                      <a:pt x="56" y="272"/>
                      <a:pt x="0" y="409"/>
                    </a:cubicBezTo>
                    <a:lnTo>
                      <a:pt x="98" y="448"/>
                    </a:lnTo>
                    <a:cubicBezTo>
                      <a:pt x="151" y="314"/>
                      <a:pt x="206" y="164"/>
                      <a:pt x="232" y="13"/>
                    </a:cubicBezTo>
                    <a:lnTo>
                      <a:pt x="12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3" name="Google Shape;1293;p18"/>
              <p:cNvSpPr/>
              <p:nvPr/>
            </p:nvSpPr>
            <p:spPr>
              <a:xfrm>
                <a:off x="4592025" y="3662938"/>
                <a:ext cx="56217" cy="42003"/>
              </a:xfrm>
              <a:custGeom>
                <a:avLst/>
                <a:gdLst/>
                <a:ahLst/>
                <a:cxnLst/>
                <a:rect l="l" t="t" r="r" b="b"/>
                <a:pathLst>
                  <a:path w="439" h="328" extrusionOk="0">
                    <a:moveTo>
                      <a:pt x="370" y="1"/>
                    </a:moveTo>
                    <a:cubicBezTo>
                      <a:pt x="259" y="83"/>
                      <a:pt x="138" y="164"/>
                      <a:pt x="0" y="220"/>
                    </a:cubicBezTo>
                    <a:lnTo>
                      <a:pt x="56" y="328"/>
                    </a:lnTo>
                    <a:cubicBezTo>
                      <a:pt x="193" y="259"/>
                      <a:pt x="314" y="177"/>
                      <a:pt x="438" y="96"/>
                    </a:cubicBezTo>
                    <a:lnTo>
                      <a:pt x="370"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4" name="Google Shape;1294;p18"/>
              <p:cNvSpPr/>
              <p:nvPr/>
            </p:nvSpPr>
            <p:spPr>
              <a:xfrm>
                <a:off x="4681153" y="3580982"/>
                <a:ext cx="45332" cy="52376"/>
              </a:xfrm>
              <a:custGeom>
                <a:avLst/>
                <a:gdLst/>
                <a:ahLst/>
                <a:cxnLst/>
                <a:rect l="l" t="t" r="r" b="b"/>
                <a:pathLst>
                  <a:path w="354" h="409" extrusionOk="0">
                    <a:moveTo>
                      <a:pt x="259" y="0"/>
                    </a:moveTo>
                    <a:cubicBezTo>
                      <a:pt x="190" y="124"/>
                      <a:pt x="95" y="232"/>
                      <a:pt x="1" y="343"/>
                    </a:cubicBezTo>
                    <a:lnTo>
                      <a:pt x="82" y="409"/>
                    </a:lnTo>
                    <a:cubicBezTo>
                      <a:pt x="177" y="301"/>
                      <a:pt x="272" y="180"/>
                      <a:pt x="354" y="56"/>
                    </a:cubicBezTo>
                    <a:lnTo>
                      <a:pt x="259"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5" name="Google Shape;1295;p18"/>
              <p:cNvSpPr/>
              <p:nvPr/>
            </p:nvSpPr>
            <p:spPr>
              <a:xfrm>
                <a:off x="4761060" y="3260329"/>
                <a:ext cx="14342" cy="55833"/>
              </a:xfrm>
              <a:custGeom>
                <a:avLst/>
                <a:gdLst/>
                <a:ahLst/>
                <a:cxnLst/>
                <a:rect l="l" t="t" r="r" b="b"/>
                <a:pathLst>
                  <a:path w="112" h="436" extrusionOk="0">
                    <a:moveTo>
                      <a:pt x="1" y="0"/>
                    </a:moveTo>
                    <a:lnTo>
                      <a:pt x="1" y="435"/>
                    </a:lnTo>
                    <a:lnTo>
                      <a:pt x="112" y="435"/>
                    </a:lnTo>
                    <a:lnTo>
                      <a:pt x="112"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6" name="Google Shape;1296;p18"/>
              <p:cNvSpPr/>
              <p:nvPr/>
            </p:nvSpPr>
            <p:spPr>
              <a:xfrm>
                <a:off x="4761060" y="3035079"/>
                <a:ext cx="14342" cy="56217"/>
              </a:xfrm>
              <a:custGeom>
                <a:avLst/>
                <a:gdLst/>
                <a:ahLst/>
                <a:cxnLst/>
                <a:rect l="l" t="t" r="r" b="b"/>
                <a:pathLst>
                  <a:path w="112" h="439" extrusionOk="0">
                    <a:moveTo>
                      <a:pt x="1" y="1"/>
                    </a:moveTo>
                    <a:lnTo>
                      <a:pt x="1" y="439"/>
                    </a:lnTo>
                    <a:lnTo>
                      <a:pt x="112" y="439"/>
                    </a:lnTo>
                    <a:lnTo>
                      <a:pt x="112"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7" name="Google Shape;1297;p18"/>
              <p:cNvSpPr/>
              <p:nvPr/>
            </p:nvSpPr>
            <p:spPr>
              <a:xfrm>
                <a:off x="4761060" y="2808675"/>
                <a:ext cx="14342" cy="55833"/>
              </a:xfrm>
              <a:custGeom>
                <a:avLst/>
                <a:gdLst/>
                <a:ahLst/>
                <a:cxnLst/>
                <a:rect l="l" t="t" r="r" b="b"/>
                <a:pathLst>
                  <a:path w="112" h="436" extrusionOk="0">
                    <a:moveTo>
                      <a:pt x="1" y="0"/>
                    </a:moveTo>
                    <a:lnTo>
                      <a:pt x="1" y="435"/>
                    </a:lnTo>
                    <a:lnTo>
                      <a:pt x="112" y="435"/>
                    </a:lnTo>
                    <a:lnTo>
                      <a:pt x="112"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8" name="Google Shape;1298;p18"/>
              <p:cNvSpPr/>
              <p:nvPr/>
            </p:nvSpPr>
            <p:spPr>
              <a:xfrm>
                <a:off x="4761060" y="3146872"/>
                <a:ext cx="14342" cy="57498"/>
              </a:xfrm>
              <a:custGeom>
                <a:avLst/>
                <a:gdLst/>
                <a:ahLst/>
                <a:cxnLst/>
                <a:rect l="l" t="t" r="r" b="b"/>
                <a:pathLst>
                  <a:path w="112" h="449" extrusionOk="0">
                    <a:moveTo>
                      <a:pt x="1" y="1"/>
                    </a:moveTo>
                    <a:lnTo>
                      <a:pt x="1" y="448"/>
                    </a:lnTo>
                    <a:lnTo>
                      <a:pt x="112" y="448"/>
                    </a:lnTo>
                    <a:lnTo>
                      <a:pt x="112"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Numbers and text">
  <p:cSld name="CUSTOM_8">
    <p:spTree>
      <p:nvGrpSpPr>
        <p:cNvPr id="1" name="Shape 1299"/>
        <p:cNvGrpSpPr/>
        <p:nvPr/>
      </p:nvGrpSpPr>
      <p:grpSpPr>
        <a:xfrm>
          <a:off x="0" y="0"/>
          <a:ext cx="0" cy="0"/>
          <a:chOff x="0" y="0"/>
          <a:chExt cx="0" cy="0"/>
        </a:xfrm>
      </p:grpSpPr>
      <p:sp>
        <p:nvSpPr>
          <p:cNvPr id="1300" name="Google Shape;1300;p19"/>
          <p:cNvSpPr/>
          <p:nvPr/>
        </p:nvSpPr>
        <p:spPr>
          <a:xfrm>
            <a:off x="4666500" y="3899375"/>
            <a:ext cx="4477500" cy="4477500"/>
          </a:xfrm>
          <a:prstGeom prst="ellipse">
            <a:avLst/>
          </a:prstGeom>
          <a:solidFill>
            <a:srgbClr val="897FBB">
              <a:alpha val="291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301" name="Google Shape;1301;p19"/>
          <p:cNvGrpSpPr/>
          <p:nvPr/>
        </p:nvGrpSpPr>
        <p:grpSpPr>
          <a:xfrm>
            <a:off x="-2900148" y="3294521"/>
            <a:ext cx="13848078" cy="1717216"/>
            <a:chOff x="3225200" y="1878300"/>
            <a:chExt cx="5251850" cy="651250"/>
          </a:xfrm>
        </p:grpSpPr>
        <p:sp>
          <p:nvSpPr>
            <p:cNvPr id="1302" name="Google Shape;1302;p19"/>
            <p:cNvSpPr/>
            <p:nvPr/>
          </p:nvSpPr>
          <p:spPr>
            <a:xfrm>
              <a:off x="3225200" y="1878300"/>
              <a:ext cx="5240150" cy="651250"/>
            </a:xfrm>
            <a:custGeom>
              <a:avLst/>
              <a:gdLst/>
              <a:ahLst/>
              <a:cxnLst/>
              <a:rect l="l" t="t" r="r" b="b"/>
              <a:pathLst>
                <a:path w="209606" h="26050" extrusionOk="0">
                  <a:moveTo>
                    <a:pt x="1" y="0"/>
                  </a:moveTo>
                  <a:lnTo>
                    <a:pt x="1" y="6104"/>
                  </a:lnTo>
                  <a:lnTo>
                    <a:pt x="55231" y="6104"/>
                  </a:lnTo>
                  <a:cubicBezTo>
                    <a:pt x="56305" y="6104"/>
                    <a:pt x="57177" y="6976"/>
                    <a:pt x="57177" y="8023"/>
                  </a:cubicBezTo>
                  <a:cubicBezTo>
                    <a:pt x="57177" y="9097"/>
                    <a:pt x="56305" y="9969"/>
                    <a:pt x="55231" y="9969"/>
                  </a:cubicBezTo>
                  <a:lnTo>
                    <a:pt x="36074" y="9969"/>
                  </a:lnTo>
                  <a:cubicBezTo>
                    <a:pt x="31714" y="9969"/>
                    <a:pt x="28170" y="13429"/>
                    <a:pt x="28052" y="17761"/>
                  </a:cubicBezTo>
                  <a:lnTo>
                    <a:pt x="28024" y="17761"/>
                  </a:lnTo>
                  <a:lnTo>
                    <a:pt x="28024" y="18026"/>
                  </a:lnTo>
                  <a:cubicBezTo>
                    <a:pt x="28024" y="22442"/>
                    <a:pt x="31630" y="26049"/>
                    <a:pt x="36074" y="26049"/>
                  </a:cubicBezTo>
                  <a:lnTo>
                    <a:pt x="209606" y="26049"/>
                  </a:lnTo>
                  <a:lnTo>
                    <a:pt x="209606" y="19945"/>
                  </a:lnTo>
                  <a:lnTo>
                    <a:pt x="36074" y="19945"/>
                  </a:lnTo>
                  <a:cubicBezTo>
                    <a:pt x="35091" y="19945"/>
                    <a:pt x="34274" y="19212"/>
                    <a:pt x="34156" y="18257"/>
                  </a:cubicBezTo>
                  <a:cubicBezTo>
                    <a:pt x="34156" y="18166"/>
                    <a:pt x="34128" y="18082"/>
                    <a:pt x="34128" y="17992"/>
                  </a:cubicBezTo>
                  <a:cubicBezTo>
                    <a:pt x="34128" y="16945"/>
                    <a:pt x="35000" y="16073"/>
                    <a:pt x="36074" y="16073"/>
                  </a:cubicBezTo>
                  <a:lnTo>
                    <a:pt x="55231" y="16073"/>
                  </a:lnTo>
                  <a:cubicBezTo>
                    <a:pt x="59682" y="16073"/>
                    <a:pt x="63281" y="12473"/>
                    <a:pt x="63281" y="8023"/>
                  </a:cubicBezTo>
                  <a:cubicBezTo>
                    <a:pt x="63281" y="3607"/>
                    <a:pt x="59682" y="0"/>
                    <a:pt x="55231" y="0"/>
                  </a:cubicBezTo>
                  <a:close/>
                </a:path>
              </a:pathLst>
            </a:custGeom>
            <a:solidFill>
              <a:schemeClr val="accent5"/>
            </a:solidFill>
            <a:ln>
              <a:noFill/>
            </a:ln>
            <a:effectLst>
              <a:outerShdw dist="57150" dir="6300000" algn="bl" rotWithShape="0">
                <a:schemeClr val="dk1">
                  <a:alpha val="35000"/>
                </a:scheme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endParaRPr/>
            </a:p>
          </p:txBody>
        </p:sp>
        <p:sp>
          <p:nvSpPr>
            <p:cNvPr id="1303" name="Google Shape;1303;p19"/>
            <p:cNvSpPr/>
            <p:nvPr/>
          </p:nvSpPr>
          <p:spPr>
            <a:xfrm>
              <a:off x="3468675" y="1951725"/>
              <a:ext cx="24100" cy="5775"/>
            </a:xfrm>
            <a:custGeom>
              <a:avLst/>
              <a:gdLst/>
              <a:ahLst/>
              <a:cxnLst/>
              <a:rect l="l" t="t" r="r" b="b"/>
              <a:pathLst>
                <a:path w="964" h="231" extrusionOk="0">
                  <a:moveTo>
                    <a:pt x="0" y="0"/>
                  </a:moveTo>
                  <a:lnTo>
                    <a:pt x="0" y="230"/>
                  </a:lnTo>
                  <a:lnTo>
                    <a:pt x="963" y="230"/>
                  </a:lnTo>
                  <a:lnTo>
                    <a:pt x="963"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4" name="Google Shape;1304;p19"/>
            <p:cNvSpPr/>
            <p:nvPr/>
          </p:nvSpPr>
          <p:spPr>
            <a:xfrm>
              <a:off x="3422275" y="1951725"/>
              <a:ext cx="23225" cy="5775"/>
            </a:xfrm>
            <a:custGeom>
              <a:avLst/>
              <a:gdLst/>
              <a:ahLst/>
              <a:cxnLst/>
              <a:rect l="l" t="t" r="r" b="b"/>
              <a:pathLst>
                <a:path w="929" h="231" extrusionOk="0">
                  <a:moveTo>
                    <a:pt x="1" y="0"/>
                  </a:moveTo>
                  <a:lnTo>
                    <a:pt x="1" y="230"/>
                  </a:lnTo>
                  <a:lnTo>
                    <a:pt x="928" y="230"/>
                  </a:lnTo>
                  <a:lnTo>
                    <a:pt x="928"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5" name="Google Shape;1305;p19"/>
            <p:cNvSpPr/>
            <p:nvPr/>
          </p:nvSpPr>
          <p:spPr>
            <a:xfrm>
              <a:off x="3515925" y="1951725"/>
              <a:ext cx="23225" cy="5775"/>
            </a:xfrm>
            <a:custGeom>
              <a:avLst/>
              <a:gdLst/>
              <a:ahLst/>
              <a:cxnLst/>
              <a:rect l="l" t="t" r="r" b="b"/>
              <a:pathLst>
                <a:path w="929" h="231" extrusionOk="0">
                  <a:moveTo>
                    <a:pt x="1" y="0"/>
                  </a:moveTo>
                  <a:lnTo>
                    <a:pt x="1" y="230"/>
                  </a:lnTo>
                  <a:lnTo>
                    <a:pt x="929" y="230"/>
                  </a:lnTo>
                  <a:lnTo>
                    <a:pt x="929"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6" name="Google Shape;1306;p19"/>
            <p:cNvSpPr/>
            <p:nvPr/>
          </p:nvSpPr>
          <p:spPr>
            <a:xfrm>
              <a:off x="3375025" y="1951725"/>
              <a:ext cx="23900" cy="5775"/>
            </a:xfrm>
            <a:custGeom>
              <a:avLst/>
              <a:gdLst/>
              <a:ahLst/>
              <a:cxnLst/>
              <a:rect l="l" t="t" r="r" b="b"/>
              <a:pathLst>
                <a:path w="956" h="231" extrusionOk="0">
                  <a:moveTo>
                    <a:pt x="0" y="0"/>
                  </a:moveTo>
                  <a:lnTo>
                    <a:pt x="0" y="230"/>
                  </a:lnTo>
                  <a:lnTo>
                    <a:pt x="956" y="230"/>
                  </a:lnTo>
                  <a:lnTo>
                    <a:pt x="9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7" name="Google Shape;1307;p19"/>
            <p:cNvSpPr/>
            <p:nvPr/>
          </p:nvSpPr>
          <p:spPr>
            <a:xfrm>
              <a:off x="3845900" y="1951725"/>
              <a:ext cx="23225" cy="5775"/>
            </a:xfrm>
            <a:custGeom>
              <a:avLst/>
              <a:gdLst/>
              <a:ahLst/>
              <a:cxnLst/>
              <a:rect l="l" t="t" r="r" b="b"/>
              <a:pathLst>
                <a:path w="929" h="231" extrusionOk="0">
                  <a:moveTo>
                    <a:pt x="1" y="0"/>
                  </a:moveTo>
                  <a:lnTo>
                    <a:pt x="1" y="230"/>
                  </a:lnTo>
                  <a:lnTo>
                    <a:pt x="929" y="230"/>
                  </a:lnTo>
                  <a:lnTo>
                    <a:pt x="929"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8" name="Google Shape;1308;p19"/>
            <p:cNvSpPr/>
            <p:nvPr/>
          </p:nvSpPr>
          <p:spPr>
            <a:xfrm>
              <a:off x="3798650" y="1951725"/>
              <a:ext cx="23225" cy="5775"/>
            </a:xfrm>
            <a:custGeom>
              <a:avLst/>
              <a:gdLst/>
              <a:ahLst/>
              <a:cxnLst/>
              <a:rect l="l" t="t" r="r" b="b"/>
              <a:pathLst>
                <a:path w="929" h="231" extrusionOk="0">
                  <a:moveTo>
                    <a:pt x="0" y="0"/>
                  </a:moveTo>
                  <a:lnTo>
                    <a:pt x="0" y="230"/>
                  </a:lnTo>
                  <a:lnTo>
                    <a:pt x="928" y="230"/>
                  </a:lnTo>
                  <a:lnTo>
                    <a:pt x="928"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9" name="Google Shape;1309;p19"/>
            <p:cNvSpPr/>
            <p:nvPr/>
          </p:nvSpPr>
          <p:spPr>
            <a:xfrm>
              <a:off x="3939550" y="1951725"/>
              <a:ext cx="23400" cy="5775"/>
            </a:xfrm>
            <a:custGeom>
              <a:avLst/>
              <a:gdLst/>
              <a:ahLst/>
              <a:cxnLst/>
              <a:rect l="l" t="t" r="r" b="b"/>
              <a:pathLst>
                <a:path w="936" h="231" extrusionOk="0">
                  <a:moveTo>
                    <a:pt x="1" y="0"/>
                  </a:moveTo>
                  <a:lnTo>
                    <a:pt x="1" y="230"/>
                  </a:lnTo>
                  <a:lnTo>
                    <a:pt x="936" y="230"/>
                  </a:lnTo>
                  <a:lnTo>
                    <a:pt x="93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0" name="Google Shape;1310;p19"/>
            <p:cNvSpPr/>
            <p:nvPr/>
          </p:nvSpPr>
          <p:spPr>
            <a:xfrm>
              <a:off x="3892300" y="1951725"/>
              <a:ext cx="24100" cy="5775"/>
            </a:xfrm>
            <a:custGeom>
              <a:avLst/>
              <a:gdLst/>
              <a:ahLst/>
              <a:cxnLst/>
              <a:rect l="l" t="t" r="r" b="b"/>
              <a:pathLst>
                <a:path w="964" h="231" extrusionOk="0">
                  <a:moveTo>
                    <a:pt x="0" y="0"/>
                  </a:moveTo>
                  <a:lnTo>
                    <a:pt x="0" y="230"/>
                  </a:lnTo>
                  <a:lnTo>
                    <a:pt x="963" y="230"/>
                  </a:lnTo>
                  <a:lnTo>
                    <a:pt x="963"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1" name="Google Shape;1311;p19"/>
            <p:cNvSpPr/>
            <p:nvPr/>
          </p:nvSpPr>
          <p:spPr>
            <a:xfrm>
              <a:off x="3752075" y="1951725"/>
              <a:ext cx="23400" cy="5775"/>
            </a:xfrm>
            <a:custGeom>
              <a:avLst/>
              <a:gdLst/>
              <a:ahLst/>
              <a:cxnLst/>
              <a:rect l="l" t="t" r="r" b="b"/>
              <a:pathLst>
                <a:path w="936" h="231" extrusionOk="0">
                  <a:moveTo>
                    <a:pt x="1" y="0"/>
                  </a:moveTo>
                  <a:lnTo>
                    <a:pt x="1" y="230"/>
                  </a:lnTo>
                  <a:lnTo>
                    <a:pt x="935" y="230"/>
                  </a:lnTo>
                  <a:lnTo>
                    <a:pt x="93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2" name="Google Shape;1312;p19"/>
            <p:cNvSpPr/>
            <p:nvPr/>
          </p:nvSpPr>
          <p:spPr>
            <a:xfrm>
              <a:off x="3704825" y="1951725"/>
              <a:ext cx="23375" cy="5775"/>
            </a:xfrm>
            <a:custGeom>
              <a:avLst/>
              <a:gdLst/>
              <a:ahLst/>
              <a:cxnLst/>
              <a:rect l="l" t="t" r="r" b="b"/>
              <a:pathLst>
                <a:path w="935" h="231" extrusionOk="0">
                  <a:moveTo>
                    <a:pt x="0" y="0"/>
                  </a:moveTo>
                  <a:lnTo>
                    <a:pt x="0" y="230"/>
                  </a:lnTo>
                  <a:lnTo>
                    <a:pt x="935" y="230"/>
                  </a:lnTo>
                  <a:lnTo>
                    <a:pt x="93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3" name="Google Shape;1313;p19"/>
            <p:cNvSpPr/>
            <p:nvPr/>
          </p:nvSpPr>
          <p:spPr>
            <a:xfrm>
              <a:off x="3657725" y="1951725"/>
              <a:ext cx="23925" cy="5775"/>
            </a:xfrm>
            <a:custGeom>
              <a:avLst/>
              <a:gdLst/>
              <a:ahLst/>
              <a:cxnLst/>
              <a:rect l="l" t="t" r="r" b="b"/>
              <a:pathLst>
                <a:path w="957" h="231" extrusionOk="0">
                  <a:moveTo>
                    <a:pt x="0" y="0"/>
                  </a:moveTo>
                  <a:lnTo>
                    <a:pt x="0" y="230"/>
                  </a:lnTo>
                  <a:lnTo>
                    <a:pt x="956" y="230"/>
                  </a:lnTo>
                  <a:lnTo>
                    <a:pt x="9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4" name="Google Shape;1314;p19"/>
            <p:cNvSpPr/>
            <p:nvPr/>
          </p:nvSpPr>
          <p:spPr>
            <a:xfrm>
              <a:off x="3563200" y="1951725"/>
              <a:ext cx="24775" cy="5775"/>
            </a:xfrm>
            <a:custGeom>
              <a:avLst/>
              <a:gdLst/>
              <a:ahLst/>
              <a:cxnLst/>
              <a:rect l="l" t="t" r="r" b="b"/>
              <a:pathLst>
                <a:path w="991" h="231" extrusionOk="0">
                  <a:moveTo>
                    <a:pt x="0" y="0"/>
                  </a:moveTo>
                  <a:lnTo>
                    <a:pt x="0" y="230"/>
                  </a:lnTo>
                  <a:lnTo>
                    <a:pt x="991" y="230"/>
                  </a:lnTo>
                  <a:lnTo>
                    <a:pt x="991"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5" name="Google Shape;1315;p19"/>
            <p:cNvSpPr/>
            <p:nvPr/>
          </p:nvSpPr>
          <p:spPr>
            <a:xfrm>
              <a:off x="3611150" y="1951725"/>
              <a:ext cx="23225" cy="5775"/>
            </a:xfrm>
            <a:custGeom>
              <a:avLst/>
              <a:gdLst/>
              <a:ahLst/>
              <a:cxnLst/>
              <a:rect l="l" t="t" r="r" b="b"/>
              <a:pathLst>
                <a:path w="929" h="231" extrusionOk="0">
                  <a:moveTo>
                    <a:pt x="1" y="0"/>
                  </a:moveTo>
                  <a:lnTo>
                    <a:pt x="1" y="230"/>
                  </a:lnTo>
                  <a:lnTo>
                    <a:pt x="929" y="230"/>
                  </a:lnTo>
                  <a:lnTo>
                    <a:pt x="929"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6" name="Google Shape;1316;p19"/>
            <p:cNvSpPr/>
            <p:nvPr/>
          </p:nvSpPr>
          <p:spPr>
            <a:xfrm>
              <a:off x="4715650" y="2028100"/>
              <a:ext cx="13100" cy="23925"/>
            </a:xfrm>
            <a:custGeom>
              <a:avLst/>
              <a:gdLst/>
              <a:ahLst/>
              <a:cxnLst/>
              <a:rect l="l" t="t" r="r" b="b"/>
              <a:pathLst>
                <a:path w="524" h="957" extrusionOk="0">
                  <a:moveTo>
                    <a:pt x="238" y="1"/>
                  </a:moveTo>
                  <a:lnTo>
                    <a:pt x="1" y="84"/>
                  </a:lnTo>
                  <a:cubicBezTo>
                    <a:pt x="147" y="349"/>
                    <a:pt x="238" y="635"/>
                    <a:pt x="294" y="956"/>
                  </a:cubicBezTo>
                  <a:lnTo>
                    <a:pt x="524" y="901"/>
                  </a:lnTo>
                  <a:cubicBezTo>
                    <a:pt x="468" y="580"/>
                    <a:pt x="350" y="287"/>
                    <a:pt x="238"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7" name="Google Shape;1317;p19"/>
            <p:cNvSpPr/>
            <p:nvPr/>
          </p:nvSpPr>
          <p:spPr>
            <a:xfrm>
              <a:off x="4419875" y="1951725"/>
              <a:ext cx="24075" cy="5775"/>
            </a:xfrm>
            <a:custGeom>
              <a:avLst/>
              <a:gdLst/>
              <a:ahLst/>
              <a:cxnLst/>
              <a:rect l="l" t="t" r="r" b="b"/>
              <a:pathLst>
                <a:path w="963" h="231" extrusionOk="0">
                  <a:moveTo>
                    <a:pt x="0" y="0"/>
                  </a:moveTo>
                  <a:lnTo>
                    <a:pt x="0" y="230"/>
                  </a:lnTo>
                  <a:lnTo>
                    <a:pt x="963" y="230"/>
                  </a:lnTo>
                  <a:lnTo>
                    <a:pt x="963"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8" name="Google Shape;1318;p19"/>
            <p:cNvSpPr/>
            <p:nvPr/>
          </p:nvSpPr>
          <p:spPr>
            <a:xfrm>
              <a:off x="4373475" y="1951725"/>
              <a:ext cx="23225" cy="5775"/>
            </a:xfrm>
            <a:custGeom>
              <a:avLst/>
              <a:gdLst/>
              <a:ahLst/>
              <a:cxnLst/>
              <a:rect l="l" t="t" r="r" b="b"/>
              <a:pathLst>
                <a:path w="929" h="231" extrusionOk="0">
                  <a:moveTo>
                    <a:pt x="1" y="0"/>
                  </a:moveTo>
                  <a:lnTo>
                    <a:pt x="1" y="230"/>
                  </a:lnTo>
                  <a:lnTo>
                    <a:pt x="928" y="230"/>
                  </a:lnTo>
                  <a:lnTo>
                    <a:pt x="928"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9" name="Google Shape;1319;p19"/>
            <p:cNvSpPr/>
            <p:nvPr/>
          </p:nvSpPr>
          <p:spPr>
            <a:xfrm>
              <a:off x="4514400" y="1951725"/>
              <a:ext cx="23225" cy="5775"/>
            </a:xfrm>
            <a:custGeom>
              <a:avLst/>
              <a:gdLst/>
              <a:ahLst/>
              <a:cxnLst/>
              <a:rect l="l" t="t" r="r" b="b"/>
              <a:pathLst>
                <a:path w="929" h="231" extrusionOk="0">
                  <a:moveTo>
                    <a:pt x="0" y="0"/>
                  </a:moveTo>
                  <a:lnTo>
                    <a:pt x="0" y="230"/>
                  </a:lnTo>
                  <a:lnTo>
                    <a:pt x="928" y="230"/>
                  </a:lnTo>
                  <a:lnTo>
                    <a:pt x="928"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0" name="Google Shape;1320;p19"/>
            <p:cNvSpPr/>
            <p:nvPr/>
          </p:nvSpPr>
          <p:spPr>
            <a:xfrm>
              <a:off x="4652525" y="1961825"/>
              <a:ext cx="23225" cy="16075"/>
            </a:xfrm>
            <a:custGeom>
              <a:avLst/>
              <a:gdLst/>
              <a:ahLst/>
              <a:cxnLst/>
              <a:rect l="l" t="t" r="r" b="b"/>
              <a:pathLst>
                <a:path w="929" h="643" extrusionOk="0">
                  <a:moveTo>
                    <a:pt x="84" y="1"/>
                  </a:moveTo>
                  <a:lnTo>
                    <a:pt x="0" y="210"/>
                  </a:lnTo>
                  <a:cubicBezTo>
                    <a:pt x="259" y="322"/>
                    <a:pt x="552" y="468"/>
                    <a:pt x="810" y="642"/>
                  </a:cubicBezTo>
                  <a:lnTo>
                    <a:pt x="928" y="468"/>
                  </a:lnTo>
                  <a:cubicBezTo>
                    <a:pt x="670" y="266"/>
                    <a:pt x="377" y="119"/>
                    <a:pt x="84"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1" name="Google Shape;1321;p19"/>
            <p:cNvSpPr/>
            <p:nvPr/>
          </p:nvSpPr>
          <p:spPr>
            <a:xfrm>
              <a:off x="4560950" y="1951725"/>
              <a:ext cx="23225" cy="5775"/>
            </a:xfrm>
            <a:custGeom>
              <a:avLst/>
              <a:gdLst/>
              <a:ahLst/>
              <a:cxnLst/>
              <a:rect l="l" t="t" r="r" b="b"/>
              <a:pathLst>
                <a:path w="929" h="231" extrusionOk="0">
                  <a:moveTo>
                    <a:pt x="1" y="0"/>
                  </a:moveTo>
                  <a:lnTo>
                    <a:pt x="1" y="230"/>
                  </a:lnTo>
                  <a:lnTo>
                    <a:pt x="929" y="230"/>
                  </a:lnTo>
                  <a:lnTo>
                    <a:pt x="929"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2" name="Google Shape;1322;p19"/>
            <p:cNvSpPr/>
            <p:nvPr/>
          </p:nvSpPr>
          <p:spPr>
            <a:xfrm>
              <a:off x="4690200" y="1988000"/>
              <a:ext cx="19725" cy="21825"/>
            </a:xfrm>
            <a:custGeom>
              <a:avLst/>
              <a:gdLst/>
              <a:ahLst/>
              <a:cxnLst/>
              <a:rect l="l" t="t" r="r" b="b"/>
              <a:pathLst>
                <a:path w="789" h="873" extrusionOk="0">
                  <a:moveTo>
                    <a:pt x="175" y="0"/>
                  </a:moveTo>
                  <a:lnTo>
                    <a:pt x="0" y="175"/>
                  </a:lnTo>
                  <a:cubicBezTo>
                    <a:pt x="210" y="412"/>
                    <a:pt x="412" y="642"/>
                    <a:pt x="586" y="872"/>
                  </a:cubicBezTo>
                  <a:lnTo>
                    <a:pt x="789" y="761"/>
                  </a:lnTo>
                  <a:cubicBezTo>
                    <a:pt x="586" y="495"/>
                    <a:pt x="384" y="237"/>
                    <a:pt x="175"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3" name="Google Shape;1323;p19"/>
            <p:cNvSpPr/>
            <p:nvPr/>
          </p:nvSpPr>
          <p:spPr>
            <a:xfrm>
              <a:off x="4608225" y="1951725"/>
              <a:ext cx="23925" cy="8725"/>
            </a:xfrm>
            <a:custGeom>
              <a:avLst/>
              <a:gdLst/>
              <a:ahLst/>
              <a:cxnLst/>
              <a:rect l="l" t="t" r="r" b="b"/>
              <a:pathLst>
                <a:path w="957" h="349" extrusionOk="0">
                  <a:moveTo>
                    <a:pt x="0" y="0"/>
                  </a:moveTo>
                  <a:lnTo>
                    <a:pt x="0" y="230"/>
                  </a:lnTo>
                  <a:cubicBezTo>
                    <a:pt x="286" y="230"/>
                    <a:pt x="607" y="265"/>
                    <a:pt x="900" y="349"/>
                  </a:cubicBezTo>
                  <a:lnTo>
                    <a:pt x="956" y="119"/>
                  </a:lnTo>
                  <a:cubicBezTo>
                    <a:pt x="635" y="28"/>
                    <a:pt x="314" y="0"/>
                    <a:pt x="0"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4" name="Google Shape;1324;p19"/>
            <p:cNvSpPr/>
            <p:nvPr/>
          </p:nvSpPr>
          <p:spPr>
            <a:xfrm>
              <a:off x="4467125" y="1951725"/>
              <a:ext cx="23400" cy="5775"/>
            </a:xfrm>
            <a:custGeom>
              <a:avLst/>
              <a:gdLst/>
              <a:ahLst/>
              <a:cxnLst/>
              <a:rect l="l" t="t" r="r" b="b"/>
              <a:pathLst>
                <a:path w="936" h="231" extrusionOk="0">
                  <a:moveTo>
                    <a:pt x="1" y="0"/>
                  </a:moveTo>
                  <a:lnTo>
                    <a:pt x="1" y="230"/>
                  </a:lnTo>
                  <a:lnTo>
                    <a:pt x="936" y="230"/>
                  </a:lnTo>
                  <a:lnTo>
                    <a:pt x="93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5" name="Google Shape;1325;p19"/>
            <p:cNvSpPr/>
            <p:nvPr/>
          </p:nvSpPr>
          <p:spPr>
            <a:xfrm>
              <a:off x="4091475" y="1951725"/>
              <a:ext cx="24075" cy="5775"/>
            </a:xfrm>
            <a:custGeom>
              <a:avLst/>
              <a:gdLst/>
              <a:ahLst/>
              <a:cxnLst/>
              <a:rect l="l" t="t" r="r" b="b"/>
              <a:pathLst>
                <a:path w="963" h="231" extrusionOk="0">
                  <a:moveTo>
                    <a:pt x="0" y="0"/>
                  </a:moveTo>
                  <a:lnTo>
                    <a:pt x="0" y="230"/>
                  </a:lnTo>
                  <a:lnTo>
                    <a:pt x="963" y="230"/>
                  </a:lnTo>
                  <a:lnTo>
                    <a:pt x="963"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6" name="Google Shape;1326;p19"/>
            <p:cNvSpPr/>
            <p:nvPr/>
          </p:nvSpPr>
          <p:spPr>
            <a:xfrm>
              <a:off x="4044900" y="1951725"/>
              <a:ext cx="23400" cy="5775"/>
            </a:xfrm>
            <a:custGeom>
              <a:avLst/>
              <a:gdLst/>
              <a:ahLst/>
              <a:cxnLst/>
              <a:rect l="l" t="t" r="r" b="b"/>
              <a:pathLst>
                <a:path w="936" h="231" extrusionOk="0">
                  <a:moveTo>
                    <a:pt x="1" y="0"/>
                  </a:moveTo>
                  <a:lnTo>
                    <a:pt x="1" y="230"/>
                  </a:lnTo>
                  <a:lnTo>
                    <a:pt x="935" y="230"/>
                  </a:lnTo>
                  <a:lnTo>
                    <a:pt x="93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7" name="Google Shape;1327;p19"/>
            <p:cNvSpPr/>
            <p:nvPr/>
          </p:nvSpPr>
          <p:spPr>
            <a:xfrm>
              <a:off x="4326225" y="1951725"/>
              <a:ext cx="23900" cy="5775"/>
            </a:xfrm>
            <a:custGeom>
              <a:avLst/>
              <a:gdLst/>
              <a:ahLst/>
              <a:cxnLst/>
              <a:rect l="l" t="t" r="r" b="b"/>
              <a:pathLst>
                <a:path w="956" h="231" extrusionOk="0">
                  <a:moveTo>
                    <a:pt x="0" y="0"/>
                  </a:moveTo>
                  <a:lnTo>
                    <a:pt x="0" y="230"/>
                  </a:lnTo>
                  <a:lnTo>
                    <a:pt x="956" y="230"/>
                  </a:lnTo>
                  <a:lnTo>
                    <a:pt x="9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8" name="Google Shape;1328;p19"/>
            <p:cNvSpPr/>
            <p:nvPr/>
          </p:nvSpPr>
          <p:spPr>
            <a:xfrm>
              <a:off x="3965725" y="1951725"/>
              <a:ext cx="8750" cy="5775"/>
            </a:xfrm>
            <a:custGeom>
              <a:avLst/>
              <a:gdLst/>
              <a:ahLst/>
              <a:cxnLst/>
              <a:rect l="l" t="t" r="r" b="b"/>
              <a:pathLst>
                <a:path w="350" h="231" extrusionOk="0">
                  <a:moveTo>
                    <a:pt x="0" y="0"/>
                  </a:moveTo>
                  <a:lnTo>
                    <a:pt x="0" y="230"/>
                  </a:lnTo>
                  <a:lnTo>
                    <a:pt x="349" y="230"/>
                  </a:lnTo>
                  <a:lnTo>
                    <a:pt x="349"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9" name="Google Shape;1329;p19"/>
            <p:cNvSpPr/>
            <p:nvPr/>
          </p:nvSpPr>
          <p:spPr>
            <a:xfrm>
              <a:off x="3997800" y="1951725"/>
              <a:ext cx="23225" cy="5775"/>
            </a:xfrm>
            <a:custGeom>
              <a:avLst/>
              <a:gdLst/>
              <a:ahLst/>
              <a:cxnLst/>
              <a:rect l="l" t="t" r="r" b="b"/>
              <a:pathLst>
                <a:path w="929" h="231" extrusionOk="0">
                  <a:moveTo>
                    <a:pt x="1" y="0"/>
                  </a:moveTo>
                  <a:lnTo>
                    <a:pt x="1" y="230"/>
                  </a:lnTo>
                  <a:lnTo>
                    <a:pt x="929" y="230"/>
                  </a:lnTo>
                  <a:lnTo>
                    <a:pt x="929"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0" name="Google Shape;1330;p19"/>
            <p:cNvSpPr/>
            <p:nvPr/>
          </p:nvSpPr>
          <p:spPr>
            <a:xfrm>
              <a:off x="4279650" y="1951725"/>
              <a:ext cx="23400" cy="5775"/>
            </a:xfrm>
            <a:custGeom>
              <a:avLst/>
              <a:gdLst/>
              <a:ahLst/>
              <a:cxnLst/>
              <a:rect l="l" t="t" r="r" b="b"/>
              <a:pathLst>
                <a:path w="936" h="231" extrusionOk="0">
                  <a:moveTo>
                    <a:pt x="0" y="0"/>
                  </a:moveTo>
                  <a:lnTo>
                    <a:pt x="0" y="230"/>
                  </a:lnTo>
                  <a:lnTo>
                    <a:pt x="935" y="230"/>
                  </a:lnTo>
                  <a:lnTo>
                    <a:pt x="93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1" name="Google Shape;1331;p19"/>
            <p:cNvSpPr/>
            <p:nvPr/>
          </p:nvSpPr>
          <p:spPr>
            <a:xfrm>
              <a:off x="4232375" y="1951725"/>
              <a:ext cx="23400" cy="5775"/>
            </a:xfrm>
            <a:custGeom>
              <a:avLst/>
              <a:gdLst/>
              <a:ahLst/>
              <a:cxnLst/>
              <a:rect l="l" t="t" r="r" b="b"/>
              <a:pathLst>
                <a:path w="936" h="231" extrusionOk="0">
                  <a:moveTo>
                    <a:pt x="1" y="0"/>
                  </a:moveTo>
                  <a:lnTo>
                    <a:pt x="1" y="230"/>
                  </a:lnTo>
                  <a:lnTo>
                    <a:pt x="936" y="230"/>
                  </a:lnTo>
                  <a:lnTo>
                    <a:pt x="93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2" name="Google Shape;1332;p19"/>
            <p:cNvSpPr/>
            <p:nvPr/>
          </p:nvSpPr>
          <p:spPr>
            <a:xfrm>
              <a:off x="4138725" y="1951725"/>
              <a:ext cx="23225" cy="5775"/>
            </a:xfrm>
            <a:custGeom>
              <a:avLst/>
              <a:gdLst/>
              <a:ahLst/>
              <a:cxnLst/>
              <a:rect l="l" t="t" r="r" b="b"/>
              <a:pathLst>
                <a:path w="929" h="231" extrusionOk="0">
                  <a:moveTo>
                    <a:pt x="1" y="0"/>
                  </a:moveTo>
                  <a:lnTo>
                    <a:pt x="1" y="230"/>
                  </a:lnTo>
                  <a:lnTo>
                    <a:pt x="929" y="230"/>
                  </a:lnTo>
                  <a:lnTo>
                    <a:pt x="929"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3" name="Google Shape;1333;p19"/>
            <p:cNvSpPr/>
            <p:nvPr/>
          </p:nvSpPr>
          <p:spPr>
            <a:xfrm>
              <a:off x="4186000" y="1951725"/>
              <a:ext cx="23225" cy="5775"/>
            </a:xfrm>
            <a:custGeom>
              <a:avLst/>
              <a:gdLst/>
              <a:ahLst/>
              <a:cxnLst/>
              <a:rect l="l" t="t" r="r" b="b"/>
              <a:pathLst>
                <a:path w="929" h="231" extrusionOk="0">
                  <a:moveTo>
                    <a:pt x="0" y="0"/>
                  </a:moveTo>
                  <a:lnTo>
                    <a:pt x="0" y="230"/>
                  </a:lnTo>
                  <a:lnTo>
                    <a:pt x="928" y="230"/>
                  </a:lnTo>
                  <a:lnTo>
                    <a:pt x="928"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4" name="Google Shape;1334;p19"/>
            <p:cNvSpPr/>
            <p:nvPr/>
          </p:nvSpPr>
          <p:spPr>
            <a:xfrm>
              <a:off x="4312425" y="2200925"/>
              <a:ext cx="23225" cy="5975"/>
            </a:xfrm>
            <a:custGeom>
              <a:avLst/>
              <a:gdLst/>
              <a:ahLst/>
              <a:cxnLst/>
              <a:rect l="l" t="t" r="r" b="b"/>
              <a:pathLst>
                <a:path w="929" h="239" extrusionOk="0">
                  <a:moveTo>
                    <a:pt x="1" y="1"/>
                  </a:moveTo>
                  <a:lnTo>
                    <a:pt x="1" y="238"/>
                  </a:lnTo>
                  <a:lnTo>
                    <a:pt x="929" y="238"/>
                  </a:lnTo>
                  <a:lnTo>
                    <a:pt x="929"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5" name="Google Shape;1335;p19"/>
            <p:cNvSpPr/>
            <p:nvPr/>
          </p:nvSpPr>
          <p:spPr>
            <a:xfrm>
              <a:off x="4547175" y="2200925"/>
              <a:ext cx="23225" cy="5975"/>
            </a:xfrm>
            <a:custGeom>
              <a:avLst/>
              <a:gdLst/>
              <a:ahLst/>
              <a:cxnLst/>
              <a:rect l="l" t="t" r="r" b="b"/>
              <a:pathLst>
                <a:path w="929" h="239" extrusionOk="0">
                  <a:moveTo>
                    <a:pt x="1" y="1"/>
                  </a:moveTo>
                  <a:lnTo>
                    <a:pt x="1" y="238"/>
                  </a:lnTo>
                  <a:lnTo>
                    <a:pt x="929" y="238"/>
                  </a:lnTo>
                  <a:lnTo>
                    <a:pt x="929"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6" name="Google Shape;1336;p19"/>
            <p:cNvSpPr/>
            <p:nvPr/>
          </p:nvSpPr>
          <p:spPr>
            <a:xfrm>
              <a:off x="4500625" y="2200925"/>
              <a:ext cx="23225" cy="5975"/>
            </a:xfrm>
            <a:custGeom>
              <a:avLst/>
              <a:gdLst/>
              <a:ahLst/>
              <a:cxnLst/>
              <a:rect l="l" t="t" r="r" b="b"/>
              <a:pathLst>
                <a:path w="929" h="239" extrusionOk="0">
                  <a:moveTo>
                    <a:pt x="0" y="1"/>
                  </a:moveTo>
                  <a:lnTo>
                    <a:pt x="0" y="238"/>
                  </a:lnTo>
                  <a:lnTo>
                    <a:pt x="928" y="238"/>
                  </a:lnTo>
                  <a:lnTo>
                    <a:pt x="92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7" name="Google Shape;1337;p19"/>
            <p:cNvSpPr/>
            <p:nvPr/>
          </p:nvSpPr>
          <p:spPr>
            <a:xfrm>
              <a:off x="4453350" y="2200925"/>
              <a:ext cx="23225" cy="5975"/>
            </a:xfrm>
            <a:custGeom>
              <a:avLst/>
              <a:gdLst/>
              <a:ahLst/>
              <a:cxnLst/>
              <a:rect l="l" t="t" r="r" b="b"/>
              <a:pathLst>
                <a:path w="929" h="239" extrusionOk="0">
                  <a:moveTo>
                    <a:pt x="1" y="1"/>
                  </a:moveTo>
                  <a:lnTo>
                    <a:pt x="1" y="238"/>
                  </a:lnTo>
                  <a:lnTo>
                    <a:pt x="928" y="238"/>
                  </a:lnTo>
                  <a:lnTo>
                    <a:pt x="92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8" name="Google Shape;1338;p19"/>
            <p:cNvSpPr/>
            <p:nvPr/>
          </p:nvSpPr>
          <p:spPr>
            <a:xfrm>
              <a:off x="4124950" y="2200925"/>
              <a:ext cx="23225" cy="5975"/>
            </a:xfrm>
            <a:custGeom>
              <a:avLst/>
              <a:gdLst/>
              <a:ahLst/>
              <a:cxnLst/>
              <a:rect l="l" t="t" r="r" b="b"/>
              <a:pathLst>
                <a:path w="929" h="239" extrusionOk="0">
                  <a:moveTo>
                    <a:pt x="1" y="1"/>
                  </a:moveTo>
                  <a:lnTo>
                    <a:pt x="1" y="238"/>
                  </a:lnTo>
                  <a:lnTo>
                    <a:pt x="928" y="238"/>
                  </a:lnTo>
                  <a:lnTo>
                    <a:pt x="92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9" name="Google Shape;1339;p19"/>
            <p:cNvSpPr/>
            <p:nvPr/>
          </p:nvSpPr>
          <p:spPr>
            <a:xfrm>
              <a:off x="3998500" y="2296850"/>
              <a:ext cx="8750" cy="24100"/>
            </a:xfrm>
            <a:custGeom>
              <a:avLst/>
              <a:gdLst/>
              <a:ahLst/>
              <a:cxnLst/>
              <a:rect l="l" t="t" r="r" b="b"/>
              <a:pathLst>
                <a:path w="350" h="964" extrusionOk="0">
                  <a:moveTo>
                    <a:pt x="147" y="1"/>
                  </a:moveTo>
                  <a:cubicBezTo>
                    <a:pt x="57" y="322"/>
                    <a:pt x="1" y="643"/>
                    <a:pt x="1" y="964"/>
                  </a:cubicBezTo>
                  <a:lnTo>
                    <a:pt x="231" y="964"/>
                  </a:lnTo>
                  <a:cubicBezTo>
                    <a:pt x="231" y="671"/>
                    <a:pt x="287" y="350"/>
                    <a:pt x="350" y="64"/>
                  </a:cubicBezTo>
                  <a:lnTo>
                    <a:pt x="147"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0" name="Google Shape;1340;p19"/>
            <p:cNvSpPr/>
            <p:nvPr/>
          </p:nvSpPr>
          <p:spPr>
            <a:xfrm>
              <a:off x="4406100" y="2200925"/>
              <a:ext cx="24075" cy="5975"/>
            </a:xfrm>
            <a:custGeom>
              <a:avLst/>
              <a:gdLst/>
              <a:ahLst/>
              <a:cxnLst/>
              <a:rect l="l" t="t" r="r" b="b"/>
              <a:pathLst>
                <a:path w="963" h="239" extrusionOk="0">
                  <a:moveTo>
                    <a:pt x="0" y="1"/>
                  </a:moveTo>
                  <a:lnTo>
                    <a:pt x="0" y="238"/>
                  </a:lnTo>
                  <a:lnTo>
                    <a:pt x="963" y="238"/>
                  </a:lnTo>
                  <a:lnTo>
                    <a:pt x="963"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1" name="Google Shape;1341;p19"/>
            <p:cNvSpPr/>
            <p:nvPr/>
          </p:nvSpPr>
          <p:spPr>
            <a:xfrm>
              <a:off x="4077700" y="2203200"/>
              <a:ext cx="24775" cy="12400"/>
            </a:xfrm>
            <a:custGeom>
              <a:avLst/>
              <a:gdLst/>
              <a:ahLst/>
              <a:cxnLst/>
              <a:rect l="l" t="t" r="r" b="b"/>
              <a:pathLst>
                <a:path w="991" h="496" extrusionOk="0">
                  <a:moveTo>
                    <a:pt x="928" y="1"/>
                  </a:moveTo>
                  <a:cubicBezTo>
                    <a:pt x="607" y="56"/>
                    <a:pt x="321" y="147"/>
                    <a:pt x="0" y="259"/>
                  </a:cubicBezTo>
                  <a:lnTo>
                    <a:pt x="84" y="496"/>
                  </a:lnTo>
                  <a:cubicBezTo>
                    <a:pt x="377" y="377"/>
                    <a:pt x="670" y="287"/>
                    <a:pt x="991" y="231"/>
                  </a:cubicBezTo>
                  <a:lnTo>
                    <a:pt x="92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2" name="Google Shape;1342;p19"/>
            <p:cNvSpPr/>
            <p:nvPr/>
          </p:nvSpPr>
          <p:spPr>
            <a:xfrm>
              <a:off x="4010025" y="2253950"/>
              <a:ext cx="16750" cy="23400"/>
            </a:xfrm>
            <a:custGeom>
              <a:avLst/>
              <a:gdLst/>
              <a:ahLst/>
              <a:cxnLst/>
              <a:rect l="l" t="t" r="r" b="b"/>
              <a:pathLst>
                <a:path w="670" h="936" extrusionOk="0">
                  <a:moveTo>
                    <a:pt x="468" y="1"/>
                  </a:moveTo>
                  <a:cubicBezTo>
                    <a:pt x="293" y="266"/>
                    <a:pt x="119" y="524"/>
                    <a:pt x="0" y="817"/>
                  </a:cubicBezTo>
                  <a:lnTo>
                    <a:pt x="210" y="936"/>
                  </a:lnTo>
                  <a:cubicBezTo>
                    <a:pt x="321" y="643"/>
                    <a:pt x="496" y="384"/>
                    <a:pt x="670" y="119"/>
                  </a:cubicBezTo>
                  <a:lnTo>
                    <a:pt x="46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3" name="Google Shape;1343;p19"/>
            <p:cNvSpPr/>
            <p:nvPr/>
          </p:nvSpPr>
          <p:spPr>
            <a:xfrm>
              <a:off x="4037750" y="2221350"/>
              <a:ext cx="21825" cy="18850"/>
            </a:xfrm>
            <a:custGeom>
              <a:avLst/>
              <a:gdLst/>
              <a:ahLst/>
              <a:cxnLst/>
              <a:rect l="l" t="t" r="r" b="b"/>
              <a:pathLst>
                <a:path w="873" h="754" extrusionOk="0">
                  <a:moveTo>
                    <a:pt x="754" y="0"/>
                  </a:moveTo>
                  <a:cubicBezTo>
                    <a:pt x="496" y="147"/>
                    <a:pt x="231" y="349"/>
                    <a:pt x="0" y="579"/>
                  </a:cubicBezTo>
                  <a:lnTo>
                    <a:pt x="175" y="754"/>
                  </a:lnTo>
                  <a:cubicBezTo>
                    <a:pt x="377" y="551"/>
                    <a:pt x="635" y="349"/>
                    <a:pt x="873" y="175"/>
                  </a:cubicBezTo>
                  <a:lnTo>
                    <a:pt x="754"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4" name="Google Shape;1344;p19"/>
            <p:cNvSpPr/>
            <p:nvPr/>
          </p:nvSpPr>
          <p:spPr>
            <a:xfrm>
              <a:off x="4725075" y="2074500"/>
              <a:ext cx="7350" cy="24075"/>
            </a:xfrm>
            <a:custGeom>
              <a:avLst/>
              <a:gdLst/>
              <a:ahLst/>
              <a:cxnLst/>
              <a:rect l="l" t="t" r="r" b="b"/>
              <a:pathLst>
                <a:path w="294" h="963" extrusionOk="0">
                  <a:moveTo>
                    <a:pt x="35" y="0"/>
                  </a:moveTo>
                  <a:cubicBezTo>
                    <a:pt x="63" y="63"/>
                    <a:pt x="63" y="119"/>
                    <a:pt x="63" y="175"/>
                  </a:cubicBezTo>
                  <a:cubicBezTo>
                    <a:pt x="63" y="440"/>
                    <a:pt x="35" y="670"/>
                    <a:pt x="0" y="900"/>
                  </a:cubicBezTo>
                  <a:lnTo>
                    <a:pt x="238" y="963"/>
                  </a:lnTo>
                  <a:cubicBezTo>
                    <a:pt x="266" y="698"/>
                    <a:pt x="293" y="440"/>
                    <a:pt x="293" y="175"/>
                  </a:cubicBezTo>
                  <a:lnTo>
                    <a:pt x="293"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5" name="Google Shape;1345;p19"/>
            <p:cNvSpPr/>
            <p:nvPr/>
          </p:nvSpPr>
          <p:spPr>
            <a:xfrm>
              <a:off x="4594275" y="2200250"/>
              <a:ext cx="23400" cy="6650"/>
            </a:xfrm>
            <a:custGeom>
              <a:avLst/>
              <a:gdLst/>
              <a:ahLst/>
              <a:cxnLst/>
              <a:rect l="l" t="t" r="r" b="b"/>
              <a:pathLst>
                <a:path w="936" h="266" extrusionOk="0">
                  <a:moveTo>
                    <a:pt x="935" y="0"/>
                  </a:moveTo>
                  <a:cubicBezTo>
                    <a:pt x="761" y="28"/>
                    <a:pt x="586" y="28"/>
                    <a:pt x="412" y="28"/>
                  </a:cubicBezTo>
                  <a:lnTo>
                    <a:pt x="0" y="28"/>
                  </a:lnTo>
                  <a:lnTo>
                    <a:pt x="0" y="265"/>
                  </a:lnTo>
                  <a:lnTo>
                    <a:pt x="412" y="265"/>
                  </a:lnTo>
                  <a:cubicBezTo>
                    <a:pt x="586" y="265"/>
                    <a:pt x="761" y="265"/>
                    <a:pt x="935" y="230"/>
                  </a:cubicBezTo>
                  <a:lnTo>
                    <a:pt x="93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6" name="Google Shape;1346;p19"/>
            <p:cNvSpPr/>
            <p:nvPr/>
          </p:nvSpPr>
          <p:spPr>
            <a:xfrm>
              <a:off x="4639450" y="2187150"/>
              <a:ext cx="23900" cy="14500"/>
            </a:xfrm>
            <a:custGeom>
              <a:avLst/>
              <a:gdLst/>
              <a:ahLst/>
              <a:cxnLst/>
              <a:rect l="l" t="t" r="r" b="b"/>
              <a:pathLst>
                <a:path w="956" h="580" extrusionOk="0">
                  <a:moveTo>
                    <a:pt x="872" y="1"/>
                  </a:moveTo>
                  <a:cubicBezTo>
                    <a:pt x="579" y="147"/>
                    <a:pt x="286" y="266"/>
                    <a:pt x="0" y="350"/>
                  </a:cubicBezTo>
                  <a:lnTo>
                    <a:pt x="84" y="580"/>
                  </a:lnTo>
                  <a:cubicBezTo>
                    <a:pt x="377" y="468"/>
                    <a:pt x="698" y="350"/>
                    <a:pt x="956" y="203"/>
                  </a:cubicBezTo>
                  <a:lnTo>
                    <a:pt x="872"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7" name="Google Shape;1347;p19"/>
            <p:cNvSpPr/>
            <p:nvPr/>
          </p:nvSpPr>
          <p:spPr>
            <a:xfrm>
              <a:off x="4680075" y="2158900"/>
              <a:ext cx="21125" cy="20250"/>
            </a:xfrm>
            <a:custGeom>
              <a:avLst/>
              <a:gdLst/>
              <a:ahLst/>
              <a:cxnLst/>
              <a:rect l="l" t="t" r="r" b="b"/>
              <a:pathLst>
                <a:path w="845" h="810" extrusionOk="0">
                  <a:moveTo>
                    <a:pt x="670" y="1"/>
                  </a:moveTo>
                  <a:cubicBezTo>
                    <a:pt x="468" y="231"/>
                    <a:pt x="231" y="433"/>
                    <a:pt x="1" y="636"/>
                  </a:cubicBezTo>
                  <a:lnTo>
                    <a:pt x="147" y="810"/>
                  </a:lnTo>
                  <a:cubicBezTo>
                    <a:pt x="405" y="608"/>
                    <a:pt x="642" y="405"/>
                    <a:pt x="845" y="140"/>
                  </a:cubicBezTo>
                  <a:lnTo>
                    <a:pt x="670"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8" name="Google Shape;1348;p19"/>
            <p:cNvSpPr/>
            <p:nvPr/>
          </p:nvSpPr>
          <p:spPr>
            <a:xfrm>
              <a:off x="4709900" y="2119675"/>
              <a:ext cx="15200" cy="23200"/>
            </a:xfrm>
            <a:custGeom>
              <a:avLst/>
              <a:gdLst/>
              <a:ahLst/>
              <a:cxnLst/>
              <a:rect l="l" t="t" r="r" b="b"/>
              <a:pathLst>
                <a:path w="608" h="928" extrusionOk="0">
                  <a:moveTo>
                    <a:pt x="377" y="0"/>
                  </a:moveTo>
                  <a:cubicBezTo>
                    <a:pt x="294" y="286"/>
                    <a:pt x="147" y="551"/>
                    <a:pt x="1" y="809"/>
                  </a:cubicBezTo>
                  <a:lnTo>
                    <a:pt x="203" y="928"/>
                  </a:lnTo>
                  <a:cubicBezTo>
                    <a:pt x="377" y="663"/>
                    <a:pt x="496" y="377"/>
                    <a:pt x="607" y="84"/>
                  </a:cubicBezTo>
                  <a:lnTo>
                    <a:pt x="377"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9" name="Google Shape;1349;p19"/>
            <p:cNvSpPr/>
            <p:nvPr/>
          </p:nvSpPr>
          <p:spPr>
            <a:xfrm>
              <a:off x="4171350" y="2200925"/>
              <a:ext cx="24075" cy="5975"/>
            </a:xfrm>
            <a:custGeom>
              <a:avLst/>
              <a:gdLst/>
              <a:ahLst/>
              <a:cxnLst/>
              <a:rect l="l" t="t" r="r" b="b"/>
              <a:pathLst>
                <a:path w="963" h="239" extrusionOk="0">
                  <a:moveTo>
                    <a:pt x="0" y="1"/>
                  </a:moveTo>
                  <a:lnTo>
                    <a:pt x="0" y="238"/>
                  </a:lnTo>
                  <a:lnTo>
                    <a:pt x="963" y="238"/>
                  </a:lnTo>
                  <a:lnTo>
                    <a:pt x="963"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0" name="Google Shape;1350;p19"/>
            <p:cNvSpPr/>
            <p:nvPr/>
          </p:nvSpPr>
          <p:spPr>
            <a:xfrm>
              <a:off x="4265875" y="2200925"/>
              <a:ext cx="23225" cy="5975"/>
            </a:xfrm>
            <a:custGeom>
              <a:avLst/>
              <a:gdLst/>
              <a:ahLst/>
              <a:cxnLst/>
              <a:rect l="l" t="t" r="r" b="b"/>
              <a:pathLst>
                <a:path w="929" h="239" extrusionOk="0">
                  <a:moveTo>
                    <a:pt x="0" y="1"/>
                  </a:moveTo>
                  <a:lnTo>
                    <a:pt x="0" y="238"/>
                  </a:lnTo>
                  <a:lnTo>
                    <a:pt x="928" y="238"/>
                  </a:lnTo>
                  <a:lnTo>
                    <a:pt x="92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1" name="Google Shape;1351;p19"/>
            <p:cNvSpPr/>
            <p:nvPr/>
          </p:nvSpPr>
          <p:spPr>
            <a:xfrm>
              <a:off x="4359700" y="2200925"/>
              <a:ext cx="23225" cy="5975"/>
            </a:xfrm>
            <a:custGeom>
              <a:avLst/>
              <a:gdLst/>
              <a:ahLst/>
              <a:cxnLst/>
              <a:rect l="l" t="t" r="r" b="b"/>
              <a:pathLst>
                <a:path w="929" h="239" extrusionOk="0">
                  <a:moveTo>
                    <a:pt x="0" y="1"/>
                  </a:moveTo>
                  <a:lnTo>
                    <a:pt x="0" y="238"/>
                  </a:lnTo>
                  <a:lnTo>
                    <a:pt x="928" y="238"/>
                  </a:lnTo>
                  <a:lnTo>
                    <a:pt x="92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2" name="Google Shape;1352;p19"/>
            <p:cNvSpPr/>
            <p:nvPr/>
          </p:nvSpPr>
          <p:spPr>
            <a:xfrm>
              <a:off x="4218600" y="2200925"/>
              <a:ext cx="23400" cy="5975"/>
            </a:xfrm>
            <a:custGeom>
              <a:avLst/>
              <a:gdLst/>
              <a:ahLst/>
              <a:cxnLst/>
              <a:rect l="l" t="t" r="r" b="b"/>
              <a:pathLst>
                <a:path w="936" h="239" extrusionOk="0">
                  <a:moveTo>
                    <a:pt x="1" y="1"/>
                  </a:moveTo>
                  <a:lnTo>
                    <a:pt x="1" y="238"/>
                  </a:lnTo>
                  <a:lnTo>
                    <a:pt x="936" y="238"/>
                  </a:lnTo>
                  <a:lnTo>
                    <a:pt x="93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3" name="Google Shape;1353;p19"/>
            <p:cNvSpPr/>
            <p:nvPr/>
          </p:nvSpPr>
          <p:spPr>
            <a:xfrm>
              <a:off x="5017200" y="2450150"/>
              <a:ext cx="23400" cy="5975"/>
            </a:xfrm>
            <a:custGeom>
              <a:avLst/>
              <a:gdLst/>
              <a:ahLst/>
              <a:cxnLst/>
              <a:rect l="l" t="t" r="r" b="b"/>
              <a:pathLst>
                <a:path w="936" h="239" extrusionOk="0">
                  <a:moveTo>
                    <a:pt x="1" y="1"/>
                  </a:moveTo>
                  <a:lnTo>
                    <a:pt x="1" y="238"/>
                  </a:lnTo>
                  <a:lnTo>
                    <a:pt x="935" y="238"/>
                  </a:lnTo>
                  <a:lnTo>
                    <a:pt x="93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4" name="Google Shape;1354;p19"/>
            <p:cNvSpPr/>
            <p:nvPr/>
          </p:nvSpPr>
          <p:spPr>
            <a:xfrm>
              <a:off x="4970100" y="2450150"/>
              <a:ext cx="23225" cy="5975"/>
            </a:xfrm>
            <a:custGeom>
              <a:avLst/>
              <a:gdLst/>
              <a:ahLst/>
              <a:cxnLst/>
              <a:rect l="l" t="t" r="r" b="b"/>
              <a:pathLst>
                <a:path w="929" h="239" extrusionOk="0">
                  <a:moveTo>
                    <a:pt x="1" y="1"/>
                  </a:moveTo>
                  <a:lnTo>
                    <a:pt x="1" y="238"/>
                  </a:lnTo>
                  <a:lnTo>
                    <a:pt x="929" y="238"/>
                  </a:lnTo>
                  <a:lnTo>
                    <a:pt x="929"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5" name="Google Shape;1355;p19"/>
            <p:cNvSpPr/>
            <p:nvPr/>
          </p:nvSpPr>
          <p:spPr>
            <a:xfrm>
              <a:off x="5111025" y="2450150"/>
              <a:ext cx="24800" cy="5975"/>
            </a:xfrm>
            <a:custGeom>
              <a:avLst/>
              <a:gdLst/>
              <a:ahLst/>
              <a:cxnLst/>
              <a:rect l="l" t="t" r="r" b="b"/>
              <a:pathLst>
                <a:path w="992" h="239" extrusionOk="0">
                  <a:moveTo>
                    <a:pt x="1" y="1"/>
                  </a:moveTo>
                  <a:lnTo>
                    <a:pt x="1" y="238"/>
                  </a:lnTo>
                  <a:lnTo>
                    <a:pt x="991" y="238"/>
                  </a:lnTo>
                  <a:lnTo>
                    <a:pt x="991"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6" name="Google Shape;1356;p19"/>
            <p:cNvSpPr/>
            <p:nvPr/>
          </p:nvSpPr>
          <p:spPr>
            <a:xfrm>
              <a:off x="5063775" y="2450150"/>
              <a:ext cx="23200" cy="5975"/>
            </a:xfrm>
            <a:custGeom>
              <a:avLst/>
              <a:gdLst/>
              <a:ahLst/>
              <a:cxnLst/>
              <a:rect l="l" t="t" r="r" b="b"/>
              <a:pathLst>
                <a:path w="928" h="239" extrusionOk="0">
                  <a:moveTo>
                    <a:pt x="0" y="1"/>
                  </a:moveTo>
                  <a:lnTo>
                    <a:pt x="0" y="238"/>
                  </a:lnTo>
                  <a:lnTo>
                    <a:pt x="928" y="238"/>
                  </a:lnTo>
                  <a:lnTo>
                    <a:pt x="92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7" name="Google Shape;1357;p19"/>
            <p:cNvSpPr/>
            <p:nvPr/>
          </p:nvSpPr>
          <p:spPr>
            <a:xfrm>
              <a:off x="4688100" y="2450150"/>
              <a:ext cx="23925" cy="5975"/>
            </a:xfrm>
            <a:custGeom>
              <a:avLst/>
              <a:gdLst/>
              <a:ahLst/>
              <a:cxnLst/>
              <a:rect l="l" t="t" r="r" b="b"/>
              <a:pathLst>
                <a:path w="957" h="239" extrusionOk="0">
                  <a:moveTo>
                    <a:pt x="1" y="1"/>
                  </a:moveTo>
                  <a:lnTo>
                    <a:pt x="1" y="238"/>
                  </a:lnTo>
                  <a:lnTo>
                    <a:pt x="956" y="238"/>
                  </a:lnTo>
                  <a:lnTo>
                    <a:pt x="9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8" name="Google Shape;1358;p19"/>
            <p:cNvSpPr/>
            <p:nvPr/>
          </p:nvSpPr>
          <p:spPr>
            <a:xfrm>
              <a:off x="4641525" y="2450150"/>
              <a:ext cx="23400" cy="5975"/>
            </a:xfrm>
            <a:custGeom>
              <a:avLst/>
              <a:gdLst/>
              <a:ahLst/>
              <a:cxnLst/>
              <a:rect l="l" t="t" r="r" b="b"/>
              <a:pathLst>
                <a:path w="936" h="239" extrusionOk="0">
                  <a:moveTo>
                    <a:pt x="1" y="1"/>
                  </a:moveTo>
                  <a:lnTo>
                    <a:pt x="1" y="238"/>
                  </a:lnTo>
                  <a:lnTo>
                    <a:pt x="936" y="238"/>
                  </a:lnTo>
                  <a:lnTo>
                    <a:pt x="93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9" name="Google Shape;1359;p19"/>
            <p:cNvSpPr/>
            <p:nvPr/>
          </p:nvSpPr>
          <p:spPr>
            <a:xfrm>
              <a:off x="4922850" y="2450150"/>
              <a:ext cx="23925" cy="5975"/>
            </a:xfrm>
            <a:custGeom>
              <a:avLst/>
              <a:gdLst/>
              <a:ahLst/>
              <a:cxnLst/>
              <a:rect l="l" t="t" r="r" b="b"/>
              <a:pathLst>
                <a:path w="957" h="239" extrusionOk="0">
                  <a:moveTo>
                    <a:pt x="0" y="1"/>
                  </a:moveTo>
                  <a:lnTo>
                    <a:pt x="0" y="238"/>
                  </a:lnTo>
                  <a:lnTo>
                    <a:pt x="956" y="238"/>
                  </a:lnTo>
                  <a:lnTo>
                    <a:pt x="9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0" name="Google Shape;1360;p19"/>
            <p:cNvSpPr/>
            <p:nvPr/>
          </p:nvSpPr>
          <p:spPr>
            <a:xfrm>
              <a:off x="4594275" y="2450150"/>
              <a:ext cx="24100" cy="5975"/>
            </a:xfrm>
            <a:custGeom>
              <a:avLst/>
              <a:gdLst/>
              <a:ahLst/>
              <a:cxnLst/>
              <a:rect l="l" t="t" r="r" b="b"/>
              <a:pathLst>
                <a:path w="964" h="239" extrusionOk="0">
                  <a:moveTo>
                    <a:pt x="0" y="1"/>
                  </a:moveTo>
                  <a:lnTo>
                    <a:pt x="0" y="238"/>
                  </a:lnTo>
                  <a:lnTo>
                    <a:pt x="963" y="238"/>
                  </a:lnTo>
                  <a:lnTo>
                    <a:pt x="963"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1" name="Google Shape;1361;p19"/>
            <p:cNvSpPr/>
            <p:nvPr/>
          </p:nvSpPr>
          <p:spPr>
            <a:xfrm>
              <a:off x="4876275" y="2450150"/>
              <a:ext cx="23225" cy="5975"/>
            </a:xfrm>
            <a:custGeom>
              <a:avLst/>
              <a:gdLst/>
              <a:ahLst/>
              <a:cxnLst/>
              <a:rect l="l" t="t" r="r" b="b"/>
              <a:pathLst>
                <a:path w="929" h="239" extrusionOk="0">
                  <a:moveTo>
                    <a:pt x="1" y="1"/>
                  </a:moveTo>
                  <a:lnTo>
                    <a:pt x="1" y="238"/>
                  </a:lnTo>
                  <a:lnTo>
                    <a:pt x="929" y="238"/>
                  </a:lnTo>
                  <a:lnTo>
                    <a:pt x="929"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2" name="Google Shape;1362;p19"/>
            <p:cNvSpPr/>
            <p:nvPr/>
          </p:nvSpPr>
          <p:spPr>
            <a:xfrm>
              <a:off x="4829025" y="2450150"/>
              <a:ext cx="24075" cy="5975"/>
            </a:xfrm>
            <a:custGeom>
              <a:avLst/>
              <a:gdLst/>
              <a:ahLst/>
              <a:cxnLst/>
              <a:rect l="l" t="t" r="r" b="b"/>
              <a:pathLst>
                <a:path w="963" h="239" extrusionOk="0">
                  <a:moveTo>
                    <a:pt x="0" y="1"/>
                  </a:moveTo>
                  <a:lnTo>
                    <a:pt x="0" y="238"/>
                  </a:lnTo>
                  <a:lnTo>
                    <a:pt x="963" y="238"/>
                  </a:lnTo>
                  <a:lnTo>
                    <a:pt x="963"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3" name="Google Shape;1363;p19"/>
            <p:cNvSpPr/>
            <p:nvPr/>
          </p:nvSpPr>
          <p:spPr>
            <a:xfrm>
              <a:off x="4735375" y="2450150"/>
              <a:ext cx="23200" cy="5975"/>
            </a:xfrm>
            <a:custGeom>
              <a:avLst/>
              <a:gdLst/>
              <a:ahLst/>
              <a:cxnLst/>
              <a:rect l="l" t="t" r="r" b="b"/>
              <a:pathLst>
                <a:path w="928" h="239" extrusionOk="0">
                  <a:moveTo>
                    <a:pt x="0" y="1"/>
                  </a:moveTo>
                  <a:lnTo>
                    <a:pt x="0" y="238"/>
                  </a:lnTo>
                  <a:lnTo>
                    <a:pt x="928" y="238"/>
                  </a:lnTo>
                  <a:lnTo>
                    <a:pt x="92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4" name="Google Shape;1364;p19"/>
            <p:cNvSpPr/>
            <p:nvPr/>
          </p:nvSpPr>
          <p:spPr>
            <a:xfrm>
              <a:off x="4782625" y="2450150"/>
              <a:ext cx="23225" cy="5975"/>
            </a:xfrm>
            <a:custGeom>
              <a:avLst/>
              <a:gdLst/>
              <a:ahLst/>
              <a:cxnLst/>
              <a:rect l="l" t="t" r="r" b="b"/>
              <a:pathLst>
                <a:path w="929" h="239" extrusionOk="0">
                  <a:moveTo>
                    <a:pt x="1" y="1"/>
                  </a:moveTo>
                  <a:lnTo>
                    <a:pt x="1" y="238"/>
                  </a:lnTo>
                  <a:lnTo>
                    <a:pt x="928" y="238"/>
                  </a:lnTo>
                  <a:lnTo>
                    <a:pt x="92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5" name="Google Shape;1365;p19"/>
            <p:cNvSpPr/>
            <p:nvPr/>
          </p:nvSpPr>
          <p:spPr>
            <a:xfrm>
              <a:off x="5393750" y="2450150"/>
              <a:ext cx="23200" cy="5975"/>
            </a:xfrm>
            <a:custGeom>
              <a:avLst/>
              <a:gdLst/>
              <a:ahLst/>
              <a:cxnLst/>
              <a:rect l="l" t="t" r="r" b="b"/>
              <a:pathLst>
                <a:path w="928" h="239" extrusionOk="0">
                  <a:moveTo>
                    <a:pt x="0" y="1"/>
                  </a:moveTo>
                  <a:lnTo>
                    <a:pt x="0" y="238"/>
                  </a:lnTo>
                  <a:lnTo>
                    <a:pt x="928" y="238"/>
                  </a:lnTo>
                  <a:lnTo>
                    <a:pt x="92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6" name="Google Shape;1366;p19"/>
            <p:cNvSpPr/>
            <p:nvPr/>
          </p:nvSpPr>
          <p:spPr>
            <a:xfrm>
              <a:off x="5346475" y="2450150"/>
              <a:ext cx="23925" cy="5975"/>
            </a:xfrm>
            <a:custGeom>
              <a:avLst/>
              <a:gdLst/>
              <a:ahLst/>
              <a:cxnLst/>
              <a:rect l="l" t="t" r="r" b="b"/>
              <a:pathLst>
                <a:path w="957" h="239" extrusionOk="0">
                  <a:moveTo>
                    <a:pt x="1" y="1"/>
                  </a:moveTo>
                  <a:lnTo>
                    <a:pt x="1" y="238"/>
                  </a:lnTo>
                  <a:lnTo>
                    <a:pt x="956" y="238"/>
                  </a:lnTo>
                  <a:lnTo>
                    <a:pt x="9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7" name="Google Shape;1367;p19"/>
            <p:cNvSpPr/>
            <p:nvPr/>
          </p:nvSpPr>
          <p:spPr>
            <a:xfrm>
              <a:off x="5487400" y="2450150"/>
              <a:ext cx="23400" cy="5975"/>
            </a:xfrm>
            <a:custGeom>
              <a:avLst/>
              <a:gdLst/>
              <a:ahLst/>
              <a:cxnLst/>
              <a:rect l="l" t="t" r="r" b="b"/>
              <a:pathLst>
                <a:path w="936" h="239" extrusionOk="0">
                  <a:moveTo>
                    <a:pt x="0" y="1"/>
                  </a:moveTo>
                  <a:lnTo>
                    <a:pt x="0" y="238"/>
                  </a:lnTo>
                  <a:lnTo>
                    <a:pt x="935" y="238"/>
                  </a:lnTo>
                  <a:lnTo>
                    <a:pt x="93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8" name="Google Shape;1368;p19"/>
            <p:cNvSpPr/>
            <p:nvPr/>
          </p:nvSpPr>
          <p:spPr>
            <a:xfrm>
              <a:off x="5440125" y="2450150"/>
              <a:ext cx="24100" cy="5975"/>
            </a:xfrm>
            <a:custGeom>
              <a:avLst/>
              <a:gdLst/>
              <a:ahLst/>
              <a:cxnLst/>
              <a:rect l="l" t="t" r="r" b="b"/>
              <a:pathLst>
                <a:path w="964" h="239" extrusionOk="0">
                  <a:moveTo>
                    <a:pt x="1" y="1"/>
                  </a:moveTo>
                  <a:lnTo>
                    <a:pt x="1" y="238"/>
                  </a:lnTo>
                  <a:lnTo>
                    <a:pt x="963" y="238"/>
                  </a:lnTo>
                  <a:lnTo>
                    <a:pt x="963"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9" name="Google Shape;1369;p19"/>
            <p:cNvSpPr/>
            <p:nvPr/>
          </p:nvSpPr>
          <p:spPr>
            <a:xfrm>
              <a:off x="5299900" y="2450150"/>
              <a:ext cx="23400" cy="5975"/>
            </a:xfrm>
            <a:custGeom>
              <a:avLst/>
              <a:gdLst/>
              <a:ahLst/>
              <a:cxnLst/>
              <a:rect l="l" t="t" r="r" b="b"/>
              <a:pathLst>
                <a:path w="936" h="239" extrusionOk="0">
                  <a:moveTo>
                    <a:pt x="1" y="1"/>
                  </a:moveTo>
                  <a:lnTo>
                    <a:pt x="1" y="238"/>
                  </a:lnTo>
                  <a:lnTo>
                    <a:pt x="936" y="238"/>
                  </a:lnTo>
                  <a:lnTo>
                    <a:pt x="93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0" name="Google Shape;1370;p19"/>
            <p:cNvSpPr/>
            <p:nvPr/>
          </p:nvSpPr>
          <p:spPr>
            <a:xfrm>
              <a:off x="5252650" y="2450150"/>
              <a:ext cx="23400" cy="5975"/>
            </a:xfrm>
            <a:custGeom>
              <a:avLst/>
              <a:gdLst/>
              <a:ahLst/>
              <a:cxnLst/>
              <a:rect l="l" t="t" r="r" b="b"/>
              <a:pathLst>
                <a:path w="936" h="239" extrusionOk="0">
                  <a:moveTo>
                    <a:pt x="0" y="1"/>
                  </a:moveTo>
                  <a:lnTo>
                    <a:pt x="0" y="238"/>
                  </a:lnTo>
                  <a:lnTo>
                    <a:pt x="935" y="238"/>
                  </a:lnTo>
                  <a:lnTo>
                    <a:pt x="93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1" name="Google Shape;1371;p19"/>
            <p:cNvSpPr/>
            <p:nvPr/>
          </p:nvSpPr>
          <p:spPr>
            <a:xfrm>
              <a:off x="5206250" y="2450150"/>
              <a:ext cx="23225" cy="5975"/>
            </a:xfrm>
            <a:custGeom>
              <a:avLst/>
              <a:gdLst/>
              <a:ahLst/>
              <a:cxnLst/>
              <a:rect l="l" t="t" r="r" b="b"/>
              <a:pathLst>
                <a:path w="929" h="239" extrusionOk="0">
                  <a:moveTo>
                    <a:pt x="1" y="1"/>
                  </a:moveTo>
                  <a:lnTo>
                    <a:pt x="1" y="238"/>
                  </a:lnTo>
                  <a:lnTo>
                    <a:pt x="929" y="238"/>
                  </a:lnTo>
                  <a:lnTo>
                    <a:pt x="929"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2" name="Google Shape;1372;p19"/>
            <p:cNvSpPr/>
            <p:nvPr/>
          </p:nvSpPr>
          <p:spPr>
            <a:xfrm>
              <a:off x="5159000" y="2450150"/>
              <a:ext cx="23200" cy="5975"/>
            </a:xfrm>
            <a:custGeom>
              <a:avLst/>
              <a:gdLst/>
              <a:ahLst/>
              <a:cxnLst/>
              <a:rect l="l" t="t" r="r" b="b"/>
              <a:pathLst>
                <a:path w="928" h="239" extrusionOk="0">
                  <a:moveTo>
                    <a:pt x="0" y="1"/>
                  </a:moveTo>
                  <a:lnTo>
                    <a:pt x="0" y="238"/>
                  </a:lnTo>
                  <a:lnTo>
                    <a:pt x="928" y="238"/>
                  </a:lnTo>
                  <a:lnTo>
                    <a:pt x="92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3" name="Google Shape;1373;p19"/>
            <p:cNvSpPr/>
            <p:nvPr/>
          </p:nvSpPr>
          <p:spPr>
            <a:xfrm>
              <a:off x="4313125" y="2450150"/>
              <a:ext cx="23225" cy="5975"/>
            </a:xfrm>
            <a:custGeom>
              <a:avLst/>
              <a:gdLst/>
              <a:ahLst/>
              <a:cxnLst/>
              <a:rect l="l" t="t" r="r" b="b"/>
              <a:pathLst>
                <a:path w="929" h="239" extrusionOk="0">
                  <a:moveTo>
                    <a:pt x="1" y="1"/>
                  </a:moveTo>
                  <a:lnTo>
                    <a:pt x="1" y="238"/>
                  </a:lnTo>
                  <a:lnTo>
                    <a:pt x="929" y="238"/>
                  </a:lnTo>
                  <a:lnTo>
                    <a:pt x="929"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4" name="Google Shape;1374;p19"/>
            <p:cNvSpPr/>
            <p:nvPr/>
          </p:nvSpPr>
          <p:spPr>
            <a:xfrm>
              <a:off x="4547875" y="2450150"/>
              <a:ext cx="23225" cy="5975"/>
            </a:xfrm>
            <a:custGeom>
              <a:avLst/>
              <a:gdLst/>
              <a:ahLst/>
              <a:cxnLst/>
              <a:rect l="l" t="t" r="r" b="b"/>
              <a:pathLst>
                <a:path w="929" h="239" extrusionOk="0">
                  <a:moveTo>
                    <a:pt x="1" y="1"/>
                  </a:moveTo>
                  <a:lnTo>
                    <a:pt x="1" y="238"/>
                  </a:lnTo>
                  <a:lnTo>
                    <a:pt x="929" y="238"/>
                  </a:lnTo>
                  <a:lnTo>
                    <a:pt x="929"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5" name="Google Shape;1375;p19"/>
            <p:cNvSpPr/>
            <p:nvPr/>
          </p:nvSpPr>
          <p:spPr>
            <a:xfrm>
              <a:off x="4500625" y="2450150"/>
              <a:ext cx="23225" cy="5975"/>
            </a:xfrm>
            <a:custGeom>
              <a:avLst/>
              <a:gdLst/>
              <a:ahLst/>
              <a:cxnLst/>
              <a:rect l="l" t="t" r="r" b="b"/>
              <a:pathLst>
                <a:path w="929" h="239" extrusionOk="0">
                  <a:moveTo>
                    <a:pt x="0" y="1"/>
                  </a:moveTo>
                  <a:lnTo>
                    <a:pt x="0" y="238"/>
                  </a:lnTo>
                  <a:lnTo>
                    <a:pt x="928" y="238"/>
                  </a:lnTo>
                  <a:lnTo>
                    <a:pt x="92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6" name="Google Shape;1376;p19"/>
            <p:cNvSpPr/>
            <p:nvPr/>
          </p:nvSpPr>
          <p:spPr>
            <a:xfrm>
              <a:off x="4453350" y="2450150"/>
              <a:ext cx="24100" cy="5975"/>
            </a:xfrm>
            <a:custGeom>
              <a:avLst/>
              <a:gdLst/>
              <a:ahLst/>
              <a:cxnLst/>
              <a:rect l="l" t="t" r="r" b="b"/>
              <a:pathLst>
                <a:path w="964" h="239" extrusionOk="0">
                  <a:moveTo>
                    <a:pt x="1" y="1"/>
                  </a:moveTo>
                  <a:lnTo>
                    <a:pt x="1" y="238"/>
                  </a:lnTo>
                  <a:lnTo>
                    <a:pt x="963" y="238"/>
                  </a:lnTo>
                  <a:lnTo>
                    <a:pt x="963"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7" name="Google Shape;1377;p19"/>
            <p:cNvSpPr/>
            <p:nvPr/>
          </p:nvSpPr>
          <p:spPr>
            <a:xfrm>
              <a:off x="4126350" y="2450150"/>
              <a:ext cx="24100" cy="5975"/>
            </a:xfrm>
            <a:custGeom>
              <a:avLst/>
              <a:gdLst/>
              <a:ahLst/>
              <a:cxnLst/>
              <a:rect l="l" t="t" r="r" b="b"/>
              <a:pathLst>
                <a:path w="964" h="239" extrusionOk="0">
                  <a:moveTo>
                    <a:pt x="0" y="1"/>
                  </a:moveTo>
                  <a:lnTo>
                    <a:pt x="0" y="238"/>
                  </a:lnTo>
                  <a:lnTo>
                    <a:pt x="963" y="238"/>
                  </a:lnTo>
                  <a:lnTo>
                    <a:pt x="963"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8" name="Google Shape;1378;p19"/>
            <p:cNvSpPr/>
            <p:nvPr/>
          </p:nvSpPr>
          <p:spPr>
            <a:xfrm>
              <a:off x="3998500" y="2336100"/>
              <a:ext cx="9450" cy="24100"/>
            </a:xfrm>
            <a:custGeom>
              <a:avLst/>
              <a:gdLst/>
              <a:ahLst/>
              <a:cxnLst/>
              <a:rect l="l" t="t" r="r" b="b"/>
              <a:pathLst>
                <a:path w="378" h="964" extrusionOk="0">
                  <a:moveTo>
                    <a:pt x="1" y="0"/>
                  </a:moveTo>
                  <a:cubicBezTo>
                    <a:pt x="29" y="321"/>
                    <a:pt x="57" y="642"/>
                    <a:pt x="147" y="963"/>
                  </a:cubicBezTo>
                  <a:lnTo>
                    <a:pt x="378" y="900"/>
                  </a:lnTo>
                  <a:cubicBezTo>
                    <a:pt x="287" y="614"/>
                    <a:pt x="259" y="293"/>
                    <a:pt x="231"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9" name="Google Shape;1379;p19"/>
            <p:cNvSpPr/>
            <p:nvPr/>
          </p:nvSpPr>
          <p:spPr>
            <a:xfrm>
              <a:off x="4406800" y="2450150"/>
              <a:ext cx="23375" cy="5975"/>
            </a:xfrm>
            <a:custGeom>
              <a:avLst/>
              <a:gdLst/>
              <a:ahLst/>
              <a:cxnLst/>
              <a:rect l="l" t="t" r="r" b="b"/>
              <a:pathLst>
                <a:path w="935" h="239" extrusionOk="0">
                  <a:moveTo>
                    <a:pt x="0" y="1"/>
                  </a:moveTo>
                  <a:lnTo>
                    <a:pt x="0" y="238"/>
                  </a:lnTo>
                  <a:lnTo>
                    <a:pt x="935" y="238"/>
                  </a:lnTo>
                  <a:lnTo>
                    <a:pt x="93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0" name="Google Shape;1380;p19"/>
            <p:cNvSpPr/>
            <p:nvPr/>
          </p:nvSpPr>
          <p:spPr>
            <a:xfrm>
              <a:off x="4079775" y="2441450"/>
              <a:ext cx="24100" cy="12400"/>
            </a:xfrm>
            <a:custGeom>
              <a:avLst/>
              <a:gdLst/>
              <a:ahLst/>
              <a:cxnLst/>
              <a:rect l="l" t="t" r="r" b="b"/>
              <a:pathLst>
                <a:path w="964" h="496" extrusionOk="0">
                  <a:moveTo>
                    <a:pt x="91" y="0"/>
                  </a:moveTo>
                  <a:lnTo>
                    <a:pt x="1" y="237"/>
                  </a:lnTo>
                  <a:cubicBezTo>
                    <a:pt x="294" y="349"/>
                    <a:pt x="615" y="440"/>
                    <a:pt x="908" y="495"/>
                  </a:cubicBezTo>
                  <a:lnTo>
                    <a:pt x="963" y="265"/>
                  </a:lnTo>
                  <a:cubicBezTo>
                    <a:pt x="670" y="209"/>
                    <a:pt x="384" y="119"/>
                    <a:pt x="91"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1" name="Google Shape;1381;p19"/>
            <p:cNvSpPr/>
            <p:nvPr/>
          </p:nvSpPr>
          <p:spPr>
            <a:xfrm>
              <a:off x="4010025" y="2380400"/>
              <a:ext cx="16750" cy="22700"/>
            </a:xfrm>
            <a:custGeom>
              <a:avLst/>
              <a:gdLst/>
              <a:ahLst/>
              <a:cxnLst/>
              <a:rect l="l" t="t" r="r" b="b"/>
              <a:pathLst>
                <a:path w="670" h="908" extrusionOk="0">
                  <a:moveTo>
                    <a:pt x="210" y="0"/>
                  </a:moveTo>
                  <a:lnTo>
                    <a:pt x="0" y="91"/>
                  </a:lnTo>
                  <a:cubicBezTo>
                    <a:pt x="147" y="384"/>
                    <a:pt x="293" y="642"/>
                    <a:pt x="496" y="907"/>
                  </a:cubicBezTo>
                  <a:lnTo>
                    <a:pt x="670" y="789"/>
                  </a:lnTo>
                  <a:cubicBezTo>
                    <a:pt x="496" y="524"/>
                    <a:pt x="349" y="266"/>
                    <a:pt x="210"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2" name="Google Shape;1382;p19"/>
            <p:cNvSpPr/>
            <p:nvPr/>
          </p:nvSpPr>
          <p:spPr>
            <a:xfrm>
              <a:off x="4039850" y="2416850"/>
              <a:ext cx="21825" cy="19550"/>
            </a:xfrm>
            <a:custGeom>
              <a:avLst/>
              <a:gdLst/>
              <a:ahLst/>
              <a:cxnLst/>
              <a:rect l="l" t="t" r="r" b="b"/>
              <a:pathLst>
                <a:path w="873" h="782" extrusionOk="0">
                  <a:moveTo>
                    <a:pt x="147" y="0"/>
                  </a:moveTo>
                  <a:lnTo>
                    <a:pt x="0" y="175"/>
                  </a:lnTo>
                  <a:cubicBezTo>
                    <a:pt x="237" y="405"/>
                    <a:pt x="468" y="607"/>
                    <a:pt x="761" y="782"/>
                  </a:cubicBezTo>
                  <a:lnTo>
                    <a:pt x="872" y="579"/>
                  </a:lnTo>
                  <a:cubicBezTo>
                    <a:pt x="614" y="405"/>
                    <a:pt x="377" y="231"/>
                    <a:pt x="147"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3" name="Google Shape;1383;p19"/>
            <p:cNvSpPr/>
            <p:nvPr/>
          </p:nvSpPr>
          <p:spPr>
            <a:xfrm>
              <a:off x="4171350" y="2450150"/>
              <a:ext cx="24075" cy="5975"/>
            </a:xfrm>
            <a:custGeom>
              <a:avLst/>
              <a:gdLst/>
              <a:ahLst/>
              <a:cxnLst/>
              <a:rect l="l" t="t" r="r" b="b"/>
              <a:pathLst>
                <a:path w="963" h="239" extrusionOk="0">
                  <a:moveTo>
                    <a:pt x="0" y="1"/>
                  </a:moveTo>
                  <a:lnTo>
                    <a:pt x="0" y="238"/>
                  </a:lnTo>
                  <a:lnTo>
                    <a:pt x="963" y="238"/>
                  </a:lnTo>
                  <a:lnTo>
                    <a:pt x="963"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4" name="Google Shape;1384;p19"/>
            <p:cNvSpPr/>
            <p:nvPr/>
          </p:nvSpPr>
          <p:spPr>
            <a:xfrm>
              <a:off x="4265875" y="2450150"/>
              <a:ext cx="23225" cy="5975"/>
            </a:xfrm>
            <a:custGeom>
              <a:avLst/>
              <a:gdLst/>
              <a:ahLst/>
              <a:cxnLst/>
              <a:rect l="l" t="t" r="r" b="b"/>
              <a:pathLst>
                <a:path w="929" h="239" extrusionOk="0">
                  <a:moveTo>
                    <a:pt x="0" y="1"/>
                  </a:moveTo>
                  <a:lnTo>
                    <a:pt x="0" y="238"/>
                  </a:lnTo>
                  <a:lnTo>
                    <a:pt x="928" y="238"/>
                  </a:lnTo>
                  <a:lnTo>
                    <a:pt x="92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5" name="Google Shape;1385;p19"/>
            <p:cNvSpPr/>
            <p:nvPr/>
          </p:nvSpPr>
          <p:spPr>
            <a:xfrm>
              <a:off x="4359700" y="2450150"/>
              <a:ext cx="23925" cy="5975"/>
            </a:xfrm>
            <a:custGeom>
              <a:avLst/>
              <a:gdLst/>
              <a:ahLst/>
              <a:cxnLst/>
              <a:rect l="l" t="t" r="r" b="b"/>
              <a:pathLst>
                <a:path w="957" h="239" extrusionOk="0">
                  <a:moveTo>
                    <a:pt x="0" y="1"/>
                  </a:moveTo>
                  <a:lnTo>
                    <a:pt x="0" y="238"/>
                  </a:lnTo>
                  <a:lnTo>
                    <a:pt x="956" y="238"/>
                  </a:lnTo>
                  <a:lnTo>
                    <a:pt x="9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6" name="Google Shape;1386;p19"/>
            <p:cNvSpPr/>
            <p:nvPr/>
          </p:nvSpPr>
          <p:spPr>
            <a:xfrm>
              <a:off x="4218600" y="2450150"/>
              <a:ext cx="23400" cy="5975"/>
            </a:xfrm>
            <a:custGeom>
              <a:avLst/>
              <a:gdLst/>
              <a:ahLst/>
              <a:cxnLst/>
              <a:rect l="l" t="t" r="r" b="b"/>
              <a:pathLst>
                <a:path w="936" h="239" extrusionOk="0">
                  <a:moveTo>
                    <a:pt x="1" y="1"/>
                  </a:moveTo>
                  <a:lnTo>
                    <a:pt x="1" y="238"/>
                  </a:lnTo>
                  <a:lnTo>
                    <a:pt x="936" y="238"/>
                  </a:lnTo>
                  <a:lnTo>
                    <a:pt x="93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7" name="Google Shape;1387;p19"/>
            <p:cNvSpPr/>
            <p:nvPr/>
          </p:nvSpPr>
          <p:spPr>
            <a:xfrm>
              <a:off x="6381200" y="2450150"/>
              <a:ext cx="24100" cy="5975"/>
            </a:xfrm>
            <a:custGeom>
              <a:avLst/>
              <a:gdLst/>
              <a:ahLst/>
              <a:cxnLst/>
              <a:rect l="l" t="t" r="r" b="b"/>
              <a:pathLst>
                <a:path w="964" h="239" extrusionOk="0">
                  <a:moveTo>
                    <a:pt x="1" y="1"/>
                  </a:moveTo>
                  <a:lnTo>
                    <a:pt x="1" y="238"/>
                  </a:lnTo>
                  <a:lnTo>
                    <a:pt x="964" y="238"/>
                  </a:lnTo>
                  <a:lnTo>
                    <a:pt x="964"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8" name="Google Shape;1388;p19"/>
            <p:cNvSpPr/>
            <p:nvPr/>
          </p:nvSpPr>
          <p:spPr>
            <a:xfrm>
              <a:off x="6334825" y="2450150"/>
              <a:ext cx="23225" cy="5975"/>
            </a:xfrm>
            <a:custGeom>
              <a:avLst/>
              <a:gdLst/>
              <a:ahLst/>
              <a:cxnLst/>
              <a:rect l="l" t="t" r="r" b="b"/>
              <a:pathLst>
                <a:path w="929" h="239" extrusionOk="0">
                  <a:moveTo>
                    <a:pt x="0" y="1"/>
                  </a:moveTo>
                  <a:lnTo>
                    <a:pt x="0" y="238"/>
                  </a:lnTo>
                  <a:lnTo>
                    <a:pt x="928" y="238"/>
                  </a:lnTo>
                  <a:lnTo>
                    <a:pt x="92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9" name="Google Shape;1389;p19"/>
            <p:cNvSpPr/>
            <p:nvPr/>
          </p:nvSpPr>
          <p:spPr>
            <a:xfrm>
              <a:off x="6475050" y="2450150"/>
              <a:ext cx="24600" cy="5975"/>
            </a:xfrm>
            <a:custGeom>
              <a:avLst/>
              <a:gdLst/>
              <a:ahLst/>
              <a:cxnLst/>
              <a:rect l="l" t="t" r="r" b="b"/>
              <a:pathLst>
                <a:path w="984" h="239" extrusionOk="0">
                  <a:moveTo>
                    <a:pt x="0" y="1"/>
                  </a:moveTo>
                  <a:lnTo>
                    <a:pt x="0" y="238"/>
                  </a:lnTo>
                  <a:lnTo>
                    <a:pt x="984" y="238"/>
                  </a:lnTo>
                  <a:lnTo>
                    <a:pt x="984"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0" name="Google Shape;1390;p19"/>
            <p:cNvSpPr/>
            <p:nvPr/>
          </p:nvSpPr>
          <p:spPr>
            <a:xfrm>
              <a:off x="6428475" y="2450150"/>
              <a:ext cx="23225" cy="5975"/>
            </a:xfrm>
            <a:custGeom>
              <a:avLst/>
              <a:gdLst/>
              <a:ahLst/>
              <a:cxnLst/>
              <a:rect l="l" t="t" r="r" b="b"/>
              <a:pathLst>
                <a:path w="929" h="239" extrusionOk="0">
                  <a:moveTo>
                    <a:pt x="1" y="1"/>
                  </a:moveTo>
                  <a:lnTo>
                    <a:pt x="1" y="238"/>
                  </a:lnTo>
                  <a:lnTo>
                    <a:pt x="928" y="238"/>
                  </a:lnTo>
                  <a:lnTo>
                    <a:pt x="92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1" name="Google Shape;1391;p19"/>
            <p:cNvSpPr/>
            <p:nvPr/>
          </p:nvSpPr>
          <p:spPr>
            <a:xfrm>
              <a:off x="6052800" y="2450150"/>
              <a:ext cx="23225" cy="5975"/>
            </a:xfrm>
            <a:custGeom>
              <a:avLst/>
              <a:gdLst/>
              <a:ahLst/>
              <a:cxnLst/>
              <a:rect l="l" t="t" r="r" b="b"/>
              <a:pathLst>
                <a:path w="929" h="239" extrusionOk="0">
                  <a:moveTo>
                    <a:pt x="1" y="1"/>
                  </a:moveTo>
                  <a:lnTo>
                    <a:pt x="1" y="238"/>
                  </a:lnTo>
                  <a:lnTo>
                    <a:pt x="929" y="238"/>
                  </a:lnTo>
                  <a:lnTo>
                    <a:pt x="929"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2" name="Google Shape;1392;p19"/>
            <p:cNvSpPr/>
            <p:nvPr/>
          </p:nvSpPr>
          <p:spPr>
            <a:xfrm>
              <a:off x="6006250" y="2450150"/>
              <a:ext cx="23400" cy="5975"/>
            </a:xfrm>
            <a:custGeom>
              <a:avLst/>
              <a:gdLst/>
              <a:ahLst/>
              <a:cxnLst/>
              <a:rect l="l" t="t" r="r" b="b"/>
              <a:pathLst>
                <a:path w="936" h="239" extrusionOk="0">
                  <a:moveTo>
                    <a:pt x="0" y="1"/>
                  </a:moveTo>
                  <a:lnTo>
                    <a:pt x="0" y="238"/>
                  </a:lnTo>
                  <a:lnTo>
                    <a:pt x="935" y="238"/>
                  </a:lnTo>
                  <a:lnTo>
                    <a:pt x="93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3" name="Google Shape;1393;p19"/>
            <p:cNvSpPr/>
            <p:nvPr/>
          </p:nvSpPr>
          <p:spPr>
            <a:xfrm>
              <a:off x="6287550" y="2450150"/>
              <a:ext cx="23225" cy="5975"/>
            </a:xfrm>
            <a:custGeom>
              <a:avLst/>
              <a:gdLst/>
              <a:ahLst/>
              <a:cxnLst/>
              <a:rect l="l" t="t" r="r" b="b"/>
              <a:pathLst>
                <a:path w="929" h="239" extrusionOk="0">
                  <a:moveTo>
                    <a:pt x="1" y="1"/>
                  </a:moveTo>
                  <a:lnTo>
                    <a:pt x="1" y="238"/>
                  </a:lnTo>
                  <a:lnTo>
                    <a:pt x="929" y="238"/>
                  </a:lnTo>
                  <a:lnTo>
                    <a:pt x="929"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4" name="Google Shape;1394;p19"/>
            <p:cNvSpPr/>
            <p:nvPr/>
          </p:nvSpPr>
          <p:spPr>
            <a:xfrm>
              <a:off x="5958975" y="2450150"/>
              <a:ext cx="23400" cy="5975"/>
            </a:xfrm>
            <a:custGeom>
              <a:avLst/>
              <a:gdLst/>
              <a:ahLst/>
              <a:cxnLst/>
              <a:rect l="l" t="t" r="r" b="b"/>
              <a:pathLst>
                <a:path w="936" h="239" extrusionOk="0">
                  <a:moveTo>
                    <a:pt x="1" y="1"/>
                  </a:moveTo>
                  <a:lnTo>
                    <a:pt x="1" y="238"/>
                  </a:lnTo>
                  <a:lnTo>
                    <a:pt x="936" y="238"/>
                  </a:lnTo>
                  <a:lnTo>
                    <a:pt x="93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5" name="Google Shape;1395;p19"/>
            <p:cNvSpPr/>
            <p:nvPr/>
          </p:nvSpPr>
          <p:spPr>
            <a:xfrm>
              <a:off x="6240300" y="2450150"/>
              <a:ext cx="23900" cy="5975"/>
            </a:xfrm>
            <a:custGeom>
              <a:avLst/>
              <a:gdLst/>
              <a:ahLst/>
              <a:cxnLst/>
              <a:rect l="l" t="t" r="r" b="b"/>
              <a:pathLst>
                <a:path w="956" h="239" extrusionOk="0">
                  <a:moveTo>
                    <a:pt x="0" y="1"/>
                  </a:moveTo>
                  <a:lnTo>
                    <a:pt x="0" y="238"/>
                  </a:lnTo>
                  <a:lnTo>
                    <a:pt x="956" y="238"/>
                  </a:lnTo>
                  <a:lnTo>
                    <a:pt x="9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6" name="Google Shape;1396;p19"/>
            <p:cNvSpPr/>
            <p:nvPr/>
          </p:nvSpPr>
          <p:spPr>
            <a:xfrm>
              <a:off x="6193725" y="2450150"/>
              <a:ext cx="23400" cy="5975"/>
            </a:xfrm>
            <a:custGeom>
              <a:avLst/>
              <a:gdLst/>
              <a:ahLst/>
              <a:cxnLst/>
              <a:rect l="l" t="t" r="r" b="b"/>
              <a:pathLst>
                <a:path w="936" h="239" extrusionOk="0">
                  <a:moveTo>
                    <a:pt x="1" y="1"/>
                  </a:moveTo>
                  <a:lnTo>
                    <a:pt x="1" y="238"/>
                  </a:lnTo>
                  <a:lnTo>
                    <a:pt x="935" y="238"/>
                  </a:lnTo>
                  <a:lnTo>
                    <a:pt x="93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7" name="Google Shape;1397;p19"/>
            <p:cNvSpPr/>
            <p:nvPr/>
          </p:nvSpPr>
          <p:spPr>
            <a:xfrm>
              <a:off x="6100075" y="2450150"/>
              <a:ext cx="23225" cy="5975"/>
            </a:xfrm>
            <a:custGeom>
              <a:avLst/>
              <a:gdLst/>
              <a:ahLst/>
              <a:cxnLst/>
              <a:rect l="l" t="t" r="r" b="b"/>
              <a:pathLst>
                <a:path w="929" h="239" extrusionOk="0">
                  <a:moveTo>
                    <a:pt x="0" y="1"/>
                  </a:moveTo>
                  <a:lnTo>
                    <a:pt x="0" y="238"/>
                  </a:lnTo>
                  <a:lnTo>
                    <a:pt x="928" y="238"/>
                  </a:lnTo>
                  <a:lnTo>
                    <a:pt x="92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8" name="Google Shape;1398;p19"/>
            <p:cNvSpPr/>
            <p:nvPr/>
          </p:nvSpPr>
          <p:spPr>
            <a:xfrm>
              <a:off x="6146475" y="2450150"/>
              <a:ext cx="24075" cy="5975"/>
            </a:xfrm>
            <a:custGeom>
              <a:avLst/>
              <a:gdLst/>
              <a:ahLst/>
              <a:cxnLst/>
              <a:rect l="l" t="t" r="r" b="b"/>
              <a:pathLst>
                <a:path w="963" h="239" extrusionOk="0">
                  <a:moveTo>
                    <a:pt x="0" y="1"/>
                  </a:moveTo>
                  <a:lnTo>
                    <a:pt x="0" y="238"/>
                  </a:lnTo>
                  <a:lnTo>
                    <a:pt x="963" y="238"/>
                  </a:lnTo>
                  <a:lnTo>
                    <a:pt x="963"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9" name="Google Shape;1399;p19"/>
            <p:cNvSpPr/>
            <p:nvPr/>
          </p:nvSpPr>
          <p:spPr>
            <a:xfrm>
              <a:off x="6758450" y="2450150"/>
              <a:ext cx="23225" cy="5975"/>
            </a:xfrm>
            <a:custGeom>
              <a:avLst/>
              <a:gdLst/>
              <a:ahLst/>
              <a:cxnLst/>
              <a:rect l="l" t="t" r="r" b="b"/>
              <a:pathLst>
                <a:path w="929" h="239" extrusionOk="0">
                  <a:moveTo>
                    <a:pt x="0" y="1"/>
                  </a:moveTo>
                  <a:lnTo>
                    <a:pt x="0" y="238"/>
                  </a:lnTo>
                  <a:lnTo>
                    <a:pt x="928" y="238"/>
                  </a:lnTo>
                  <a:lnTo>
                    <a:pt x="92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0" name="Google Shape;1400;p19"/>
            <p:cNvSpPr/>
            <p:nvPr/>
          </p:nvSpPr>
          <p:spPr>
            <a:xfrm>
              <a:off x="6711175" y="2450150"/>
              <a:ext cx="23225" cy="5975"/>
            </a:xfrm>
            <a:custGeom>
              <a:avLst/>
              <a:gdLst/>
              <a:ahLst/>
              <a:cxnLst/>
              <a:rect l="l" t="t" r="r" b="b"/>
              <a:pathLst>
                <a:path w="929" h="239" extrusionOk="0">
                  <a:moveTo>
                    <a:pt x="1" y="1"/>
                  </a:moveTo>
                  <a:lnTo>
                    <a:pt x="1" y="238"/>
                  </a:lnTo>
                  <a:lnTo>
                    <a:pt x="929" y="238"/>
                  </a:lnTo>
                  <a:lnTo>
                    <a:pt x="929"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1" name="Google Shape;1401;p19"/>
            <p:cNvSpPr/>
            <p:nvPr/>
          </p:nvSpPr>
          <p:spPr>
            <a:xfrm>
              <a:off x="6852100" y="2450150"/>
              <a:ext cx="23400" cy="5975"/>
            </a:xfrm>
            <a:custGeom>
              <a:avLst/>
              <a:gdLst/>
              <a:ahLst/>
              <a:cxnLst/>
              <a:rect l="l" t="t" r="r" b="b"/>
              <a:pathLst>
                <a:path w="936" h="239" extrusionOk="0">
                  <a:moveTo>
                    <a:pt x="1" y="1"/>
                  </a:moveTo>
                  <a:lnTo>
                    <a:pt x="1" y="238"/>
                  </a:lnTo>
                  <a:lnTo>
                    <a:pt x="935" y="238"/>
                  </a:lnTo>
                  <a:lnTo>
                    <a:pt x="93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2" name="Google Shape;1402;p19"/>
            <p:cNvSpPr/>
            <p:nvPr/>
          </p:nvSpPr>
          <p:spPr>
            <a:xfrm>
              <a:off x="6804850" y="2450150"/>
              <a:ext cx="23375" cy="5975"/>
            </a:xfrm>
            <a:custGeom>
              <a:avLst/>
              <a:gdLst/>
              <a:ahLst/>
              <a:cxnLst/>
              <a:rect l="l" t="t" r="r" b="b"/>
              <a:pathLst>
                <a:path w="935" h="239" extrusionOk="0">
                  <a:moveTo>
                    <a:pt x="0" y="1"/>
                  </a:moveTo>
                  <a:lnTo>
                    <a:pt x="0" y="238"/>
                  </a:lnTo>
                  <a:lnTo>
                    <a:pt x="935" y="238"/>
                  </a:lnTo>
                  <a:lnTo>
                    <a:pt x="93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3" name="Google Shape;1403;p19"/>
            <p:cNvSpPr/>
            <p:nvPr/>
          </p:nvSpPr>
          <p:spPr>
            <a:xfrm>
              <a:off x="6663925" y="2450150"/>
              <a:ext cx="24100" cy="5975"/>
            </a:xfrm>
            <a:custGeom>
              <a:avLst/>
              <a:gdLst/>
              <a:ahLst/>
              <a:cxnLst/>
              <a:rect l="l" t="t" r="r" b="b"/>
              <a:pathLst>
                <a:path w="964" h="239" extrusionOk="0">
                  <a:moveTo>
                    <a:pt x="0" y="1"/>
                  </a:moveTo>
                  <a:lnTo>
                    <a:pt x="0" y="238"/>
                  </a:lnTo>
                  <a:lnTo>
                    <a:pt x="963" y="238"/>
                  </a:lnTo>
                  <a:lnTo>
                    <a:pt x="963"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4" name="Google Shape;1404;p19"/>
            <p:cNvSpPr/>
            <p:nvPr/>
          </p:nvSpPr>
          <p:spPr>
            <a:xfrm>
              <a:off x="6617350" y="2450150"/>
              <a:ext cx="23400" cy="5975"/>
            </a:xfrm>
            <a:custGeom>
              <a:avLst/>
              <a:gdLst/>
              <a:ahLst/>
              <a:cxnLst/>
              <a:rect l="l" t="t" r="r" b="b"/>
              <a:pathLst>
                <a:path w="936" h="239" extrusionOk="0">
                  <a:moveTo>
                    <a:pt x="1" y="1"/>
                  </a:moveTo>
                  <a:lnTo>
                    <a:pt x="1" y="238"/>
                  </a:lnTo>
                  <a:lnTo>
                    <a:pt x="936" y="238"/>
                  </a:lnTo>
                  <a:lnTo>
                    <a:pt x="93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5" name="Google Shape;1405;p19"/>
            <p:cNvSpPr/>
            <p:nvPr/>
          </p:nvSpPr>
          <p:spPr>
            <a:xfrm>
              <a:off x="6570275" y="2450150"/>
              <a:ext cx="23200" cy="5975"/>
            </a:xfrm>
            <a:custGeom>
              <a:avLst/>
              <a:gdLst/>
              <a:ahLst/>
              <a:cxnLst/>
              <a:rect l="l" t="t" r="r" b="b"/>
              <a:pathLst>
                <a:path w="928" h="239" extrusionOk="0">
                  <a:moveTo>
                    <a:pt x="0" y="1"/>
                  </a:moveTo>
                  <a:lnTo>
                    <a:pt x="0" y="238"/>
                  </a:lnTo>
                  <a:lnTo>
                    <a:pt x="928" y="238"/>
                  </a:lnTo>
                  <a:lnTo>
                    <a:pt x="92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6" name="Google Shape;1406;p19"/>
            <p:cNvSpPr/>
            <p:nvPr/>
          </p:nvSpPr>
          <p:spPr>
            <a:xfrm>
              <a:off x="6523700" y="2450150"/>
              <a:ext cx="23225" cy="5975"/>
            </a:xfrm>
            <a:custGeom>
              <a:avLst/>
              <a:gdLst/>
              <a:ahLst/>
              <a:cxnLst/>
              <a:rect l="l" t="t" r="r" b="b"/>
              <a:pathLst>
                <a:path w="929" h="239" extrusionOk="0">
                  <a:moveTo>
                    <a:pt x="1" y="1"/>
                  </a:moveTo>
                  <a:lnTo>
                    <a:pt x="1" y="238"/>
                  </a:lnTo>
                  <a:lnTo>
                    <a:pt x="928" y="238"/>
                  </a:lnTo>
                  <a:lnTo>
                    <a:pt x="92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7" name="Google Shape;1407;p19"/>
            <p:cNvSpPr/>
            <p:nvPr/>
          </p:nvSpPr>
          <p:spPr>
            <a:xfrm>
              <a:off x="5677150" y="2450150"/>
              <a:ext cx="23925" cy="5975"/>
            </a:xfrm>
            <a:custGeom>
              <a:avLst/>
              <a:gdLst/>
              <a:ahLst/>
              <a:cxnLst/>
              <a:rect l="l" t="t" r="r" b="b"/>
              <a:pathLst>
                <a:path w="957" h="239" extrusionOk="0">
                  <a:moveTo>
                    <a:pt x="0" y="1"/>
                  </a:moveTo>
                  <a:lnTo>
                    <a:pt x="0" y="238"/>
                  </a:lnTo>
                  <a:lnTo>
                    <a:pt x="956" y="238"/>
                  </a:lnTo>
                  <a:lnTo>
                    <a:pt x="9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8" name="Google Shape;1408;p19"/>
            <p:cNvSpPr/>
            <p:nvPr/>
          </p:nvSpPr>
          <p:spPr>
            <a:xfrm>
              <a:off x="5911900" y="2450150"/>
              <a:ext cx="23900" cy="5975"/>
            </a:xfrm>
            <a:custGeom>
              <a:avLst/>
              <a:gdLst/>
              <a:ahLst/>
              <a:cxnLst/>
              <a:rect l="l" t="t" r="r" b="b"/>
              <a:pathLst>
                <a:path w="956" h="239" extrusionOk="0">
                  <a:moveTo>
                    <a:pt x="0" y="1"/>
                  </a:moveTo>
                  <a:lnTo>
                    <a:pt x="0" y="238"/>
                  </a:lnTo>
                  <a:lnTo>
                    <a:pt x="956" y="238"/>
                  </a:lnTo>
                  <a:lnTo>
                    <a:pt x="9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9" name="Google Shape;1409;p19"/>
            <p:cNvSpPr/>
            <p:nvPr/>
          </p:nvSpPr>
          <p:spPr>
            <a:xfrm>
              <a:off x="5865325" y="2450150"/>
              <a:ext cx="23225" cy="5975"/>
            </a:xfrm>
            <a:custGeom>
              <a:avLst/>
              <a:gdLst/>
              <a:ahLst/>
              <a:cxnLst/>
              <a:rect l="l" t="t" r="r" b="b"/>
              <a:pathLst>
                <a:path w="929" h="239" extrusionOk="0">
                  <a:moveTo>
                    <a:pt x="1" y="1"/>
                  </a:moveTo>
                  <a:lnTo>
                    <a:pt x="1" y="238"/>
                  </a:lnTo>
                  <a:lnTo>
                    <a:pt x="928" y="238"/>
                  </a:lnTo>
                  <a:lnTo>
                    <a:pt x="92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0" name="Google Shape;1410;p19"/>
            <p:cNvSpPr/>
            <p:nvPr/>
          </p:nvSpPr>
          <p:spPr>
            <a:xfrm>
              <a:off x="5818075" y="2450150"/>
              <a:ext cx="23200" cy="5975"/>
            </a:xfrm>
            <a:custGeom>
              <a:avLst/>
              <a:gdLst/>
              <a:ahLst/>
              <a:cxnLst/>
              <a:rect l="l" t="t" r="r" b="b"/>
              <a:pathLst>
                <a:path w="928" h="239" extrusionOk="0">
                  <a:moveTo>
                    <a:pt x="0" y="1"/>
                  </a:moveTo>
                  <a:lnTo>
                    <a:pt x="0" y="238"/>
                  </a:lnTo>
                  <a:lnTo>
                    <a:pt x="928" y="238"/>
                  </a:lnTo>
                  <a:lnTo>
                    <a:pt x="92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1" name="Google Shape;1411;p19"/>
            <p:cNvSpPr/>
            <p:nvPr/>
          </p:nvSpPr>
          <p:spPr>
            <a:xfrm>
              <a:off x="5771500" y="2450150"/>
              <a:ext cx="23400" cy="5975"/>
            </a:xfrm>
            <a:custGeom>
              <a:avLst/>
              <a:gdLst/>
              <a:ahLst/>
              <a:cxnLst/>
              <a:rect l="l" t="t" r="r" b="b"/>
              <a:pathLst>
                <a:path w="936" h="239" extrusionOk="0">
                  <a:moveTo>
                    <a:pt x="0" y="1"/>
                  </a:moveTo>
                  <a:lnTo>
                    <a:pt x="0" y="238"/>
                  </a:lnTo>
                  <a:lnTo>
                    <a:pt x="935" y="238"/>
                  </a:lnTo>
                  <a:lnTo>
                    <a:pt x="93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2" name="Google Shape;1412;p19"/>
            <p:cNvSpPr/>
            <p:nvPr/>
          </p:nvSpPr>
          <p:spPr>
            <a:xfrm>
              <a:off x="5536050" y="2450150"/>
              <a:ext cx="23400" cy="5975"/>
            </a:xfrm>
            <a:custGeom>
              <a:avLst/>
              <a:gdLst/>
              <a:ahLst/>
              <a:cxnLst/>
              <a:rect l="l" t="t" r="r" b="b"/>
              <a:pathLst>
                <a:path w="936" h="239" extrusionOk="0">
                  <a:moveTo>
                    <a:pt x="1" y="1"/>
                  </a:moveTo>
                  <a:lnTo>
                    <a:pt x="1" y="238"/>
                  </a:lnTo>
                  <a:lnTo>
                    <a:pt x="935" y="238"/>
                  </a:lnTo>
                  <a:lnTo>
                    <a:pt x="93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3" name="Google Shape;1413;p19"/>
            <p:cNvSpPr/>
            <p:nvPr/>
          </p:nvSpPr>
          <p:spPr>
            <a:xfrm>
              <a:off x="5629875" y="2450150"/>
              <a:ext cx="23925" cy="5975"/>
            </a:xfrm>
            <a:custGeom>
              <a:avLst/>
              <a:gdLst/>
              <a:ahLst/>
              <a:cxnLst/>
              <a:rect l="l" t="t" r="r" b="b"/>
              <a:pathLst>
                <a:path w="957" h="239" extrusionOk="0">
                  <a:moveTo>
                    <a:pt x="1" y="1"/>
                  </a:moveTo>
                  <a:lnTo>
                    <a:pt x="1" y="238"/>
                  </a:lnTo>
                  <a:lnTo>
                    <a:pt x="956" y="238"/>
                  </a:lnTo>
                  <a:lnTo>
                    <a:pt x="9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4" name="Google Shape;1414;p19"/>
            <p:cNvSpPr/>
            <p:nvPr/>
          </p:nvSpPr>
          <p:spPr>
            <a:xfrm>
              <a:off x="5724400" y="2450150"/>
              <a:ext cx="23225" cy="5975"/>
            </a:xfrm>
            <a:custGeom>
              <a:avLst/>
              <a:gdLst/>
              <a:ahLst/>
              <a:cxnLst/>
              <a:rect l="l" t="t" r="r" b="b"/>
              <a:pathLst>
                <a:path w="929" h="239" extrusionOk="0">
                  <a:moveTo>
                    <a:pt x="1" y="1"/>
                  </a:moveTo>
                  <a:lnTo>
                    <a:pt x="1" y="238"/>
                  </a:lnTo>
                  <a:lnTo>
                    <a:pt x="929" y="238"/>
                  </a:lnTo>
                  <a:lnTo>
                    <a:pt x="929"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5" name="Google Shape;1415;p19"/>
            <p:cNvSpPr/>
            <p:nvPr/>
          </p:nvSpPr>
          <p:spPr>
            <a:xfrm>
              <a:off x="5583325" y="2450150"/>
              <a:ext cx="23375" cy="5975"/>
            </a:xfrm>
            <a:custGeom>
              <a:avLst/>
              <a:gdLst/>
              <a:ahLst/>
              <a:cxnLst/>
              <a:rect l="l" t="t" r="r" b="b"/>
              <a:pathLst>
                <a:path w="935" h="239" extrusionOk="0">
                  <a:moveTo>
                    <a:pt x="0" y="1"/>
                  </a:moveTo>
                  <a:lnTo>
                    <a:pt x="0" y="238"/>
                  </a:lnTo>
                  <a:lnTo>
                    <a:pt x="935" y="238"/>
                  </a:lnTo>
                  <a:lnTo>
                    <a:pt x="93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6" name="Google Shape;1416;p19"/>
            <p:cNvSpPr/>
            <p:nvPr/>
          </p:nvSpPr>
          <p:spPr>
            <a:xfrm>
              <a:off x="6993900" y="2450150"/>
              <a:ext cx="23225" cy="5975"/>
            </a:xfrm>
            <a:custGeom>
              <a:avLst/>
              <a:gdLst/>
              <a:ahLst/>
              <a:cxnLst/>
              <a:rect l="l" t="t" r="r" b="b"/>
              <a:pathLst>
                <a:path w="929" h="239" extrusionOk="0">
                  <a:moveTo>
                    <a:pt x="0" y="1"/>
                  </a:moveTo>
                  <a:lnTo>
                    <a:pt x="0" y="238"/>
                  </a:lnTo>
                  <a:lnTo>
                    <a:pt x="928" y="238"/>
                  </a:lnTo>
                  <a:lnTo>
                    <a:pt x="92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7" name="Google Shape;1417;p19"/>
            <p:cNvSpPr/>
            <p:nvPr/>
          </p:nvSpPr>
          <p:spPr>
            <a:xfrm>
              <a:off x="6947325" y="2450150"/>
              <a:ext cx="23225" cy="5975"/>
            </a:xfrm>
            <a:custGeom>
              <a:avLst/>
              <a:gdLst/>
              <a:ahLst/>
              <a:cxnLst/>
              <a:rect l="l" t="t" r="r" b="b"/>
              <a:pathLst>
                <a:path w="929" h="239" extrusionOk="0">
                  <a:moveTo>
                    <a:pt x="1" y="1"/>
                  </a:moveTo>
                  <a:lnTo>
                    <a:pt x="1" y="238"/>
                  </a:lnTo>
                  <a:lnTo>
                    <a:pt x="928" y="238"/>
                  </a:lnTo>
                  <a:lnTo>
                    <a:pt x="92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8" name="Google Shape;1418;p19"/>
            <p:cNvSpPr/>
            <p:nvPr/>
          </p:nvSpPr>
          <p:spPr>
            <a:xfrm>
              <a:off x="7087550" y="2450150"/>
              <a:ext cx="24775" cy="5975"/>
            </a:xfrm>
            <a:custGeom>
              <a:avLst/>
              <a:gdLst/>
              <a:ahLst/>
              <a:cxnLst/>
              <a:rect l="l" t="t" r="r" b="b"/>
              <a:pathLst>
                <a:path w="991" h="239" extrusionOk="0">
                  <a:moveTo>
                    <a:pt x="0" y="1"/>
                  </a:moveTo>
                  <a:lnTo>
                    <a:pt x="0" y="238"/>
                  </a:lnTo>
                  <a:lnTo>
                    <a:pt x="991" y="238"/>
                  </a:lnTo>
                  <a:lnTo>
                    <a:pt x="991"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9" name="Google Shape;1419;p19"/>
            <p:cNvSpPr/>
            <p:nvPr/>
          </p:nvSpPr>
          <p:spPr>
            <a:xfrm>
              <a:off x="7041150" y="2450150"/>
              <a:ext cx="23225" cy="5975"/>
            </a:xfrm>
            <a:custGeom>
              <a:avLst/>
              <a:gdLst/>
              <a:ahLst/>
              <a:cxnLst/>
              <a:rect l="l" t="t" r="r" b="b"/>
              <a:pathLst>
                <a:path w="929" h="239" extrusionOk="0">
                  <a:moveTo>
                    <a:pt x="1" y="1"/>
                  </a:moveTo>
                  <a:lnTo>
                    <a:pt x="1" y="238"/>
                  </a:lnTo>
                  <a:lnTo>
                    <a:pt x="929" y="238"/>
                  </a:lnTo>
                  <a:lnTo>
                    <a:pt x="929"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0" name="Google Shape;1420;p19"/>
            <p:cNvSpPr/>
            <p:nvPr/>
          </p:nvSpPr>
          <p:spPr>
            <a:xfrm>
              <a:off x="6900075" y="2450150"/>
              <a:ext cx="23375" cy="5975"/>
            </a:xfrm>
            <a:custGeom>
              <a:avLst/>
              <a:gdLst/>
              <a:ahLst/>
              <a:cxnLst/>
              <a:rect l="l" t="t" r="r" b="b"/>
              <a:pathLst>
                <a:path w="935" h="239" extrusionOk="0">
                  <a:moveTo>
                    <a:pt x="0" y="1"/>
                  </a:moveTo>
                  <a:lnTo>
                    <a:pt x="0" y="238"/>
                  </a:lnTo>
                  <a:lnTo>
                    <a:pt x="935" y="238"/>
                  </a:lnTo>
                  <a:lnTo>
                    <a:pt x="93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1" name="Google Shape;1421;p19"/>
            <p:cNvSpPr/>
            <p:nvPr/>
          </p:nvSpPr>
          <p:spPr>
            <a:xfrm>
              <a:off x="7370250" y="2450150"/>
              <a:ext cx="24100" cy="5975"/>
            </a:xfrm>
            <a:custGeom>
              <a:avLst/>
              <a:gdLst/>
              <a:ahLst/>
              <a:cxnLst/>
              <a:rect l="l" t="t" r="r" b="b"/>
              <a:pathLst>
                <a:path w="964" h="239" extrusionOk="0">
                  <a:moveTo>
                    <a:pt x="1" y="1"/>
                  </a:moveTo>
                  <a:lnTo>
                    <a:pt x="1" y="238"/>
                  </a:lnTo>
                  <a:lnTo>
                    <a:pt x="963" y="238"/>
                  </a:lnTo>
                  <a:lnTo>
                    <a:pt x="963"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2" name="Google Shape;1422;p19"/>
            <p:cNvSpPr/>
            <p:nvPr/>
          </p:nvSpPr>
          <p:spPr>
            <a:xfrm>
              <a:off x="7323700" y="2450150"/>
              <a:ext cx="23375" cy="5975"/>
            </a:xfrm>
            <a:custGeom>
              <a:avLst/>
              <a:gdLst/>
              <a:ahLst/>
              <a:cxnLst/>
              <a:rect l="l" t="t" r="r" b="b"/>
              <a:pathLst>
                <a:path w="935" h="239" extrusionOk="0">
                  <a:moveTo>
                    <a:pt x="0" y="1"/>
                  </a:moveTo>
                  <a:lnTo>
                    <a:pt x="0" y="238"/>
                  </a:lnTo>
                  <a:lnTo>
                    <a:pt x="935" y="238"/>
                  </a:lnTo>
                  <a:lnTo>
                    <a:pt x="93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3" name="Google Shape;1423;p19"/>
            <p:cNvSpPr/>
            <p:nvPr/>
          </p:nvSpPr>
          <p:spPr>
            <a:xfrm>
              <a:off x="7464775" y="2450150"/>
              <a:ext cx="23225" cy="5975"/>
            </a:xfrm>
            <a:custGeom>
              <a:avLst/>
              <a:gdLst/>
              <a:ahLst/>
              <a:cxnLst/>
              <a:rect l="l" t="t" r="r" b="b"/>
              <a:pathLst>
                <a:path w="929" h="239" extrusionOk="0">
                  <a:moveTo>
                    <a:pt x="1" y="1"/>
                  </a:moveTo>
                  <a:lnTo>
                    <a:pt x="1" y="238"/>
                  </a:lnTo>
                  <a:lnTo>
                    <a:pt x="929" y="238"/>
                  </a:lnTo>
                  <a:lnTo>
                    <a:pt x="929"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4" name="Google Shape;1424;p19"/>
            <p:cNvSpPr/>
            <p:nvPr/>
          </p:nvSpPr>
          <p:spPr>
            <a:xfrm>
              <a:off x="7417525" y="2450150"/>
              <a:ext cx="23225" cy="5975"/>
            </a:xfrm>
            <a:custGeom>
              <a:avLst/>
              <a:gdLst/>
              <a:ahLst/>
              <a:cxnLst/>
              <a:rect l="l" t="t" r="r" b="b"/>
              <a:pathLst>
                <a:path w="929" h="239" extrusionOk="0">
                  <a:moveTo>
                    <a:pt x="0" y="1"/>
                  </a:moveTo>
                  <a:lnTo>
                    <a:pt x="0" y="238"/>
                  </a:lnTo>
                  <a:lnTo>
                    <a:pt x="928" y="238"/>
                  </a:lnTo>
                  <a:lnTo>
                    <a:pt x="92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5" name="Google Shape;1425;p19"/>
            <p:cNvSpPr/>
            <p:nvPr/>
          </p:nvSpPr>
          <p:spPr>
            <a:xfrm>
              <a:off x="7276600" y="2450150"/>
              <a:ext cx="23925" cy="5975"/>
            </a:xfrm>
            <a:custGeom>
              <a:avLst/>
              <a:gdLst/>
              <a:ahLst/>
              <a:cxnLst/>
              <a:rect l="l" t="t" r="r" b="b"/>
              <a:pathLst>
                <a:path w="957" h="239" extrusionOk="0">
                  <a:moveTo>
                    <a:pt x="1" y="1"/>
                  </a:moveTo>
                  <a:lnTo>
                    <a:pt x="1" y="238"/>
                  </a:lnTo>
                  <a:lnTo>
                    <a:pt x="956" y="238"/>
                  </a:lnTo>
                  <a:lnTo>
                    <a:pt x="9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6" name="Google Shape;1426;p19"/>
            <p:cNvSpPr/>
            <p:nvPr/>
          </p:nvSpPr>
          <p:spPr>
            <a:xfrm>
              <a:off x="7230025" y="2450150"/>
              <a:ext cx="23225" cy="5975"/>
            </a:xfrm>
            <a:custGeom>
              <a:avLst/>
              <a:gdLst/>
              <a:ahLst/>
              <a:cxnLst/>
              <a:rect l="l" t="t" r="r" b="b"/>
              <a:pathLst>
                <a:path w="929" h="239" extrusionOk="0">
                  <a:moveTo>
                    <a:pt x="1" y="1"/>
                  </a:moveTo>
                  <a:lnTo>
                    <a:pt x="1" y="238"/>
                  </a:lnTo>
                  <a:lnTo>
                    <a:pt x="929" y="238"/>
                  </a:lnTo>
                  <a:lnTo>
                    <a:pt x="929"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7" name="Google Shape;1427;p19"/>
            <p:cNvSpPr/>
            <p:nvPr/>
          </p:nvSpPr>
          <p:spPr>
            <a:xfrm>
              <a:off x="7182775" y="2450150"/>
              <a:ext cx="23225" cy="5975"/>
            </a:xfrm>
            <a:custGeom>
              <a:avLst/>
              <a:gdLst/>
              <a:ahLst/>
              <a:cxnLst/>
              <a:rect l="l" t="t" r="r" b="b"/>
              <a:pathLst>
                <a:path w="929" h="239" extrusionOk="0">
                  <a:moveTo>
                    <a:pt x="0" y="1"/>
                  </a:moveTo>
                  <a:lnTo>
                    <a:pt x="0" y="238"/>
                  </a:lnTo>
                  <a:lnTo>
                    <a:pt x="928" y="238"/>
                  </a:lnTo>
                  <a:lnTo>
                    <a:pt x="92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8" name="Google Shape;1428;p19"/>
            <p:cNvSpPr/>
            <p:nvPr/>
          </p:nvSpPr>
          <p:spPr>
            <a:xfrm>
              <a:off x="7136200" y="2450150"/>
              <a:ext cx="23400" cy="5975"/>
            </a:xfrm>
            <a:custGeom>
              <a:avLst/>
              <a:gdLst/>
              <a:ahLst/>
              <a:cxnLst/>
              <a:rect l="l" t="t" r="r" b="b"/>
              <a:pathLst>
                <a:path w="936" h="239" extrusionOk="0">
                  <a:moveTo>
                    <a:pt x="1" y="1"/>
                  </a:moveTo>
                  <a:lnTo>
                    <a:pt x="1" y="238"/>
                  </a:lnTo>
                  <a:lnTo>
                    <a:pt x="936" y="238"/>
                  </a:lnTo>
                  <a:lnTo>
                    <a:pt x="93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9" name="Google Shape;1429;p19"/>
            <p:cNvSpPr/>
            <p:nvPr/>
          </p:nvSpPr>
          <p:spPr>
            <a:xfrm>
              <a:off x="8358600" y="2450150"/>
              <a:ext cx="23225" cy="5975"/>
            </a:xfrm>
            <a:custGeom>
              <a:avLst/>
              <a:gdLst/>
              <a:ahLst/>
              <a:cxnLst/>
              <a:rect l="l" t="t" r="r" b="b"/>
              <a:pathLst>
                <a:path w="929" h="239" extrusionOk="0">
                  <a:moveTo>
                    <a:pt x="1" y="1"/>
                  </a:moveTo>
                  <a:lnTo>
                    <a:pt x="1" y="238"/>
                  </a:lnTo>
                  <a:lnTo>
                    <a:pt x="928" y="238"/>
                  </a:lnTo>
                  <a:lnTo>
                    <a:pt x="92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0" name="Google Shape;1430;p19"/>
            <p:cNvSpPr/>
            <p:nvPr/>
          </p:nvSpPr>
          <p:spPr>
            <a:xfrm>
              <a:off x="8311350" y="2450150"/>
              <a:ext cx="23900" cy="5975"/>
            </a:xfrm>
            <a:custGeom>
              <a:avLst/>
              <a:gdLst/>
              <a:ahLst/>
              <a:cxnLst/>
              <a:rect l="l" t="t" r="r" b="b"/>
              <a:pathLst>
                <a:path w="956" h="239" extrusionOk="0">
                  <a:moveTo>
                    <a:pt x="0" y="1"/>
                  </a:moveTo>
                  <a:lnTo>
                    <a:pt x="0" y="238"/>
                  </a:lnTo>
                  <a:lnTo>
                    <a:pt x="956" y="238"/>
                  </a:lnTo>
                  <a:lnTo>
                    <a:pt x="9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1" name="Google Shape;1431;p19"/>
            <p:cNvSpPr/>
            <p:nvPr/>
          </p:nvSpPr>
          <p:spPr>
            <a:xfrm>
              <a:off x="8452250" y="2450150"/>
              <a:ext cx="24800" cy="5975"/>
            </a:xfrm>
            <a:custGeom>
              <a:avLst/>
              <a:gdLst/>
              <a:ahLst/>
              <a:cxnLst/>
              <a:rect l="l" t="t" r="r" b="b"/>
              <a:pathLst>
                <a:path w="992" h="239" extrusionOk="0">
                  <a:moveTo>
                    <a:pt x="1" y="1"/>
                  </a:moveTo>
                  <a:lnTo>
                    <a:pt x="1" y="238"/>
                  </a:lnTo>
                  <a:lnTo>
                    <a:pt x="991" y="238"/>
                  </a:lnTo>
                  <a:lnTo>
                    <a:pt x="991"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2" name="Google Shape;1432;p19"/>
            <p:cNvSpPr/>
            <p:nvPr/>
          </p:nvSpPr>
          <p:spPr>
            <a:xfrm>
              <a:off x="8405000" y="2450150"/>
              <a:ext cx="24075" cy="5975"/>
            </a:xfrm>
            <a:custGeom>
              <a:avLst/>
              <a:gdLst/>
              <a:ahLst/>
              <a:cxnLst/>
              <a:rect l="l" t="t" r="r" b="b"/>
              <a:pathLst>
                <a:path w="963" h="239" extrusionOk="0">
                  <a:moveTo>
                    <a:pt x="0" y="1"/>
                  </a:moveTo>
                  <a:lnTo>
                    <a:pt x="0" y="238"/>
                  </a:lnTo>
                  <a:lnTo>
                    <a:pt x="963" y="238"/>
                  </a:lnTo>
                  <a:lnTo>
                    <a:pt x="963"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3" name="Google Shape;1433;p19"/>
            <p:cNvSpPr/>
            <p:nvPr/>
          </p:nvSpPr>
          <p:spPr>
            <a:xfrm>
              <a:off x="8030025" y="2450150"/>
              <a:ext cx="23400" cy="5975"/>
            </a:xfrm>
            <a:custGeom>
              <a:avLst/>
              <a:gdLst/>
              <a:ahLst/>
              <a:cxnLst/>
              <a:rect l="l" t="t" r="r" b="b"/>
              <a:pathLst>
                <a:path w="936" h="239" extrusionOk="0">
                  <a:moveTo>
                    <a:pt x="1" y="1"/>
                  </a:moveTo>
                  <a:lnTo>
                    <a:pt x="1" y="238"/>
                  </a:lnTo>
                  <a:lnTo>
                    <a:pt x="935" y="238"/>
                  </a:lnTo>
                  <a:lnTo>
                    <a:pt x="93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4" name="Google Shape;1434;p19"/>
            <p:cNvSpPr/>
            <p:nvPr/>
          </p:nvSpPr>
          <p:spPr>
            <a:xfrm>
              <a:off x="7982925" y="2450150"/>
              <a:ext cx="23925" cy="5975"/>
            </a:xfrm>
            <a:custGeom>
              <a:avLst/>
              <a:gdLst/>
              <a:ahLst/>
              <a:cxnLst/>
              <a:rect l="l" t="t" r="r" b="b"/>
              <a:pathLst>
                <a:path w="957" h="239" extrusionOk="0">
                  <a:moveTo>
                    <a:pt x="1" y="1"/>
                  </a:moveTo>
                  <a:lnTo>
                    <a:pt x="1" y="238"/>
                  </a:lnTo>
                  <a:lnTo>
                    <a:pt x="957" y="238"/>
                  </a:lnTo>
                  <a:lnTo>
                    <a:pt x="957"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5" name="Google Shape;1435;p19"/>
            <p:cNvSpPr/>
            <p:nvPr/>
          </p:nvSpPr>
          <p:spPr>
            <a:xfrm>
              <a:off x="8264775" y="2450150"/>
              <a:ext cx="23400" cy="5975"/>
            </a:xfrm>
            <a:custGeom>
              <a:avLst/>
              <a:gdLst/>
              <a:ahLst/>
              <a:cxnLst/>
              <a:rect l="l" t="t" r="r" b="b"/>
              <a:pathLst>
                <a:path w="936" h="239" extrusionOk="0">
                  <a:moveTo>
                    <a:pt x="0" y="1"/>
                  </a:moveTo>
                  <a:lnTo>
                    <a:pt x="0" y="238"/>
                  </a:lnTo>
                  <a:lnTo>
                    <a:pt x="935" y="238"/>
                  </a:lnTo>
                  <a:lnTo>
                    <a:pt x="93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6" name="Google Shape;1436;p19"/>
            <p:cNvSpPr/>
            <p:nvPr/>
          </p:nvSpPr>
          <p:spPr>
            <a:xfrm>
              <a:off x="7936375" y="2450150"/>
              <a:ext cx="23225" cy="5975"/>
            </a:xfrm>
            <a:custGeom>
              <a:avLst/>
              <a:gdLst/>
              <a:ahLst/>
              <a:cxnLst/>
              <a:rect l="l" t="t" r="r" b="b"/>
              <a:pathLst>
                <a:path w="929" h="239" extrusionOk="0">
                  <a:moveTo>
                    <a:pt x="0" y="1"/>
                  </a:moveTo>
                  <a:lnTo>
                    <a:pt x="0" y="238"/>
                  </a:lnTo>
                  <a:lnTo>
                    <a:pt x="928" y="238"/>
                  </a:lnTo>
                  <a:lnTo>
                    <a:pt x="92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7" name="Google Shape;1437;p19"/>
            <p:cNvSpPr/>
            <p:nvPr/>
          </p:nvSpPr>
          <p:spPr>
            <a:xfrm>
              <a:off x="8217500" y="2450150"/>
              <a:ext cx="23400" cy="5975"/>
            </a:xfrm>
            <a:custGeom>
              <a:avLst/>
              <a:gdLst/>
              <a:ahLst/>
              <a:cxnLst/>
              <a:rect l="l" t="t" r="r" b="b"/>
              <a:pathLst>
                <a:path w="936" h="239" extrusionOk="0">
                  <a:moveTo>
                    <a:pt x="1" y="1"/>
                  </a:moveTo>
                  <a:lnTo>
                    <a:pt x="1" y="238"/>
                  </a:lnTo>
                  <a:lnTo>
                    <a:pt x="936" y="238"/>
                  </a:lnTo>
                  <a:lnTo>
                    <a:pt x="93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8" name="Google Shape;1438;p19"/>
            <p:cNvSpPr/>
            <p:nvPr/>
          </p:nvSpPr>
          <p:spPr>
            <a:xfrm>
              <a:off x="8171125" y="2450150"/>
              <a:ext cx="23225" cy="5975"/>
            </a:xfrm>
            <a:custGeom>
              <a:avLst/>
              <a:gdLst/>
              <a:ahLst/>
              <a:cxnLst/>
              <a:rect l="l" t="t" r="r" b="b"/>
              <a:pathLst>
                <a:path w="929" h="239" extrusionOk="0">
                  <a:moveTo>
                    <a:pt x="0" y="1"/>
                  </a:moveTo>
                  <a:lnTo>
                    <a:pt x="0" y="238"/>
                  </a:lnTo>
                  <a:lnTo>
                    <a:pt x="928" y="238"/>
                  </a:lnTo>
                  <a:lnTo>
                    <a:pt x="92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9" name="Google Shape;1439;p19"/>
            <p:cNvSpPr/>
            <p:nvPr/>
          </p:nvSpPr>
          <p:spPr>
            <a:xfrm>
              <a:off x="8076600" y="2450150"/>
              <a:ext cx="24075" cy="5975"/>
            </a:xfrm>
            <a:custGeom>
              <a:avLst/>
              <a:gdLst/>
              <a:ahLst/>
              <a:cxnLst/>
              <a:rect l="l" t="t" r="r" b="b"/>
              <a:pathLst>
                <a:path w="963" h="239" extrusionOk="0">
                  <a:moveTo>
                    <a:pt x="0" y="1"/>
                  </a:moveTo>
                  <a:lnTo>
                    <a:pt x="0" y="238"/>
                  </a:lnTo>
                  <a:lnTo>
                    <a:pt x="963" y="238"/>
                  </a:lnTo>
                  <a:lnTo>
                    <a:pt x="963"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0" name="Google Shape;1440;p19"/>
            <p:cNvSpPr/>
            <p:nvPr/>
          </p:nvSpPr>
          <p:spPr>
            <a:xfrm>
              <a:off x="8123850" y="2450150"/>
              <a:ext cx="23225" cy="5975"/>
            </a:xfrm>
            <a:custGeom>
              <a:avLst/>
              <a:gdLst/>
              <a:ahLst/>
              <a:cxnLst/>
              <a:rect l="l" t="t" r="r" b="b"/>
              <a:pathLst>
                <a:path w="929" h="239" extrusionOk="0">
                  <a:moveTo>
                    <a:pt x="1" y="1"/>
                  </a:moveTo>
                  <a:lnTo>
                    <a:pt x="1" y="238"/>
                  </a:lnTo>
                  <a:lnTo>
                    <a:pt x="929" y="238"/>
                  </a:lnTo>
                  <a:lnTo>
                    <a:pt x="929"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1" name="Google Shape;1441;p19"/>
            <p:cNvSpPr/>
            <p:nvPr/>
          </p:nvSpPr>
          <p:spPr>
            <a:xfrm>
              <a:off x="7654350" y="2450150"/>
              <a:ext cx="23400" cy="5975"/>
            </a:xfrm>
            <a:custGeom>
              <a:avLst/>
              <a:gdLst/>
              <a:ahLst/>
              <a:cxnLst/>
              <a:rect l="l" t="t" r="r" b="b"/>
              <a:pathLst>
                <a:path w="936" h="239" extrusionOk="0">
                  <a:moveTo>
                    <a:pt x="1" y="1"/>
                  </a:moveTo>
                  <a:lnTo>
                    <a:pt x="1" y="238"/>
                  </a:lnTo>
                  <a:lnTo>
                    <a:pt x="936" y="238"/>
                  </a:lnTo>
                  <a:lnTo>
                    <a:pt x="93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2" name="Google Shape;1442;p19"/>
            <p:cNvSpPr/>
            <p:nvPr/>
          </p:nvSpPr>
          <p:spPr>
            <a:xfrm>
              <a:off x="7889100" y="2450150"/>
              <a:ext cx="23225" cy="5975"/>
            </a:xfrm>
            <a:custGeom>
              <a:avLst/>
              <a:gdLst/>
              <a:ahLst/>
              <a:cxnLst/>
              <a:rect l="l" t="t" r="r" b="b"/>
              <a:pathLst>
                <a:path w="929" h="239" extrusionOk="0">
                  <a:moveTo>
                    <a:pt x="1" y="1"/>
                  </a:moveTo>
                  <a:lnTo>
                    <a:pt x="1" y="238"/>
                  </a:lnTo>
                  <a:lnTo>
                    <a:pt x="929" y="238"/>
                  </a:lnTo>
                  <a:lnTo>
                    <a:pt x="929"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3" name="Google Shape;1443;p19"/>
            <p:cNvSpPr/>
            <p:nvPr/>
          </p:nvSpPr>
          <p:spPr>
            <a:xfrm>
              <a:off x="7841850" y="2450150"/>
              <a:ext cx="24075" cy="5975"/>
            </a:xfrm>
            <a:custGeom>
              <a:avLst/>
              <a:gdLst/>
              <a:ahLst/>
              <a:cxnLst/>
              <a:rect l="l" t="t" r="r" b="b"/>
              <a:pathLst>
                <a:path w="963" h="239" extrusionOk="0">
                  <a:moveTo>
                    <a:pt x="0" y="1"/>
                  </a:moveTo>
                  <a:lnTo>
                    <a:pt x="0" y="238"/>
                  </a:lnTo>
                  <a:lnTo>
                    <a:pt x="963" y="238"/>
                  </a:lnTo>
                  <a:lnTo>
                    <a:pt x="963"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4" name="Google Shape;1444;p19"/>
            <p:cNvSpPr/>
            <p:nvPr/>
          </p:nvSpPr>
          <p:spPr>
            <a:xfrm>
              <a:off x="7795450" y="2450150"/>
              <a:ext cx="23225" cy="5975"/>
            </a:xfrm>
            <a:custGeom>
              <a:avLst/>
              <a:gdLst/>
              <a:ahLst/>
              <a:cxnLst/>
              <a:rect l="l" t="t" r="r" b="b"/>
              <a:pathLst>
                <a:path w="929" h="239" extrusionOk="0">
                  <a:moveTo>
                    <a:pt x="1" y="1"/>
                  </a:moveTo>
                  <a:lnTo>
                    <a:pt x="1" y="238"/>
                  </a:lnTo>
                  <a:lnTo>
                    <a:pt x="928" y="238"/>
                  </a:lnTo>
                  <a:lnTo>
                    <a:pt x="92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5" name="Google Shape;1445;p19"/>
            <p:cNvSpPr/>
            <p:nvPr/>
          </p:nvSpPr>
          <p:spPr>
            <a:xfrm>
              <a:off x="7748200" y="2450150"/>
              <a:ext cx="23200" cy="5975"/>
            </a:xfrm>
            <a:custGeom>
              <a:avLst/>
              <a:gdLst/>
              <a:ahLst/>
              <a:cxnLst/>
              <a:rect l="l" t="t" r="r" b="b"/>
              <a:pathLst>
                <a:path w="928" h="239" extrusionOk="0">
                  <a:moveTo>
                    <a:pt x="0" y="1"/>
                  </a:moveTo>
                  <a:lnTo>
                    <a:pt x="0" y="238"/>
                  </a:lnTo>
                  <a:lnTo>
                    <a:pt x="928" y="238"/>
                  </a:lnTo>
                  <a:lnTo>
                    <a:pt x="92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6" name="Google Shape;1446;p19"/>
            <p:cNvSpPr/>
            <p:nvPr/>
          </p:nvSpPr>
          <p:spPr>
            <a:xfrm>
              <a:off x="7513450" y="2450150"/>
              <a:ext cx="23200" cy="5975"/>
            </a:xfrm>
            <a:custGeom>
              <a:avLst/>
              <a:gdLst/>
              <a:ahLst/>
              <a:cxnLst/>
              <a:rect l="l" t="t" r="r" b="b"/>
              <a:pathLst>
                <a:path w="928" h="239" extrusionOk="0">
                  <a:moveTo>
                    <a:pt x="0" y="1"/>
                  </a:moveTo>
                  <a:lnTo>
                    <a:pt x="0" y="238"/>
                  </a:lnTo>
                  <a:lnTo>
                    <a:pt x="928" y="238"/>
                  </a:lnTo>
                  <a:lnTo>
                    <a:pt x="92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7" name="Google Shape;1447;p19"/>
            <p:cNvSpPr/>
            <p:nvPr/>
          </p:nvSpPr>
          <p:spPr>
            <a:xfrm>
              <a:off x="7607100" y="2450150"/>
              <a:ext cx="23400" cy="5975"/>
            </a:xfrm>
            <a:custGeom>
              <a:avLst/>
              <a:gdLst/>
              <a:ahLst/>
              <a:cxnLst/>
              <a:rect l="l" t="t" r="r" b="b"/>
              <a:pathLst>
                <a:path w="936" h="239" extrusionOk="0">
                  <a:moveTo>
                    <a:pt x="0" y="1"/>
                  </a:moveTo>
                  <a:lnTo>
                    <a:pt x="0" y="238"/>
                  </a:lnTo>
                  <a:lnTo>
                    <a:pt x="935" y="238"/>
                  </a:lnTo>
                  <a:lnTo>
                    <a:pt x="93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8" name="Google Shape;1448;p19"/>
            <p:cNvSpPr/>
            <p:nvPr/>
          </p:nvSpPr>
          <p:spPr>
            <a:xfrm>
              <a:off x="7701625" y="2450150"/>
              <a:ext cx="23225" cy="5975"/>
            </a:xfrm>
            <a:custGeom>
              <a:avLst/>
              <a:gdLst/>
              <a:ahLst/>
              <a:cxnLst/>
              <a:rect l="l" t="t" r="r" b="b"/>
              <a:pathLst>
                <a:path w="929" h="239" extrusionOk="0">
                  <a:moveTo>
                    <a:pt x="0" y="1"/>
                  </a:moveTo>
                  <a:lnTo>
                    <a:pt x="0" y="238"/>
                  </a:lnTo>
                  <a:lnTo>
                    <a:pt x="928" y="238"/>
                  </a:lnTo>
                  <a:lnTo>
                    <a:pt x="92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9" name="Google Shape;1449;p19"/>
            <p:cNvSpPr/>
            <p:nvPr/>
          </p:nvSpPr>
          <p:spPr>
            <a:xfrm>
              <a:off x="7560000" y="2450150"/>
              <a:ext cx="23925" cy="5975"/>
            </a:xfrm>
            <a:custGeom>
              <a:avLst/>
              <a:gdLst/>
              <a:ahLst/>
              <a:cxnLst/>
              <a:rect l="l" t="t" r="r" b="b"/>
              <a:pathLst>
                <a:path w="957" h="239" extrusionOk="0">
                  <a:moveTo>
                    <a:pt x="1" y="1"/>
                  </a:moveTo>
                  <a:lnTo>
                    <a:pt x="1" y="238"/>
                  </a:lnTo>
                  <a:lnTo>
                    <a:pt x="957" y="238"/>
                  </a:lnTo>
                  <a:lnTo>
                    <a:pt x="957"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50" name="Google Shape;1450;p19"/>
          <p:cNvGrpSpPr/>
          <p:nvPr/>
        </p:nvGrpSpPr>
        <p:grpSpPr>
          <a:xfrm>
            <a:off x="2554563" y="3973589"/>
            <a:ext cx="750012" cy="630423"/>
            <a:chOff x="1507450" y="3919292"/>
            <a:chExt cx="953486" cy="801453"/>
          </a:xfrm>
        </p:grpSpPr>
        <p:grpSp>
          <p:nvGrpSpPr>
            <p:cNvPr id="1451" name="Google Shape;1451;p19"/>
            <p:cNvGrpSpPr/>
            <p:nvPr/>
          </p:nvGrpSpPr>
          <p:grpSpPr>
            <a:xfrm>
              <a:off x="1806988" y="3919292"/>
              <a:ext cx="441906" cy="801453"/>
              <a:chOff x="3816307" y="2352225"/>
              <a:chExt cx="1213027" cy="2199981"/>
            </a:xfrm>
          </p:grpSpPr>
          <p:sp>
            <p:nvSpPr>
              <p:cNvPr id="1452" name="Google Shape;1452;p19"/>
              <p:cNvSpPr/>
              <p:nvPr/>
            </p:nvSpPr>
            <p:spPr>
              <a:xfrm>
                <a:off x="3816307" y="2353110"/>
                <a:ext cx="1213027" cy="1210194"/>
              </a:xfrm>
              <a:custGeom>
                <a:avLst/>
                <a:gdLst/>
                <a:ahLst/>
                <a:cxnLst/>
                <a:rect l="l" t="t" r="r" b="b"/>
                <a:pathLst>
                  <a:path w="6852" h="6836" extrusionOk="0">
                    <a:moveTo>
                      <a:pt x="3422" y="1"/>
                    </a:moveTo>
                    <a:cubicBezTo>
                      <a:pt x="1540" y="1"/>
                      <a:pt x="14" y="1519"/>
                      <a:pt x="1" y="3404"/>
                    </a:cubicBezTo>
                    <a:cubicBezTo>
                      <a:pt x="1" y="5299"/>
                      <a:pt x="1524" y="6836"/>
                      <a:pt x="3420" y="6836"/>
                    </a:cubicBezTo>
                    <a:cubicBezTo>
                      <a:pt x="3430" y="6836"/>
                      <a:pt x="3440" y="6836"/>
                      <a:pt x="3450" y="6836"/>
                    </a:cubicBezTo>
                    <a:cubicBezTo>
                      <a:pt x="5316" y="6836"/>
                      <a:pt x="6836" y="5315"/>
                      <a:pt x="6852" y="3433"/>
                    </a:cubicBezTo>
                    <a:cubicBezTo>
                      <a:pt x="6852" y="1540"/>
                      <a:pt x="5326" y="1"/>
                      <a:pt x="3446" y="1"/>
                    </a:cubicBezTo>
                    <a:cubicBezTo>
                      <a:pt x="3438" y="1"/>
                      <a:pt x="3430" y="1"/>
                      <a:pt x="342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3" name="Google Shape;1453;p19"/>
              <p:cNvSpPr/>
              <p:nvPr/>
            </p:nvSpPr>
            <p:spPr>
              <a:xfrm>
                <a:off x="4199402" y="2832867"/>
                <a:ext cx="361854" cy="1719340"/>
              </a:xfrm>
              <a:custGeom>
                <a:avLst/>
                <a:gdLst/>
                <a:ahLst/>
                <a:cxnLst/>
                <a:rect l="l" t="t" r="r" b="b"/>
                <a:pathLst>
                  <a:path w="2044" h="9712" extrusionOk="0">
                    <a:moveTo>
                      <a:pt x="1187" y="1"/>
                    </a:moveTo>
                    <a:lnTo>
                      <a:pt x="929" y="3420"/>
                    </a:lnTo>
                    <a:lnTo>
                      <a:pt x="14" y="2262"/>
                    </a:lnTo>
                    <a:lnTo>
                      <a:pt x="1" y="2276"/>
                    </a:lnTo>
                    <a:lnTo>
                      <a:pt x="900" y="3815"/>
                    </a:lnTo>
                    <a:lnTo>
                      <a:pt x="736" y="9712"/>
                    </a:lnTo>
                    <a:lnTo>
                      <a:pt x="1635" y="9712"/>
                    </a:lnTo>
                    <a:lnTo>
                      <a:pt x="1364" y="1854"/>
                    </a:lnTo>
                    <a:lnTo>
                      <a:pt x="2044" y="1020"/>
                    </a:lnTo>
                    <a:lnTo>
                      <a:pt x="2031" y="1007"/>
                    </a:lnTo>
                    <a:lnTo>
                      <a:pt x="1351" y="1648"/>
                    </a:lnTo>
                    <a:lnTo>
                      <a:pt x="1240" y="14"/>
                    </a:lnTo>
                    <a:lnTo>
                      <a:pt x="118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4" name="Google Shape;1454;p19"/>
              <p:cNvSpPr/>
              <p:nvPr/>
            </p:nvSpPr>
            <p:spPr>
              <a:xfrm>
                <a:off x="4331999" y="2352225"/>
                <a:ext cx="697331" cy="1211079"/>
              </a:xfrm>
              <a:custGeom>
                <a:avLst/>
                <a:gdLst/>
                <a:ahLst/>
                <a:cxnLst/>
                <a:rect l="l" t="t" r="r" b="b"/>
                <a:pathLst>
                  <a:path w="3939" h="6841" extrusionOk="0">
                    <a:moveTo>
                      <a:pt x="383" y="1"/>
                    </a:moveTo>
                    <a:cubicBezTo>
                      <a:pt x="248" y="1"/>
                      <a:pt x="120" y="13"/>
                      <a:pt x="0" y="32"/>
                    </a:cubicBezTo>
                    <a:cubicBezTo>
                      <a:pt x="1651" y="290"/>
                      <a:pt x="2903" y="1722"/>
                      <a:pt x="2903" y="3438"/>
                    </a:cubicBezTo>
                    <a:cubicBezTo>
                      <a:pt x="2890" y="5141"/>
                      <a:pt x="1635" y="6556"/>
                      <a:pt x="0" y="6801"/>
                    </a:cubicBezTo>
                    <a:cubicBezTo>
                      <a:pt x="164" y="6828"/>
                      <a:pt x="327" y="6841"/>
                      <a:pt x="507" y="6841"/>
                    </a:cubicBezTo>
                    <a:cubicBezTo>
                      <a:pt x="517" y="6841"/>
                      <a:pt x="527" y="6841"/>
                      <a:pt x="537" y="6841"/>
                    </a:cubicBezTo>
                    <a:cubicBezTo>
                      <a:pt x="2403" y="6841"/>
                      <a:pt x="3923" y="5320"/>
                      <a:pt x="3939" y="3438"/>
                    </a:cubicBezTo>
                    <a:cubicBezTo>
                      <a:pt x="3939" y="1545"/>
                      <a:pt x="2413" y="6"/>
                      <a:pt x="533" y="6"/>
                    </a:cubicBezTo>
                    <a:cubicBezTo>
                      <a:pt x="482" y="2"/>
                      <a:pt x="432" y="1"/>
                      <a:pt x="383" y="1"/>
                    </a:cubicBezTo>
                    <a:close/>
                  </a:path>
                </a:pathLst>
              </a:custGeom>
              <a:solidFill>
                <a:srgbClr val="473A50">
                  <a:alpha val="434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55" name="Google Shape;1455;p19"/>
            <p:cNvGrpSpPr/>
            <p:nvPr/>
          </p:nvGrpSpPr>
          <p:grpSpPr>
            <a:xfrm>
              <a:off x="2248899" y="4334549"/>
              <a:ext cx="212037" cy="384777"/>
              <a:chOff x="3816307" y="2352225"/>
              <a:chExt cx="1213027" cy="2199981"/>
            </a:xfrm>
          </p:grpSpPr>
          <p:sp>
            <p:nvSpPr>
              <p:cNvPr id="1456" name="Google Shape;1456;p19"/>
              <p:cNvSpPr/>
              <p:nvPr/>
            </p:nvSpPr>
            <p:spPr>
              <a:xfrm>
                <a:off x="3816307" y="2353110"/>
                <a:ext cx="1213027" cy="1210194"/>
              </a:xfrm>
              <a:custGeom>
                <a:avLst/>
                <a:gdLst/>
                <a:ahLst/>
                <a:cxnLst/>
                <a:rect l="l" t="t" r="r" b="b"/>
                <a:pathLst>
                  <a:path w="6852" h="6836" extrusionOk="0">
                    <a:moveTo>
                      <a:pt x="3422" y="1"/>
                    </a:moveTo>
                    <a:cubicBezTo>
                      <a:pt x="1540" y="1"/>
                      <a:pt x="14" y="1519"/>
                      <a:pt x="1" y="3404"/>
                    </a:cubicBezTo>
                    <a:cubicBezTo>
                      <a:pt x="1" y="5299"/>
                      <a:pt x="1524" y="6836"/>
                      <a:pt x="3420" y="6836"/>
                    </a:cubicBezTo>
                    <a:cubicBezTo>
                      <a:pt x="3430" y="6836"/>
                      <a:pt x="3440" y="6836"/>
                      <a:pt x="3450" y="6836"/>
                    </a:cubicBezTo>
                    <a:cubicBezTo>
                      <a:pt x="5316" y="6836"/>
                      <a:pt x="6836" y="5315"/>
                      <a:pt x="6852" y="3433"/>
                    </a:cubicBezTo>
                    <a:cubicBezTo>
                      <a:pt x="6852" y="1540"/>
                      <a:pt x="5326" y="1"/>
                      <a:pt x="3446" y="1"/>
                    </a:cubicBezTo>
                    <a:cubicBezTo>
                      <a:pt x="3438" y="1"/>
                      <a:pt x="3430" y="1"/>
                      <a:pt x="342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7" name="Google Shape;1457;p19"/>
              <p:cNvSpPr/>
              <p:nvPr/>
            </p:nvSpPr>
            <p:spPr>
              <a:xfrm>
                <a:off x="4199402" y="2832867"/>
                <a:ext cx="361854" cy="1719340"/>
              </a:xfrm>
              <a:custGeom>
                <a:avLst/>
                <a:gdLst/>
                <a:ahLst/>
                <a:cxnLst/>
                <a:rect l="l" t="t" r="r" b="b"/>
                <a:pathLst>
                  <a:path w="2044" h="9712" extrusionOk="0">
                    <a:moveTo>
                      <a:pt x="1187" y="1"/>
                    </a:moveTo>
                    <a:lnTo>
                      <a:pt x="929" y="3420"/>
                    </a:lnTo>
                    <a:lnTo>
                      <a:pt x="14" y="2262"/>
                    </a:lnTo>
                    <a:lnTo>
                      <a:pt x="1" y="2276"/>
                    </a:lnTo>
                    <a:lnTo>
                      <a:pt x="900" y="3815"/>
                    </a:lnTo>
                    <a:lnTo>
                      <a:pt x="736" y="9712"/>
                    </a:lnTo>
                    <a:lnTo>
                      <a:pt x="1635" y="9712"/>
                    </a:lnTo>
                    <a:lnTo>
                      <a:pt x="1364" y="1854"/>
                    </a:lnTo>
                    <a:lnTo>
                      <a:pt x="2044" y="1020"/>
                    </a:lnTo>
                    <a:lnTo>
                      <a:pt x="2031" y="1007"/>
                    </a:lnTo>
                    <a:lnTo>
                      <a:pt x="1351" y="1648"/>
                    </a:lnTo>
                    <a:lnTo>
                      <a:pt x="1240" y="14"/>
                    </a:lnTo>
                    <a:lnTo>
                      <a:pt x="118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8" name="Google Shape;1458;p19"/>
              <p:cNvSpPr/>
              <p:nvPr/>
            </p:nvSpPr>
            <p:spPr>
              <a:xfrm>
                <a:off x="4331999" y="2352225"/>
                <a:ext cx="697331" cy="1211079"/>
              </a:xfrm>
              <a:custGeom>
                <a:avLst/>
                <a:gdLst/>
                <a:ahLst/>
                <a:cxnLst/>
                <a:rect l="l" t="t" r="r" b="b"/>
                <a:pathLst>
                  <a:path w="3939" h="6841" extrusionOk="0">
                    <a:moveTo>
                      <a:pt x="383" y="1"/>
                    </a:moveTo>
                    <a:cubicBezTo>
                      <a:pt x="248" y="1"/>
                      <a:pt x="120" y="13"/>
                      <a:pt x="0" y="32"/>
                    </a:cubicBezTo>
                    <a:cubicBezTo>
                      <a:pt x="1651" y="290"/>
                      <a:pt x="2903" y="1722"/>
                      <a:pt x="2903" y="3438"/>
                    </a:cubicBezTo>
                    <a:cubicBezTo>
                      <a:pt x="2890" y="5141"/>
                      <a:pt x="1635" y="6556"/>
                      <a:pt x="0" y="6801"/>
                    </a:cubicBezTo>
                    <a:cubicBezTo>
                      <a:pt x="164" y="6828"/>
                      <a:pt x="327" y="6841"/>
                      <a:pt x="507" y="6841"/>
                    </a:cubicBezTo>
                    <a:cubicBezTo>
                      <a:pt x="517" y="6841"/>
                      <a:pt x="527" y="6841"/>
                      <a:pt x="537" y="6841"/>
                    </a:cubicBezTo>
                    <a:cubicBezTo>
                      <a:pt x="2403" y="6841"/>
                      <a:pt x="3923" y="5320"/>
                      <a:pt x="3939" y="3438"/>
                    </a:cubicBezTo>
                    <a:cubicBezTo>
                      <a:pt x="3939" y="1545"/>
                      <a:pt x="2413" y="6"/>
                      <a:pt x="533" y="6"/>
                    </a:cubicBezTo>
                    <a:cubicBezTo>
                      <a:pt x="482" y="2"/>
                      <a:pt x="432" y="1"/>
                      <a:pt x="383" y="1"/>
                    </a:cubicBezTo>
                    <a:close/>
                  </a:path>
                </a:pathLst>
              </a:custGeom>
              <a:solidFill>
                <a:srgbClr val="473A50">
                  <a:alpha val="434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59" name="Google Shape;1459;p19"/>
            <p:cNvGrpSpPr/>
            <p:nvPr/>
          </p:nvGrpSpPr>
          <p:grpSpPr>
            <a:xfrm>
              <a:off x="1507450" y="4205080"/>
              <a:ext cx="212025" cy="514245"/>
              <a:chOff x="3816313" y="1611982"/>
              <a:chExt cx="1212958" cy="2940225"/>
            </a:xfrm>
          </p:grpSpPr>
          <p:sp>
            <p:nvSpPr>
              <p:cNvPr id="1460" name="Google Shape;1460;p19"/>
              <p:cNvSpPr/>
              <p:nvPr/>
            </p:nvSpPr>
            <p:spPr>
              <a:xfrm>
                <a:off x="3816313" y="1613408"/>
                <a:ext cx="1212958" cy="1949969"/>
              </a:xfrm>
              <a:custGeom>
                <a:avLst/>
                <a:gdLst/>
                <a:ahLst/>
                <a:cxnLst/>
                <a:rect l="l" t="t" r="r" b="b"/>
                <a:pathLst>
                  <a:path w="6852" h="6836" extrusionOk="0">
                    <a:moveTo>
                      <a:pt x="3422" y="1"/>
                    </a:moveTo>
                    <a:cubicBezTo>
                      <a:pt x="1540" y="1"/>
                      <a:pt x="14" y="1519"/>
                      <a:pt x="1" y="3404"/>
                    </a:cubicBezTo>
                    <a:cubicBezTo>
                      <a:pt x="1" y="5299"/>
                      <a:pt x="1524" y="6836"/>
                      <a:pt x="3420" y="6836"/>
                    </a:cubicBezTo>
                    <a:cubicBezTo>
                      <a:pt x="3430" y="6836"/>
                      <a:pt x="3440" y="6836"/>
                      <a:pt x="3450" y="6836"/>
                    </a:cubicBezTo>
                    <a:cubicBezTo>
                      <a:pt x="5316" y="6836"/>
                      <a:pt x="6836" y="5315"/>
                      <a:pt x="6852" y="3433"/>
                    </a:cubicBezTo>
                    <a:cubicBezTo>
                      <a:pt x="6852" y="1540"/>
                      <a:pt x="5326" y="1"/>
                      <a:pt x="3446" y="1"/>
                    </a:cubicBezTo>
                    <a:cubicBezTo>
                      <a:pt x="3438" y="1"/>
                      <a:pt x="3430" y="1"/>
                      <a:pt x="342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1" name="Google Shape;1461;p19"/>
              <p:cNvSpPr/>
              <p:nvPr/>
            </p:nvSpPr>
            <p:spPr>
              <a:xfrm>
                <a:off x="4199464" y="2602232"/>
                <a:ext cx="351972" cy="1949975"/>
              </a:xfrm>
              <a:custGeom>
                <a:avLst/>
                <a:gdLst/>
                <a:ahLst/>
                <a:cxnLst/>
                <a:rect l="l" t="t" r="r" b="b"/>
                <a:pathLst>
                  <a:path w="2044" h="9712" extrusionOk="0">
                    <a:moveTo>
                      <a:pt x="1187" y="1"/>
                    </a:moveTo>
                    <a:lnTo>
                      <a:pt x="929" y="3420"/>
                    </a:lnTo>
                    <a:lnTo>
                      <a:pt x="14" y="2262"/>
                    </a:lnTo>
                    <a:lnTo>
                      <a:pt x="1" y="2276"/>
                    </a:lnTo>
                    <a:lnTo>
                      <a:pt x="900" y="3815"/>
                    </a:lnTo>
                    <a:lnTo>
                      <a:pt x="736" y="9712"/>
                    </a:lnTo>
                    <a:lnTo>
                      <a:pt x="1635" y="9712"/>
                    </a:lnTo>
                    <a:lnTo>
                      <a:pt x="1364" y="1854"/>
                    </a:lnTo>
                    <a:lnTo>
                      <a:pt x="2044" y="1020"/>
                    </a:lnTo>
                    <a:lnTo>
                      <a:pt x="2031" y="1007"/>
                    </a:lnTo>
                    <a:lnTo>
                      <a:pt x="1351" y="1648"/>
                    </a:lnTo>
                    <a:lnTo>
                      <a:pt x="1240" y="14"/>
                    </a:lnTo>
                    <a:lnTo>
                      <a:pt x="118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2" name="Google Shape;1462;p19"/>
              <p:cNvSpPr/>
              <p:nvPr/>
            </p:nvSpPr>
            <p:spPr>
              <a:xfrm>
                <a:off x="4331976" y="1611982"/>
                <a:ext cx="697292" cy="1951395"/>
              </a:xfrm>
              <a:custGeom>
                <a:avLst/>
                <a:gdLst/>
                <a:ahLst/>
                <a:cxnLst/>
                <a:rect l="l" t="t" r="r" b="b"/>
                <a:pathLst>
                  <a:path w="3939" h="6841" extrusionOk="0">
                    <a:moveTo>
                      <a:pt x="383" y="1"/>
                    </a:moveTo>
                    <a:cubicBezTo>
                      <a:pt x="248" y="1"/>
                      <a:pt x="120" y="13"/>
                      <a:pt x="0" y="32"/>
                    </a:cubicBezTo>
                    <a:cubicBezTo>
                      <a:pt x="1651" y="290"/>
                      <a:pt x="2903" y="1722"/>
                      <a:pt x="2903" y="3438"/>
                    </a:cubicBezTo>
                    <a:cubicBezTo>
                      <a:pt x="2890" y="5141"/>
                      <a:pt x="1635" y="6556"/>
                      <a:pt x="0" y="6801"/>
                    </a:cubicBezTo>
                    <a:cubicBezTo>
                      <a:pt x="164" y="6828"/>
                      <a:pt x="327" y="6841"/>
                      <a:pt x="507" y="6841"/>
                    </a:cubicBezTo>
                    <a:cubicBezTo>
                      <a:pt x="517" y="6841"/>
                      <a:pt x="527" y="6841"/>
                      <a:pt x="537" y="6841"/>
                    </a:cubicBezTo>
                    <a:cubicBezTo>
                      <a:pt x="2403" y="6841"/>
                      <a:pt x="3923" y="5320"/>
                      <a:pt x="3939" y="3438"/>
                    </a:cubicBezTo>
                    <a:cubicBezTo>
                      <a:pt x="3939" y="1545"/>
                      <a:pt x="2413" y="6"/>
                      <a:pt x="533" y="6"/>
                    </a:cubicBezTo>
                    <a:cubicBezTo>
                      <a:pt x="482" y="2"/>
                      <a:pt x="432" y="1"/>
                      <a:pt x="383" y="1"/>
                    </a:cubicBezTo>
                    <a:close/>
                  </a:path>
                </a:pathLst>
              </a:custGeom>
              <a:solidFill>
                <a:srgbClr val="473A50">
                  <a:alpha val="434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463" name="Google Shape;1463;p19"/>
          <p:cNvGrpSpPr/>
          <p:nvPr/>
        </p:nvGrpSpPr>
        <p:grpSpPr>
          <a:xfrm>
            <a:off x="8430769" y="-2623342"/>
            <a:ext cx="4242221" cy="6761580"/>
            <a:chOff x="1336575" y="1389950"/>
            <a:chExt cx="1583450" cy="2523825"/>
          </a:xfrm>
        </p:grpSpPr>
        <p:sp>
          <p:nvSpPr>
            <p:cNvPr id="1464" name="Google Shape;1464;p19"/>
            <p:cNvSpPr/>
            <p:nvPr/>
          </p:nvSpPr>
          <p:spPr>
            <a:xfrm>
              <a:off x="1336575" y="1389950"/>
              <a:ext cx="1583450" cy="2523825"/>
            </a:xfrm>
            <a:custGeom>
              <a:avLst/>
              <a:gdLst/>
              <a:ahLst/>
              <a:cxnLst/>
              <a:rect l="l" t="t" r="r" b="b"/>
              <a:pathLst>
                <a:path w="63338" h="100953" extrusionOk="0">
                  <a:moveTo>
                    <a:pt x="1" y="1"/>
                  </a:moveTo>
                  <a:lnTo>
                    <a:pt x="1" y="45116"/>
                  </a:lnTo>
                  <a:cubicBezTo>
                    <a:pt x="1" y="48401"/>
                    <a:pt x="1340" y="50320"/>
                    <a:pt x="2470" y="51366"/>
                  </a:cubicBezTo>
                  <a:cubicBezTo>
                    <a:pt x="4773" y="53543"/>
                    <a:pt x="7793" y="53571"/>
                    <a:pt x="8519" y="53571"/>
                  </a:cubicBezTo>
                  <a:lnTo>
                    <a:pt x="54938" y="53571"/>
                  </a:lnTo>
                  <a:lnTo>
                    <a:pt x="55057" y="53543"/>
                  </a:lnTo>
                  <a:cubicBezTo>
                    <a:pt x="55378" y="53543"/>
                    <a:pt x="56222" y="53633"/>
                    <a:pt x="56682" y="54094"/>
                  </a:cubicBezTo>
                  <a:cubicBezTo>
                    <a:pt x="57003" y="54415"/>
                    <a:pt x="57177" y="55001"/>
                    <a:pt x="57177" y="55838"/>
                  </a:cubicBezTo>
                  <a:lnTo>
                    <a:pt x="57177" y="100953"/>
                  </a:lnTo>
                  <a:lnTo>
                    <a:pt x="63337" y="100953"/>
                  </a:lnTo>
                  <a:lnTo>
                    <a:pt x="63337" y="55838"/>
                  </a:lnTo>
                  <a:cubicBezTo>
                    <a:pt x="63337" y="52587"/>
                    <a:pt x="62005" y="50641"/>
                    <a:pt x="60868" y="49594"/>
                  </a:cubicBezTo>
                  <a:cubicBezTo>
                    <a:pt x="58783" y="47611"/>
                    <a:pt x="56100" y="47406"/>
                    <a:pt x="55082" y="47406"/>
                  </a:cubicBezTo>
                  <a:cubicBezTo>
                    <a:pt x="54979" y="47406"/>
                    <a:pt x="54893" y="47408"/>
                    <a:pt x="54826" y="47411"/>
                  </a:cubicBezTo>
                  <a:lnTo>
                    <a:pt x="8463" y="47411"/>
                  </a:lnTo>
                  <a:lnTo>
                    <a:pt x="8400" y="47383"/>
                  </a:lnTo>
                  <a:lnTo>
                    <a:pt x="8289" y="47411"/>
                  </a:lnTo>
                  <a:cubicBezTo>
                    <a:pt x="7968" y="47411"/>
                    <a:pt x="7124" y="47327"/>
                    <a:pt x="6656" y="46888"/>
                  </a:cubicBezTo>
                  <a:cubicBezTo>
                    <a:pt x="6342" y="46539"/>
                    <a:pt x="6168" y="45960"/>
                    <a:pt x="6168" y="45116"/>
                  </a:cubicBezTo>
                  <a:lnTo>
                    <a:pt x="6168" y="1"/>
                  </a:lnTo>
                  <a:close/>
                </a:path>
              </a:pathLst>
            </a:custGeom>
            <a:solidFill>
              <a:schemeClr val="accent5"/>
            </a:solidFill>
            <a:ln>
              <a:noFill/>
            </a:ln>
            <a:effectLst>
              <a:outerShdw dist="57150" dir="6300000" algn="bl" rotWithShape="0">
                <a:schemeClr val="dk1">
                  <a:alpha val="35000"/>
                </a:scheme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endParaRPr/>
            </a:p>
          </p:txBody>
        </p:sp>
        <p:sp>
          <p:nvSpPr>
            <p:cNvPr id="1465" name="Google Shape;1465;p19"/>
            <p:cNvSpPr/>
            <p:nvPr/>
          </p:nvSpPr>
          <p:spPr>
            <a:xfrm>
              <a:off x="2510150" y="2649325"/>
              <a:ext cx="11700" cy="5775"/>
            </a:xfrm>
            <a:custGeom>
              <a:avLst/>
              <a:gdLst/>
              <a:ahLst/>
              <a:cxnLst/>
              <a:rect l="l" t="t" r="r" b="b"/>
              <a:pathLst>
                <a:path w="468" h="231" extrusionOk="0">
                  <a:moveTo>
                    <a:pt x="0" y="1"/>
                  </a:moveTo>
                  <a:lnTo>
                    <a:pt x="0" y="231"/>
                  </a:lnTo>
                  <a:lnTo>
                    <a:pt x="468" y="231"/>
                  </a:lnTo>
                  <a:lnTo>
                    <a:pt x="46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6" name="Google Shape;1466;p19"/>
            <p:cNvSpPr/>
            <p:nvPr/>
          </p:nvSpPr>
          <p:spPr>
            <a:xfrm>
              <a:off x="1406350" y="1423450"/>
              <a:ext cx="1080625" cy="1231650"/>
            </a:xfrm>
            <a:custGeom>
              <a:avLst/>
              <a:gdLst/>
              <a:ahLst/>
              <a:cxnLst/>
              <a:rect l="l" t="t" r="r" b="b"/>
              <a:pathLst>
                <a:path w="43225" h="49266" extrusionOk="0">
                  <a:moveTo>
                    <a:pt x="0" y="0"/>
                  </a:moveTo>
                  <a:lnTo>
                    <a:pt x="0" y="928"/>
                  </a:lnTo>
                  <a:lnTo>
                    <a:pt x="238" y="928"/>
                  </a:lnTo>
                  <a:lnTo>
                    <a:pt x="238" y="0"/>
                  </a:lnTo>
                  <a:close/>
                  <a:moveTo>
                    <a:pt x="0" y="1863"/>
                  </a:moveTo>
                  <a:lnTo>
                    <a:pt x="0" y="2791"/>
                  </a:lnTo>
                  <a:lnTo>
                    <a:pt x="238" y="2791"/>
                  </a:lnTo>
                  <a:lnTo>
                    <a:pt x="238" y="1863"/>
                  </a:lnTo>
                  <a:close/>
                  <a:moveTo>
                    <a:pt x="0" y="3719"/>
                  </a:moveTo>
                  <a:lnTo>
                    <a:pt x="0" y="4653"/>
                  </a:lnTo>
                  <a:lnTo>
                    <a:pt x="238" y="4653"/>
                  </a:lnTo>
                  <a:lnTo>
                    <a:pt x="238" y="3719"/>
                  </a:lnTo>
                  <a:close/>
                  <a:moveTo>
                    <a:pt x="0" y="5581"/>
                  </a:moveTo>
                  <a:lnTo>
                    <a:pt x="0" y="6509"/>
                  </a:lnTo>
                  <a:lnTo>
                    <a:pt x="238" y="6509"/>
                  </a:lnTo>
                  <a:lnTo>
                    <a:pt x="238" y="5581"/>
                  </a:lnTo>
                  <a:close/>
                  <a:moveTo>
                    <a:pt x="0" y="7444"/>
                  </a:moveTo>
                  <a:lnTo>
                    <a:pt x="0" y="8372"/>
                  </a:lnTo>
                  <a:lnTo>
                    <a:pt x="238" y="8372"/>
                  </a:lnTo>
                  <a:lnTo>
                    <a:pt x="238" y="7444"/>
                  </a:lnTo>
                  <a:close/>
                  <a:moveTo>
                    <a:pt x="0" y="9300"/>
                  </a:moveTo>
                  <a:lnTo>
                    <a:pt x="0" y="10234"/>
                  </a:lnTo>
                  <a:lnTo>
                    <a:pt x="238" y="10234"/>
                  </a:lnTo>
                  <a:lnTo>
                    <a:pt x="238" y="9300"/>
                  </a:lnTo>
                  <a:close/>
                  <a:moveTo>
                    <a:pt x="0" y="11162"/>
                  </a:moveTo>
                  <a:lnTo>
                    <a:pt x="0" y="12090"/>
                  </a:lnTo>
                  <a:lnTo>
                    <a:pt x="238" y="12090"/>
                  </a:lnTo>
                  <a:lnTo>
                    <a:pt x="238" y="11162"/>
                  </a:lnTo>
                  <a:close/>
                  <a:moveTo>
                    <a:pt x="0" y="13025"/>
                  </a:moveTo>
                  <a:lnTo>
                    <a:pt x="0" y="13953"/>
                  </a:lnTo>
                  <a:lnTo>
                    <a:pt x="238" y="13953"/>
                  </a:lnTo>
                  <a:lnTo>
                    <a:pt x="238" y="13025"/>
                  </a:lnTo>
                  <a:close/>
                  <a:moveTo>
                    <a:pt x="0" y="14880"/>
                  </a:moveTo>
                  <a:lnTo>
                    <a:pt x="0" y="15815"/>
                  </a:lnTo>
                  <a:lnTo>
                    <a:pt x="238" y="15815"/>
                  </a:lnTo>
                  <a:lnTo>
                    <a:pt x="238" y="14880"/>
                  </a:lnTo>
                  <a:close/>
                  <a:moveTo>
                    <a:pt x="0" y="16743"/>
                  </a:moveTo>
                  <a:lnTo>
                    <a:pt x="0" y="17671"/>
                  </a:lnTo>
                  <a:lnTo>
                    <a:pt x="238" y="17671"/>
                  </a:lnTo>
                  <a:lnTo>
                    <a:pt x="238" y="16743"/>
                  </a:lnTo>
                  <a:close/>
                  <a:moveTo>
                    <a:pt x="0" y="18606"/>
                  </a:moveTo>
                  <a:lnTo>
                    <a:pt x="0" y="19534"/>
                  </a:lnTo>
                  <a:lnTo>
                    <a:pt x="238" y="19534"/>
                  </a:lnTo>
                  <a:lnTo>
                    <a:pt x="238" y="18606"/>
                  </a:lnTo>
                  <a:close/>
                  <a:moveTo>
                    <a:pt x="0" y="20461"/>
                  </a:moveTo>
                  <a:lnTo>
                    <a:pt x="0" y="21396"/>
                  </a:lnTo>
                  <a:lnTo>
                    <a:pt x="238" y="21396"/>
                  </a:lnTo>
                  <a:lnTo>
                    <a:pt x="238" y="20461"/>
                  </a:lnTo>
                  <a:close/>
                  <a:moveTo>
                    <a:pt x="0" y="22324"/>
                  </a:moveTo>
                  <a:lnTo>
                    <a:pt x="0" y="23252"/>
                  </a:lnTo>
                  <a:lnTo>
                    <a:pt x="238" y="23252"/>
                  </a:lnTo>
                  <a:lnTo>
                    <a:pt x="238" y="22324"/>
                  </a:lnTo>
                  <a:close/>
                  <a:moveTo>
                    <a:pt x="0" y="24187"/>
                  </a:moveTo>
                  <a:lnTo>
                    <a:pt x="0" y="25114"/>
                  </a:lnTo>
                  <a:lnTo>
                    <a:pt x="238" y="25114"/>
                  </a:lnTo>
                  <a:lnTo>
                    <a:pt x="238" y="24187"/>
                  </a:lnTo>
                  <a:close/>
                  <a:moveTo>
                    <a:pt x="0" y="26014"/>
                  </a:moveTo>
                  <a:lnTo>
                    <a:pt x="0" y="26942"/>
                  </a:lnTo>
                  <a:lnTo>
                    <a:pt x="238" y="26942"/>
                  </a:lnTo>
                  <a:lnTo>
                    <a:pt x="238" y="26014"/>
                  </a:lnTo>
                  <a:close/>
                  <a:moveTo>
                    <a:pt x="0" y="27877"/>
                  </a:moveTo>
                  <a:lnTo>
                    <a:pt x="0" y="28805"/>
                  </a:lnTo>
                  <a:lnTo>
                    <a:pt x="238" y="28805"/>
                  </a:lnTo>
                  <a:lnTo>
                    <a:pt x="238" y="27877"/>
                  </a:lnTo>
                  <a:close/>
                  <a:moveTo>
                    <a:pt x="0" y="29733"/>
                  </a:moveTo>
                  <a:lnTo>
                    <a:pt x="0" y="30667"/>
                  </a:lnTo>
                  <a:lnTo>
                    <a:pt x="238" y="30667"/>
                  </a:lnTo>
                  <a:lnTo>
                    <a:pt x="238" y="29733"/>
                  </a:lnTo>
                  <a:close/>
                  <a:moveTo>
                    <a:pt x="0" y="31595"/>
                  </a:moveTo>
                  <a:lnTo>
                    <a:pt x="0" y="32523"/>
                  </a:lnTo>
                  <a:lnTo>
                    <a:pt x="238" y="32523"/>
                  </a:lnTo>
                  <a:lnTo>
                    <a:pt x="238" y="31595"/>
                  </a:lnTo>
                  <a:close/>
                  <a:moveTo>
                    <a:pt x="0" y="33458"/>
                  </a:moveTo>
                  <a:lnTo>
                    <a:pt x="0" y="34386"/>
                  </a:lnTo>
                  <a:lnTo>
                    <a:pt x="238" y="34386"/>
                  </a:lnTo>
                  <a:lnTo>
                    <a:pt x="238" y="33458"/>
                  </a:lnTo>
                  <a:close/>
                  <a:moveTo>
                    <a:pt x="0" y="35314"/>
                  </a:moveTo>
                  <a:lnTo>
                    <a:pt x="0" y="36248"/>
                  </a:lnTo>
                  <a:lnTo>
                    <a:pt x="238" y="36248"/>
                  </a:lnTo>
                  <a:lnTo>
                    <a:pt x="238" y="35314"/>
                  </a:lnTo>
                  <a:close/>
                  <a:moveTo>
                    <a:pt x="0" y="37176"/>
                  </a:moveTo>
                  <a:lnTo>
                    <a:pt x="0" y="38104"/>
                  </a:lnTo>
                  <a:lnTo>
                    <a:pt x="238" y="38104"/>
                  </a:lnTo>
                  <a:lnTo>
                    <a:pt x="238" y="37176"/>
                  </a:lnTo>
                  <a:close/>
                  <a:moveTo>
                    <a:pt x="0" y="39039"/>
                  </a:moveTo>
                  <a:lnTo>
                    <a:pt x="0" y="39967"/>
                  </a:lnTo>
                  <a:lnTo>
                    <a:pt x="238" y="39967"/>
                  </a:lnTo>
                  <a:lnTo>
                    <a:pt x="238" y="39039"/>
                  </a:lnTo>
                  <a:close/>
                  <a:moveTo>
                    <a:pt x="0" y="40894"/>
                  </a:moveTo>
                  <a:lnTo>
                    <a:pt x="0" y="41829"/>
                  </a:lnTo>
                  <a:lnTo>
                    <a:pt x="238" y="41829"/>
                  </a:lnTo>
                  <a:lnTo>
                    <a:pt x="238" y="40894"/>
                  </a:lnTo>
                  <a:close/>
                  <a:moveTo>
                    <a:pt x="0" y="42757"/>
                  </a:moveTo>
                  <a:lnTo>
                    <a:pt x="0" y="43720"/>
                  </a:lnTo>
                  <a:lnTo>
                    <a:pt x="238" y="43720"/>
                  </a:lnTo>
                  <a:lnTo>
                    <a:pt x="238" y="42757"/>
                  </a:lnTo>
                  <a:close/>
                  <a:moveTo>
                    <a:pt x="293" y="44620"/>
                  </a:moveTo>
                  <a:lnTo>
                    <a:pt x="63" y="44648"/>
                  </a:lnTo>
                  <a:cubicBezTo>
                    <a:pt x="91" y="44969"/>
                    <a:pt x="147" y="45289"/>
                    <a:pt x="203" y="45575"/>
                  </a:cubicBezTo>
                  <a:lnTo>
                    <a:pt x="440" y="45520"/>
                  </a:lnTo>
                  <a:cubicBezTo>
                    <a:pt x="377" y="45227"/>
                    <a:pt x="321" y="44941"/>
                    <a:pt x="293" y="44620"/>
                  </a:cubicBezTo>
                  <a:close/>
                  <a:moveTo>
                    <a:pt x="726" y="46364"/>
                  </a:moveTo>
                  <a:lnTo>
                    <a:pt x="524" y="46475"/>
                  </a:lnTo>
                  <a:cubicBezTo>
                    <a:pt x="670" y="46768"/>
                    <a:pt x="817" y="47033"/>
                    <a:pt x="991" y="47292"/>
                  </a:cubicBezTo>
                  <a:lnTo>
                    <a:pt x="1193" y="47145"/>
                  </a:lnTo>
                  <a:cubicBezTo>
                    <a:pt x="1019" y="46915"/>
                    <a:pt x="872" y="46650"/>
                    <a:pt x="726" y="46364"/>
                  </a:cubicBezTo>
                  <a:close/>
                  <a:moveTo>
                    <a:pt x="1807" y="47815"/>
                  </a:moveTo>
                  <a:lnTo>
                    <a:pt x="1661" y="47989"/>
                  </a:lnTo>
                  <a:cubicBezTo>
                    <a:pt x="1891" y="48192"/>
                    <a:pt x="2156" y="48366"/>
                    <a:pt x="2414" y="48540"/>
                  </a:cubicBezTo>
                  <a:lnTo>
                    <a:pt x="2533" y="48338"/>
                  </a:lnTo>
                  <a:cubicBezTo>
                    <a:pt x="2268" y="48192"/>
                    <a:pt x="2037" y="48017"/>
                    <a:pt x="1807" y="47815"/>
                  </a:cubicBezTo>
                  <a:close/>
                  <a:moveTo>
                    <a:pt x="3377" y="48687"/>
                  </a:moveTo>
                  <a:lnTo>
                    <a:pt x="3286" y="48917"/>
                  </a:lnTo>
                  <a:cubicBezTo>
                    <a:pt x="3579" y="49008"/>
                    <a:pt x="3900" y="49091"/>
                    <a:pt x="4214" y="49154"/>
                  </a:cubicBezTo>
                  <a:lnTo>
                    <a:pt x="4249" y="48917"/>
                  </a:lnTo>
                  <a:cubicBezTo>
                    <a:pt x="3956" y="48861"/>
                    <a:pt x="3635" y="48805"/>
                    <a:pt x="3377" y="48687"/>
                  </a:cubicBezTo>
                  <a:close/>
                  <a:moveTo>
                    <a:pt x="5149" y="49036"/>
                  </a:moveTo>
                  <a:lnTo>
                    <a:pt x="5149" y="49266"/>
                  </a:lnTo>
                  <a:lnTo>
                    <a:pt x="6077" y="49266"/>
                  </a:lnTo>
                  <a:lnTo>
                    <a:pt x="6077" y="49036"/>
                  </a:lnTo>
                  <a:close/>
                  <a:moveTo>
                    <a:pt x="7004" y="49036"/>
                  </a:moveTo>
                  <a:lnTo>
                    <a:pt x="7004" y="49266"/>
                  </a:lnTo>
                  <a:lnTo>
                    <a:pt x="7939" y="49266"/>
                  </a:lnTo>
                  <a:lnTo>
                    <a:pt x="7939" y="49036"/>
                  </a:lnTo>
                  <a:close/>
                  <a:moveTo>
                    <a:pt x="8867" y="49036"/>
                  </a:moveTo>
                  <a:lnTo>
                    <a:pt x="8867" y="49266"/>
                  </a:lnTo>
                  <a:lnTo>
                    <a:pt x="9795" y="49266"/>
                  </a:lnTo>
                  <a:lnTo>
                    <a:pt x="9795" y="49036"/>
                  </a:lnTo>
                  <a:close/>
                  <a:moveTo>
                    <a:pt x="10730" y="49036"/>
                  </a:moveTo>
                  <a:lnTo>
                    <a:pt x="10730" y="49266"/>
                  </a:lnTo>
                  <a:lnTo>
                    <a:pt x="11658" y="49266"/>
                  </a:lnTo>
                  <a:lnTo>
                    <a:pt x="11658" y="49036"/>
                  </a:lnTo>
                  <a:close/>
                  <a:moveTo>
                    <a:pt x="12585" y="49036"/>
                  </a:moveTo>
                  <a:lnTo>
                    <a:pt x="12585" y="49266"/>
                  </a:lnTo>
                  <a:lnTo>
                    <a:pt x="13520" y="49266"/>
                  </a:lnTo>
                  <a:lnTo>
                    <a:pt x="13520" y="49036"/>
                  </a:lnTo>
                  <a:close/>
                  <a:moveTo>
                    <a:pt x="14448" y="49036"/>
                  </a:moveTo>
                  <a:lnTo>
                    <a:pt x="14448" y="49266"/>
                  </a:lnTo>
                  <a:lnTo>
                    <a:pt x="15376" y="49266"/>
                  </a:lnTo>
                  <a:lnTo>
                    <a:pt x="15376" y="49036"/>
                  </a:lnTo>
                  <a:close/>
                  <a:moveTo>
                    <a:pt x="16283" y="49036"/>
                  </a:moveTo>
                  <a:lnTo>
                    <a:pt x="16283" y="49266"/>
                  </a:lnTo>
                  <a:lnTo>
                    <a:pt x="17211" y="49266"/>
                  </a:lnTo>
                  <a:lnTo>
                    <a:pt x="17211" y="49036"/>
                  </a:lnTo>
                  <a:close/>
                  <a:moveTo>
                    <a:pt x="18138" y="49036"/>
                  </a:moveTo>
                  <a:lnTo>
                    <a:pt x="18138" y="49266"/>
                  </a:lnTo>
                  <a:lnTo>
                    <a:pt x="19073" y="49266"/>
                  </a:lnTo>
                  <a:lnTo>
                    <a:pt x="19073" y="49036"/>
                  </a:lnTo>
                  <a:close/>
                  <a:moveTo>
                    <a:pt x="20001" y="49036"/>
                  </a:moveTo>
                  <a:lnTo>
                    <a:pt x="20001" y="49266"/>
                  </a:lnTo>
                  <a:lnTo>
                    <a:pt x="20929" y="49266"/>
                  </a:lnTo>
                  <a:lnTo>
                    <a:pt x="20929" y="49036"/>
                  </a:lnTo>
                  <a:close/>
                  <a:moveTo>
                    <a:pt x="21864" y="49036"/>
                  </a:moveTo>
                  <a:lnTo>
                    <a:pt x="21864" y="49266"/>
                  </a:lnTo>
                  <a:lnTo>
                    <a:pt x="22791" y="49266"/>
                  </a:lnTo>
                  <a:lnTo>
                    <a:pt x="22791" y="49036"/>
                  </a:lnTo>
                  <a:close/>
                  <a:moveTo>
                    <a:pt x="23719" y="49036"/>
                  </a:moveTo>
                  <a:lnTo>
                    <a:pt x="23719" y="49266"/>
                  </a:lnTo>
                  <a:lnTo>
                    <a:pt x="24654" y="49266"/>
                  </a:lnTo>
                  <a:lnTo>
                    <a:pt x="24654" y="49036"/>
                  </a:lnTo>
                  <a:close/>
                  <a:moveTo>
                    <a:pt x="25582" y="49036"/>
                  </a:moveTo>
                  <a:lnTo>
                    <a:pt x="25582" y="49266"/>
                  </a:lnTo>
                  <a:lnTo>
                    <a:pt x="26510" y="49266"/>
                  </a:lnTo>
                  <a:lnTo>
                    <a:pt x="26510" y="49036"/>
                  </a:lnTo>
                  <a:close/>
                  <a:moveTo>
                    <a:pt x="27445" y="49036"/>
                  </a:moveTo>
                  <a:lnTo>
                    <a:pt x="27445" y="49266"/>
                  </a:lnTo>
                  <a:lnTo>
                    <a:pt x="28372" y="49266"/>
                  </a:lnTo>
                  <a:lnTo>
                    <a:pt x="28372" y="49036"/>
                  </a:lnTo>
                  <a:close/>
                  <a:moveTo>
                    <a:pt x="29300" y="49036"/>
                  </a:moveTo>
                  <a:lnTo>
                    <a:pt x="29300" y="49266"/>
                  </a:lnTo>
                  <a:lnTo>
                    <a:pt x="30235" y="49266"/>
                  </a:lnTo>
                  <a:lnTo>
                    <a:pt x="30235" y="49036"/>
                  </a:lnTo>
                  <a:close/>
                  <a:moveTo>
                    <a:pt x="31163" y="49036"/>
                  </a:moveTo>
                  <a:lnTo>
                    <a:pt x="31163" y="49266"/>
                  </a:lnTo>
                  <a:lnTo>
                    <a:pt x="32063" y="49266"/>
                  </a:lnTo>
                  <a:lnTo>
                    <a:pt x="32063" y="49036"/>
                  </a:lnTo>
                  <a:close/>
                  <a:moveTo>
                    <a:pt x="32991" y="49036"/>
                  </a:moveTo>
                  <a:lnTo>
                    <a:pt x="32991" y="49266"/>
                  </a:lnTo>
                  <a:lnTo>
                    <a:pt x="33925" y="49266"/>
                  </a:lnTo>
                  <a:lnTo>
                    <a:pt x="33925" y="49036"/>
                  </a:lnTo>
                  <a:close/>
                  <a:moveTo>
                    <a:pt x="34853" y="49036"/>
                  </a:moveTo>
                  <a:lnTo>
                    <a:pt x="34853" y="49266"/>
                  </a:lnTo>
                  <a:lnTo>
                    <a:pt x="35781" y="49266"/>
                  </a:lnTo>
                  <a:lnTo>
                    <a:pt x="35781" y="49036"/>
                  </a:lnTo>
                  <a:close/>
                  <a:moveTo>
                    <a:pt x="36716" y="49036"/>
                  </a:moveTo>
                  <a:lnTo>
                    <a:pt x="36716" y="49266"/>
                  </a:lnTo>
                  <a:lnTo>
                    <a:pt x="37644" y="49266"/>
                  </a:lnTo>
                  <a:lnTo>
                    <a:pt x="37644" y="49036"/>
                  </a:lnTo>
                  <a:close/>
                  <a:moveTo>
                    <a:pt x="38571" y="49036"/>
                  </a:moveTo>
                  <a:lnTo>
                    <a:pt x="38571" y="49266"/>
                  </a:lnTo>
                  <a:lnTo>
                    <a:pt x="39506" y="49266"/>
                  </a:lnTo>
                  <a:lnTo>
                    <a:pt x="39506" y="49036"/>
                  </a:lnTo>
                  <a:close/>
                  <a:moveTo>
                    <a:pt x="40434" y="49036"/>
                  </a:moveTo>
                  <a:lnTo>
                    <a:pt x="40434" y="49266"/>
                  </a:lnTo>
                  <a:lnTo>
                    <a:pt x="41362" y="49266"/>
                  </a:lnTo>
                  <a:lnTo>
                    <a:pt x="41362" y="49036"/>
                  </a:lnTo>
                  <a:close/>
                  <a:moveTo>
                    <a:pt x="42297" y="49036"/>
                  </a:moveTo>
                  <a:lnTo>
                    <a:pt x="42297" y="49266"/>
                  </a:lnTo>
                  <a:lnTo>
                    <a:pt x="43225" y="49266"/>
                  </a:lnTo>
                  <a:lnTo>
                    <a:pt x="43225" y="49036"/>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7" name="Google Shape;1467;p19"/>
            <p:cNvSpPr/>
            <p:nvPr/>
          </p:nvSpPr>
          <p:spPr>
            <a:xfrm>
              <a:off x="1406350" y="1389950"/>
              <a:ext cx="5950" cy="11725"/>
            </a:xfrm>
            <a:custGeom>
              <a:avLst/>
              <a:gdLst/>
              <a:ahLst/>
              <a:cxnLst/>
              <a:rect l="l" t="t" r="r" b="b"/>
              <a:pathLst>
                <a:path w="238" h="469" extrusionOk="0">
                  <a:moveTo>
                    <a:pt x="0" y="1"/>
                  </a:moveTo>
                  <a:lnTo>
                    <a:pt x="0" y="468"/>
                  </a:lnTo>
                  <a:lnTo>
                    <a:pt x="238" y="468"/>
                  </a:lnTo>
                  <a:lnTo>
                    <a:pt x="23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8" name="Google Shape;1468;p19"/>
            <p:cNvSpPr/>
            <p:nvPr/>
          </p:nvSpPr>
          <p:spPr>
            <a:xfrm>
              <a:off x="2841525" y="3857075"/>
              <a:ext cx="5950" cy="24100"/>
            </a:xfrm>
            <a:custGeom>
              <a:avLst/>
              <a:gdLst/>
              <a:ahLst/>
              <a:cxnLst/>
              <a:rect l="l" t="t" r="r" b="b"/>
              <a:pathLst>
                <a:path w="238" h="964" extrusionOk="0">
                  <a:moveTo>
                    <a:pt x="0" y="0"/>
                  </a:moveTo>
                  <a:lnTo>
                    <a:pt x="0" y="963"/>
                  </a:lnTo>
                  <a:lnTo>
                    <a:pt x="237" y="963"/>
                  </a:lnTo>
                  <a:lnTo>
                    <a:pt x="237"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9" name="Google Shape;1469;p19"/>
            <p:cNvSpPr/>
            <p:nvPr/>
          </p:nvSpPr>
          <p:spPr>
            <a:xfrm>
              <a:off x="2841525" y="3810500"/>
              <a:ext cx="5950" cy="23400"/>
            </a:xfrm>
            <a:custGeom>
              <a:avLst/>
              <a:gdLst/>
              <a:ahLst/>
              <a:cxnLst/>
              <a:rect l="l" t="t" r="r" b="b"/>
              <a:pathLst>
                <a:path w="238" h="936" extrusionOk="0">
                  <a:moveTo>
                    <a:pt x="0" y="1"/>
                  </a:moveTo>
                  <a:lnTo>
                    <a:pt x="0" y="936"/>
                  </a:lnTo>
                  <a:lnTo>
                    <a:pt x="237" y="936"/>
                  </a:lnTo>
                  <a:lnTo>
                    <a:pt x="237"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0" name="Google Shape;1470;p19"/>
            <p:cNvSpPr/>
            <p:nvPr/>
          </p:nvSpPr>
          <p:spPr>
            <a:xfrm>
              <a:off x="2836450" y="2740900"/>
              <a:ext cx="10325" cy="24075"/>
            </a:xfrm>
            <a:custGeom>
              <a:avLst/>
              <a:gdLst/>
              <a:ahLst/>
              <a:cxnLst/>
              <a:rect l="l" t="t" r="r" b="b"/>
              <a:pathLst>
                <a:path w="413" h="963" extrusionOk="0">
                  <a:moveTo>
                    <a:pt x="238" y="0"/>
                  </a:moveTo>
                  <a:lnTo>
                    <a:pt x="1" y="56"/>
                  </a:lnTo>
                  <a:cubicBezTo>
                    <a:pt x="91" y="349"/>
                    <a:pt x="147" y="642"/>
                    <a:pt x="175" y="963"/>
                  </a:cubicBezTo>
                  <a:lnTo>
                    <a:pt x="412" y="928"/>
                  </a:lnTo>
                  <a:cubicBezTo>
                    <a:pt x="350" y="614"/>
                    <a:pt x="322" y="293"/>
                    <a:pt x="238"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1" name="Google Shape;1471;p19"/>
            <p:cNvSpPr/>
            <p:nvPr/>
          </p:nvSpPr>
          <p:spPr>
            <a:xfrm>
              <a:off x="2841525" y="3717550"/>
              <a:ext cx="5950" cy="23225"/>
            </a:xfrm>
            <a:custGeom>
              <a:avLst/>
              <a:gdLst/>
              <a:ahLst/>
              <a:cxnLst/>
              <a:rect l="l" t="t" r="r" b="b"/>
              <a:pathLst>
                <a:path w="238" h="929" extrusionOk="0">
                  <a:moveTo>
                    <a:pt x="0" y="1"/>
                  </a:moveTo>
                  <a:lnTo>
                    <a:pt x="0" y="928"/>
                  </a:lnTo>
                  <a:lnTo>
                    <a:pt x="237" y="928"/>
                  </a:lnTo>
                  <a:lnTo>
                    <a:pt x="237"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2" name="Google Shape;1472;p19"/>
            <p:cNvSpPr/>
            <p:nvPr/>
          </p:nvSpPr>
          <p:spPr>
            <a:xfrm>
              <a:off x="2841525" y="3624600"/>
              <a:ext cx="5950" cy="23225"/>
            </a:xfrm>
            <a:custGeom>
              <a:avLst/>
              <a:gdLst/>
              <a:ahLst/>
              <a:cxnLst/>
              <a:rect l="l" t="t" r="r" b="b"/>
              <a:pathLst>
                <a:path w="238" h="929" extrusionOk="0">
                  <a:moveTo>
                    <a:pt x="0" y="0"/>
                  </a:moveTo>
                  <a:lnTo>
                    <a:pt x="0" y="928"/>
                  </a:lnTo>
                  <a:lnTo>
                    <a:pt x="237" y="928"/>
                  </a:lnTo>
                  <a:lnTo>
                    <a:pt x="237"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3" name="Google Shape;1473;p19"/>
            <p:cNvSpPr/>
            <p:nvPr/>
          </p:nvSpPr>
          <p:spPr>
            <a:xfrm>
              <a:off x="2841525" y="3578025"/>
              <a:ext cx="5950" cy="23225"/>
            </a:xfrm>
            <a:custGeom>
              <a:avLst/>
              <a:gdLst/>
              <a:ahLst/>
              <a:cxnLst/>
              <a:rect l="l" t="t" r="r" b="b"/>
              <a:pathLst>
                <a:path w="238" h="929" extrusionOk="0">
                  <a:moveTo>
                    <a:pt x="0" y="1"/>
                  </a:moveTo>
                  <a:lnTo>
                    <a:pt x="0" y="928"/>
                  </a:lnTo>
                  <a:lnTo>
                    <a:pt x="237" y="928"/>
                  </a:lnTo>
                  <a:lnTo>
                    <a:pt x="237"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4" name="Google Shape;1474;p19"/>
            <p:cNvSpPr/>
            <p:nvPr/>
          </p:nvSpPr>
          <p:spPr>
            <a:xfrm>
              <a:off x="2841525" y="3764125"/>
              <a:ext cx="5950" cy="23200"/>
            </a:xfrm>
            <a:custGeom>
              <a:avLst/>
              <a:gdLst/>
              <a:ahLst/>
              <a:cxnLst/>
              <a:rect l="l" t="t" r="r" b="b"/>
              <a:pathLst>
                <a:path w="238" h="928" extrusionOk="0">
                  <a:moveTo>
                    <a:pt x="0" y="0"/>
                  </a:moveTo>
                  <a:lnTo>
                    <a:pt x="0" y="928"/>
                  </a:lnTo>
                  <a:lnTo>
                    <a:pt x="237" y="928"/>
                  </a:lnTo>
                  <a:lnTo>
                    <a:pt x="237"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5" name="Google Shape;1475;p19"/>
            <p:cNvSpPr/>
            <p:nvPr/>
          </p:nvSpPr>
          <p:spPr>
            <a:xfrm>
              <a:off x="2817625" y="2697975"/>
              <a:ext cx="16775" cy="23400"/>
            </a:xfrm>
            <a:custGeom>
              <a:avLst/>
              <a:gdLst/>
              <a:ahLst/>
              <a:cxnLst/>
              <a:rect l="l" t="t" r="r" b="b"/>
              <a:pathLst>
                <a:path w="671" h="936" extrusionOk="0">
                  <a:moveTo>
                    <a:pt x="203" y="1"/>
                  </a:moveTo>
                  <a:lnTo>
                    <a:pt x="0" y="147"/>
                  </a:lnTo>
                  <a:cubicBezTo>
                    <a:pt x="175" y="378"/>
                    <a:pt x="349" y="643"/>
                    <a:pt x="468" y="936"/>
                  </a:cubicBezTo>
                  <a:lnTo>
                    <a:pt x="670" y="845"/>
                  </a:lnTo>
                  <a:cubicBezTo>
                    <a:pt x="551" y="552"/>
                    <a:pt x="377" y="266"/>
                    <a:pt x="203"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6" name="Google Shape;1476;p19"/>
            <p:cNvSpPr/>
            <p:nvPr/>
          </p:nvSpPr>
          <p:spPr>
            <a:xfrm>
              <a:off x="2841525" y="3670975"/>
              <a:ext cx="5950" cy="23400"/>
            </a:xfrm>
            <a:custGeom>
              <a:avLst/>
              <a:gdLst/>
              <a:ahLst/>
              <a:cxnLst/>
              <a:rect l="l" t="t" r="r" b="b"/>
              <a:pathLst>
                <a:path w="238" h="936" extrusionOk="0">
                  <a:moveTo>
                    <a:pt x="0" y="1"/>
                  </a:moveTo>
                  <a:lnTo>
                    <a:pt x="0" y="936"/>
                  </a:lnTo>
                  <a:lnTo>
                    <a:pt x="237" y="936"/>
                  </a:lnTo>
                  <a:lnTo>
                    <a:pt x="237"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7" name="Google Shape;1477;p19"/>
            <p:cNvSpPr/>
            <p:nvPr/>
          </p:nvSpPr>
          <p:spPr>
            <a:xfrm>
              <a:off x="2510150" y="2649325"/>
              <a:ext cx="23400" cy="5775"/>
            </a:xfrm>
            <a:custGeom>
              <a:avLst/>
              <a:gdLst/>
              <a:ahLst/>
              <a:cxnLst/>
              <a:rect l="l" t="t" r="r" b="b"/>
              <a:pathLst>
                <a:path w="936" h="231" extrusionOk="0">
                  <a:moveTo>
                    <a:pt x="0" y="1"/>
                  </a:moveTo>
                  <a:lnTo>
                    <a:pt x="0" y="231"/>
                  </a:lnTo>
                  <a:lnTo>
                    <a:pt x="935" y="231"/>
                  </a:lnTo>
                  <a:lnTo>
                    <a:pt x="93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8" name="Google Shape;1478;p19"/>
            <p:cNvSpPr/>
            <p:nvPr/>
          </p:nvSpPr>
          <p:spPr>
            <a:xfrm>
              <a:off x="2556725" y="2649325"/>
              <a:ext cx="22500" cy="5775"/>
            </a:xfrm>
            <a:custGeom>
              <a:avLst/>
              <a:gdLst/>
              <a:ahLst/>
              <a:cxnLst/>
              <a:rect l="l" t="t" r="r" b="b"/>
              <a:pathLst>
                <a:path w="900" h="231" extrusionOk="0">
                  <a:moveTo>
                    <a:pt x="0" y="1"/>
                  </a:moveTo>
                  <a:lnTo>
                    <a:pt x="0" y="231"/>
                  </a:lnTo>
                  <a:lnTo>
                    <a:pt x="900" y="231"/>
                  </a:lnTo>
                  <a:lnTo>
                    <a:pt x="900"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9" name="Google Shape;1479;p19"/>
            <p:cNvSpPr/>
            <p:nvPr/>
          </p:nvSpPr>
          <p:spPr>
            <a:xfrm>
              <a:off x="2648975" y="2649325"/>
              <a:ext cx="23400" cy="5775"/>
            </a:xfrm>
            <a:custGeom>
              <a:avLst/>
              <a:gdLst/>
              <a:ahLst/>
              <a:cxnLst/>
              <a:rect l="l" t="t" r="r" b="b"/>
              <a:pathLst>
                <a:path w="936" h="231" extrusionOk="0">
                  <a:moveTo>
                    <a:pt x="0" y="1"/>
                  </a:moveTo>
                  <a:lnTo>
                    <a:pt x="0" y="231"/>
                  </a:lnTo>
                  <a:lnTo>
                    <a:pt x="935" y="231"/>
                  </a:lnTo>
                  <a:lnTo>
                    <a:pt x="93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0" name="Google Shape;1480;p19"/>
            <p:cNvSpPr/>
            <p:nvPr/>
          </p:nvSpPr>
          <p:spPr>
            <a:xfrm>
              <a:off x="2602575" y="2649325"/>
              <a:ext cx="23225" cy="5775"/>
            </a:xfrm>
            <a:custGeom>
              <a:avLst/>
              <a:gdLst/>
              <a:ahLst/>
              <a:cxnLst/>
              <a:rect l="l" t="t" r="r" b="b"/>
              <a:pathLst>
                <a:path w="929" h="231" extrusionOk="0">
                  <a:moveTo>
                    <a:pt x="1" y="1"/>
                  </a:moveTo>
                  <a:lnTo>
                    <a:pt x="1" y="231"/>
                  </a:lnTo>
                  <a:lnTo>
                    <a:pt x="929" y="231"/>
                  </a:lnTo>
                  <a:lnTo>
                    <a:pt x="929"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1" name="Google Shape;1481;p19"/>
            <p:cNvSpPr/>
            <p:nvPr/>
          </p:nvSpPr>
          <p:spPr>
            <a:xfrm>
              <a:off x="2695550" y="2648625"/>
              <a:ext cx="23200" cy="6475"/>
            </a:xfrm>
            <a:custGeom>
              <a:avLst/>
              <a:gdLst/>
              <a:ahLst/>
              <a:cxnLst/>
              <a:rect l="l" t="t" r="r" b="b"/>
              <a:pathLst>
                <a:path w="928" h="259" extrusionOk="0">
                  <a:moveTo>
                    <a:pt x="753" y="1"/>
                  </a:moveTo>
                  <a:cubicBezTo>
                    <a:pt x="670" y="1"/>
                    <a:pt x="607" y="29"/>
                    <a:pt x="607" y="29"/>
                  </a:cubicBezTo>
                  <a:lnTo>
                    <a:pt x="0" y="29"/>
                  </a:lnTo>
                  <a:lnTo>
                    <a:pt x="0" y="259"/>
                  </a:lnTo>
                  <a:lnTo>
                    <a:pt x="607" y="259"/>
                  </a:lnTo>
                  <a:cubicBezTo>
                    <a:pt x="607" y="259"/>
                    <a:pt x="670" y="231"/>
                    <a:pt x="753" y="231"/>
                  </a:cubicBezTo>
                  <a:cubicBezTo>
                    <a:pt x="816" y="231"/>
                    <a:pt x="872" y="231"/>
                    <a:pt x="928" y="259"/>
                  </a:cubicBezTo>
                  <a:lnTo>
                    <a:pt x="928" y="29"/>
                  </a:lnTo>
                  <a:cubicBezTo>
                    <a:pt x="872" y="1"/>
                    <a:pt x="816" y="1"/>
                    <a:pt x="753"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2" name="Google Shape;1482;p19"/>
            <p:cNvSpPr/>
            <p:nvPr/>
          </p:nvSpPr>
          <p:spPr>
            <a:xfrm>
              <a:off x="2741225" y="2651600"/>
              <a:ext cx="24100" cy="11525"/>
            </a:xfrm>
            <a:custGeom>
              <a:avLst/>
              <a:gdLst/>
              <a:ahLst/>
              <a:cxnLst/>
              <a:rect l="l" t="t" r="r" b="b"/>
              <a:pathLst>
                <a:path w="964" h="461" extrusionOk="0">
                  <a:moveTo>
                    <a:pt x="64" y="0"/>
                  </a:moveTo>
                  <a:lnTo>
                    <a:pt x="1" y="231"/>
                  </a:lnTo>
                  <a:cubicBezTo>
                    <a:pt x="322" y="286"/>
                    <a:pt x="615" y="349"/>
                    <a:pt x="908" y="461"/>
                  </a:cubicBezTo>
                  <a:lnTo>
                    <a:pt x="964" y="231"/>
                  </a:lnTo>
                  <a:cubicBezTo>
                    <a:pt x="671" y="140"/>
                    <a:pt x="384" y="56"/>
                    <a:pt x="64"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3" name="Google Shape;1483;p19"/>
            <p:cNvSpPr/>
            <p:nvPr/>
          </p:nvSpPr>
          <p:spPr>
            <a:xfrm>
              <a:off x="2784125" y="2667475"/>
              <a:ext cx="22525" cy="17450"/>
            </a:xfrm>
            <a:custGeom>
              <a:avLst/>
              <a:gdLst/>
              <a:ahLst/>
              <a:cxnLst/>
              <a:rect l="l" t="t" r="r" b="b"/>
              <a:pathLst>
                <a:path w="901" h="698" extrusionOk="0">
                  <a:moveTo>
                    <a:pt x="120" y="0"/>
                  </a:moveTo>
                  <a:lnTo>
                    <a:pt x="1" y="202"/>
                  </a:lnTo>
                  <a:cubicBezTo>
                    <a:pt x="266" y="349"/>
                    <a:pt x="524" y="523"/>
                    <a:pt x="726" y="698"/>
                  </a:cubicBezTo>
                  <a:lnTo>
                    <a:pt x="901" y="523"/>
                  </a:lnTo>
                  <a:cubicBezTo>
                    <a:pt x="671" y="321"/>
                    <a:pt x="413" y="147"/>
                    <a:pt x="120"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4" name="Google Shape;1484;p19"/>
            <p:cNvSpPr/>
            <p:nvPr/>
          </p:nvSpPr>
          <p:spPr>
            <a:xfrm>
              <a:off x="2841525" y="2927675"/>
              <a:ext cx="5950" cy="23225"/>
            </a:xfrm>
            <a:custGeom>
              <a:avLst/>
              <a:gdLst/>
              <a:ahLst/>
              <a:cxnLst/>
              <a:rect l="l" t="t" r="r" b="b"/>
              <a:pathLst>
                <a:path w="238" h="929" extrusionOk="0">
                  <a:moveTo>
                    <a:pt x="0" y="1"/>
                  </a:moveTo>
                  <a:lnTo>
                    <a:pt x="0" y="928"/>
                  </a:lnTo>
                  <a:lnTo>
                    <a:pt x="237" y="928"/>
                  </a:lnTo>
                  <a:lnTo>
                    <a:pt x="237"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5" name="Google Shape;1485;p19"/>
            <p:cNvSpPr/>
            <p:nvPr/>
          </p:nvSpPr>
          <p:spPr>
            <a:xfrm>
              <a:off x="2841525" y="2974250"/>
              <a:ext cx="5950" cy="23225"/>
            </a:xfrm>
            <a:custGeom>
              <a:avLst/>
              <a:gdLst/>
              <a:ahLst/>
              <a:cxnLst/>
              <a:rect l="l" t="t" r="r" b="b"/>
              <a:pathLst>
                <a:path w="238" h="929" extrusionOk="0">
                  <a:moveTo>
                    <a:pt x="0" y="0"/>
                  </a:moveTo>
                  <a:lnTo>
                    <a:pt x="0" y="928"/>
                  </a:lnTo>
                  <a:lnTo>
                    <a:pt x="237" y="928"/>
                  </a:lnTo>
                  <a:lnTo>
                    <a:pt x="237"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6" name="Google Shape;1486;p19"/>
            <p:cNvSpPr/>
            <p:nvPr/>
          </p:nvSpPr>
          <p:spPr>
            <a:xfrm>
              <a:off x="2841525" y="3020625"/>
              <a:ext cx="5950" cy="23400"/>
            </a:xfrm>
            <a:custGeom>
              <a:avLst/>
              <a:gdLst/>
              <a:ahLst/>
              <a:cxnLst/>
              <a:rect l="l" t="t" r="r" b="b"/>
              <a:pathLst>
                <a:path w="238" h="936" extrusionOk="0">
                  <a:moveTo>
                    <a:pt x="0" y="1"/>
                  </a:moveTo>
                  <a:lnTo>
                    <a:pt x="0" y="936"/>
                  </a:lnTo>
                  <a:lnTo>
                    <a:pt x="237" y="936"/>
                  </a:lnTo>
                  <a:lnTo>
                    <a:pt x="237"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7" name="Google Shape;1487;p19"/>
            <p:cNvSpPr/>
            <p:nvPr/>
          </p:nvSpPr>
          <p:spPr>
            <a:xfrm>
              <a:off x="2841525" y="3113775"/>
              <a:ext cx="5950" cy="23200"/>
            </a:xfrm>
            <a:custGeom>
              <a:avLst/>
              <a:gdLst/>
              <a:ahLst/>
              <a:cxnLst/>
              <a:rect l="l" t="t" r="r" b="b"/>
              <a:pathLst>
                <a:path w="238" h="928" extrusionOk="0">
                  <a:moveTo>
                    <a:pt x="0" y="0"/>
                  </a:moveTo>
                  <a:lnTo>
                    <a:pt x="0" y="928"/>
                  </a:lnTo>
                  <a:lnTo>
                    <a:pt x="237" y="928"/>
                  </a:lnTo>
                  <a:lnTo>
                    <a:pt x="237"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8" name="Google Shape;1488;p19"/>
            <p:cNvSpPr/>
            <p:nvPr/>
          </p:nvSpPr>
          <p:spPr>
            <a:xfrm>
              <a:off x="2841525" y="3067200"/>
              <a:ext cx="5950" cy="23225"/>
            </a:xfrm>
            <a:custGeom>
              <a:avLst/>
              <a:gdLst/>
              <a:ahLst/>
              <a:cxnLst/>
              <a:rect l="l" t="t" r="r" b="b"/>
              <a:pathLst>
                <a:path w="238" h="929" extrusionOk="0">
                  <a:moveTo>
                    <a:pt x="0" y="0"/>
                  </a:moveTo>
                  <a:lnTo>
                    <a:pt x="0" y="928"/>
                  </a:lnTo>
                  <a:lnTo>
                    <a:pt x="237" y="928"/>
                  </a:lnTo>
                  <a:lnTo>
                    <a:pt x="237"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9" name="Google Shape;1489;p19"/>
            <p:cNvSpPr/>
            <p:nvPr/>
          </p:nvSpPr>
          <p:spPr>
            <a:xfrm>
              <a:off x="2841525" y="2788150"/>
              <a:ext cx="5950" cy="23225"/>
            </a:xfrm>
            <a:custGeom>
              <a:avLst/>
              <a:gdLst/>
              <a:ahLst/>
              <a:cxnLst/>
              <a:rect l="l" t="t" r="r" b="b"/>
              <a:pathLst>
                <a:path w="238" h="929" extrusionOk="0">
                  <a:moveTo>
                    <a:pt x="0" y="1"/>
                  </a:moveTo>
                  <a:lnTo>
                    <a:pt x="0" y="928"/>
                  </a:lnTo>
                  <a:lnTo>
                    <a:pt x="237" y="928"/>
                  </a:lnTo>
                  <a:lnTo>
                    <a:pt x="237"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0" name="Google Shape;1490;p19"/>
            <p:cNvSpPr/>
            <p:nvPr/>
          </p:nvSpPr>
          <p:spPr>
            <a:xfrm>
              <a:off x="2841525" y="2834725"/>
              <a:ext cx="5950" cy="23225"/>
            </a:xfrm>
            <a:custGeom>
              <a:avLst/>
              <a:gdLst/>
              <a:ahLst/>
              <a:cxnLst/>
              <a:rect l="l" t="t" r="r" b="b"/>
              <a:pathLst>
                <a:path w="238" h="929" extrusionOk="0">
                  <a:moveTo>
                    <a:pt x="0" y="0"/>
                  </a:moveTo>
                  <a:lnTo>
                    <a:pt x="0" y="928"/>
                  </a:lnTo>
                  <a:lnTo>
                    <a:pt x="237" y="928"/>
                  </a:lnTo>
                  <a:lnTo>
                    <a:pt x="237"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1" name="Google Shape;1491;p19"/>
            <p:cNvSpPr/>
            <p:nvPr/>
          </p:nvSpPr>
          <p:spPr>
            <a:xfrm>
              <a:off x="2841525" y="3531450"/>
              <a:ext cx="5950" cy="23400"/>
            </a:xfrm>
            <a:custGeom>
              <a:avLst/>
              <a:gdLst/>
              <a:ahLst/>
              <a:cxnLst/>
              <a:rect l="l" t="t" r="r" b="b"/>
              <a:pathLst>
                <a:path w="238" h="936" extrusionOk="0">
                  <a:moveTo>
                    <a:pt x="0" y="1"/>
                  </a:moveTo>
                  <a:lnTo>
                    <a:pt x="0" y="936"/>
                  </a:lnTo>
                  <a:lnTo>
                    <a:pt x="237" y="936"/>
                  </a:lnTo>
                  <a:lnTo>
                    <a:pt x="237"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2" name="Google Shape;1492;p19"/>
            <p:cNvSpPr/>
            <p:nvPr/>
          </p:nvSpPr>
          <p:spPr>
            <a:xfrm>
              <a:off x="2841525" y="2881100"/>
              <a:ext cx="5950" cy="23400"/>
            </a:xfrm>
            <a:custGeom>
              <a:avLst/>
              <a:gdLst/>
              <a:ahLst/>
              <a:cxnLst/>
              <a:rect l="l" t="t" r="r" b="b"/>
              <a:pathLst>
                <a:path w="238" h="936" extrusionOk="0">
                  <a:moveTo>
                    <a:pt x="0" y="1"/>
                  </a:moveTo>
                  <a:lnTo>
                    <a:pt x="0" y="936"/>
                  </a:lnTo>
                  <a:lnTo>
                    <a:pt x="237" y="936"/>
                  </a:lnTo>
                  <a:lnTo>
                    <a:pt x="237"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3" name="Google Shape;1493;p19"/>
            <p:cNvSpPr/>
            <p:nvPr/>
          </p:nvSpPr>
          <p:spPr>
            <a:xfrm>
              <a:off x="2841525" y="3346250"/>
              <a:ext cx="5950" cy="23225"/>
            </a:xfrm>
            <a:custGeom>
              <a:avLst/>
              <a:gdLst/>
              <a:ahLst/>
              <a:cxnLst/>
              <a:rect l="l" t="t" r="r" b="b"/>
              <a:pathLst>
                <a:path w="238" h="929" extrusionOk="0">
                  <a:moveTo>
                    <a:pt x="0" y="0"/>
                  </a:moveTo>
                  <a:lnTo>
                    <a:pt x="0" y="928"/>
                  </a:lnTo>
                  <a:lnTo>
                    <a:pt x="237" y="928"/>
                  </a:lnTo>
                  <a:lnTo>
                    <a:pt x="237"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4" name="Google Shape;1494;p19"/>
            <p:cNvSpPr/>
            <p:nvPr/>
          </p:nvSpPr>
          <p:spPr>
            <a:xfrm>
              <a:off x="2841525" y="3392800"/>
              <a:ext cx="5950" cy="23225"/>
            </a:xfrm>
            <a:custGeom>
              <a:avLst/>
              <a:gdLst/>
              <a:ahLst/>
              <a:cxnLst/>
              <a:rect l="l" t="t" r="r" b="b"/>
              <a:pathLst>
                <a:path w="238" h="929" extrusionOk="0">
                  <a:moveTo>
                    <a:pt x="0" y="1"/>
                  </a:moveTo>
                  <a:lnTo>
                    <a:pt x="0" y="929"/>
                  </a:lnTo>
                  <a:lnTo>
                    <a:pt x="237" y="929"/>
                  </a:lnTo>
                  <a:lnTo>
                    <a:pt x="237"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5" name="Google Shape;1495;p19"/>
            <p:cNvSpPr/>
            <p:nvPr/>
          </p:nvSpPr>
          <p:spPr>
            <a:xfrm>
              <a:off x="2841525" y="3439200"/>
              <a:ext cx="5950" cy="23400"/>
            </a:xfrm>
            <a:custGeom>
              <a:avLst/>
              <a:gdLst/>
              <a:ahLst/>
              <a:cxnLst/>
              <a:rect l="l" t="t" r="r" b="b"/>
              <a:pathLst>
                <a:path w="238" h="936" extrusionOk="0">
                  <a:moveTo>
                    <a:pt x="0" y="1"/>
                  </a:moveTo>
                  <a:lnTo>
                    <a:pt x="0" y="935"/>
                  </a:lnTo>
                  <a:lnTo>
                    <a:pt x="237" y="935"/>
                  </a:lnTo>
                  <a:lnTo>
                    <a:pt x="237"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6" name="Google Shape;1496;p19"/>
            <p:cNvSpPr/>
            <p:nvPr/>
          </p:nvSpPr>
          <p:spPr>
            <a:xfrm>
              <a:off x="2841525" y="3160150"/>
              <a:ext cx="5950" cy="23400"/>
            </a:xfrm>
            <a:custGeom>
              <a:avLst/>
              <a:gdLst/>
              <a:ahLst/>
              <a:cxnLst/>
              <a:rect l="l" t="t" r="r" b="b"/>
              <a:pathLst>
                <a:path w="238" h="936" extrusionOk="0">
                  <a:moveTo>
                    <a:pt x="0" y="1"/>
                  </a:moveTo>
                  <a:lnTo>
                    <a:pt x="0" y="936"/>
                  </a:lnTo>
                  <a:lnTo>
                    <a:pt x="237" y="936"/>
                  </a:lnTo>
                  <a:lnTo>
                    <a:pt x="237"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7" name="Google Shape;1497;p19"/>
            <p:cNvSpPr/>
            <p:nvPr/>
          </p:nvSpPr>
          <p:spPr>
            <a:xfrm>
              <a:off x="2841525" y="3485075"/>
              <a:ext cx="5950" cy="23225"/>
            </a:xfrm>
            <a:custGeom>
              <a:avLst/>
              <a:gdLst/>
              <a:ahLst/>
              <a:cxnLst/>
              <a:rect l="l" t="t" r="r" b="b"/>
              <a:pathLst>
                <a:path w="238" h="929" extrusionOk="0">
                  <a:moveTo>
                    <a:pt x="0" y="0"/>
                  </a:moveTo>
                  <a:lnTo>
                    <a:pt x="0" y="928"/>
                  </a:lnTo>
                  <a:lnTo>
                    <a:pt x="237" y="928"/>
                  </a:lnTo>
                  <a:lnTo>
                    <a:pt x="237"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8" name="Google Shape;1498;p19"/>
            <p:cNvSpPr/>
            <p:nvPr/>
          </p:nvSpPr>
          <p:spPr>
            <a:xfrm>
              <a:off x="2841525" y="3206725"/>
              <a:ext cx="5950" cy="23225"/>
            </a:xfrm>
            <a:custGeom>
              <a:avLst/>
              <a:gdLst/>
              <a:ahLst/>
              <a:cxnLst/>
              <a:rect l="l" t="t" r="r" b="b"/>
              <a:pathLst>
                <a:path w="238" h="929" extrusionOk="0">
                  <a:moveTo>
                    <a:pt x="0" y="0"/>
                  </a:moveTo>
                  <a:lnTo>
                    <a:pt x="0" y="928"/>
                  </a:lnTo>
                  <a:lnTo>
                    <a:pt x="237" y="928"/>
                  </a:lnTo>
                  <a:lnTo>
                    <a:pt x="237"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9" name="Google Shape;1499;p19"/>
            <p:cNvSpPr/>
            <p:nvPr/>
          </p:nvSpPr>
          <p:spPr>
            <a:xfrm>
              <a:off x="2841525" y="3253300"/>
              <a:ext cx="5950" cy="23200"/>
            </a:xfrm>
            <a:custGeom>
              <a:avLst/>
              <a:gdLst/>
              <a:ahLst/>
              <a:cxnLst/>
              <a:rect l="l" t="t" r="r" b="b"/>
              <a:pathLst>
                <a:path w="238" h="928" extrusionOk="0">
                  <a:moveTo>
                    <a:pt x="0" y="0"/>
                  </a:moveTo>
                  <a:lnTo>
                    <a:pt x="0" y="928"/>
                  </a:lnTo>
                  <a:lnTo>
                    <a:pt x="237" y="928"/>
                  </a:lnTo>
                  <a:lnTo>
                    <a:pt x="237"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0" name="Google Shape;1500;p19"/>
            <p:cNvSpPr/>
            <p:nvPr/>
          </p:nvSpPr>
          <p:spPr>
            <a:xfrm>
              <a:off x="2841525" y="3299675"/>
              <a:ext cx="5950" cy="23400"/>
            </a:xfrm>
            <a:custGeom>
              <a:avLst/>
              <a:gdLst/>
              <a:ahLst/>
              <a:cxnLst/>
              <a:rect l="l" t="t" r="r" b="b"/>
              <a:pathLst>
                <a:path w="238" h="936" extrusionOk="0">
                  <a:moveTo>
                    <a:pt x="0" y="1"/>
                  </a:moveTo>
                  <a:lnTo>
                    <a:pt x="0" y="935"/>
                  </a:lnTo>
                  <a:lnTo>
                    <a:pt x="237" y="935"/>
                  </a:lnTo>
                  <a:lnTo>
                    <a:pt x="237"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1" name="Google Shape;1501;p19"/>
            <p:cNvSpPr/>
            <p:nvPr/>
          </p:nvSpPr>
          <p:spPr>
            <a:xfrm>
              <a:off x="2841525" y="3902075"/>
              <a:ext cx="5950" cy="11700"/>
            </a:xfrm>
            <a:custGeom>
              <a:avLst/>
              <a:gdLst/>
              <a:ahLst/>
              <a:cxnLst/>
              <a:rect l="l" t="t" r="r" b="b"/>
              <a:pathLst>
                <a:path w="238" h="468" extrusionOk="0">
                  <a:moveTo>
                    <a:pt x="0" y="0"/>
                  </a:moveTo>
                  <a:lnTo>
                    <a:pt x="0" y="468"/>
                  </a:lnTo>
                  <a:lnTo>
                    <a:pt x="237" y="468"/>
                  </a:lnTo>
                  <a:lnTo>
                    <a:pt x="237"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502" name="Google Shape;1502;p19"/>
          <p:cNvSpPr txBox="1">
            <a:spLocks noGrp="1"/>
          </p:cNvSpPr>
          <p:nvPr>
            <p:ph type="title" hasCustomPrompt="1"/>
          </p:nvPr>
        </p:nvSpPr>
        <p:spPr>
          <a:xfrm>
            <a:off x="697581" y="2119152"/>
            <a:ext cx="3585900" cy="768900"/>
          </a:xfrm>
          <a:prstGeom prst="rect">
            <a:avLst/>
          </a:prstGeom>
          <a:solidFill>
            <a:schemeClr val="accent5"/>
          </a:solidFill>
          <a:ln w="38100" cap="flat" cmpd="sng">
            <a:solidFill>
              <a:schemeClr val="accent5"/>
            </a:solidFill>
            <a:prstDash val="solid"/>
            <a:round/>
            <a:headEnd type="none" w="sm" len="sm"/>
            <a:tailEnd type="none" w="sm" len="sm"/>
          </a:ln>
        </p:spPr>
        <p:txBody>
          <a:bodyPr spcFirstLastPara="1" wrap="square" lIns="91425" tIns="91425" rIns="91425" bIns="91425" anchor="b" anchorCtr="0">
            <a:noAutofit/>
          </a:bodyPr>
          <a:lstStyle>
            <a:lvl1pPr lvl="0" algn="ctr" rtl="0">
              <a:spcBef>
                <a:spcPts val="0"/>
              </a:spcBef>
              <a:spcAft>
                <a:spcPts val="0"/>
              </a:spcAft>
              <a:buClr>
                <a:schemeClr val="lt1"/>
              </a:buClr>
              <a:buSzPts val="6000"/>
              <a:buNone/>
              <a:defRPr sz="4000">
                <a:solidFill>
                  <a:schemeClr val="accent1"/>
                </a:solidFill>
              </a:defRPr>
            </a:lvl1pPr>
            <a:lvl2pPr lvl="1" algn="ctr" rtl="0">
              <a:spcBef>
                <a:spcPts val="0"/>
              </a:spcBef>
              <a:spcAft>
                <a:spcPts val="0"/>
              </a:spcAft>
              <a:buClr>
                <a:schemeClr val="lt1"/>
              </a:buClr>
              <a:buSzPts val="6000"/>
              <a:buNone/>
              <a:defRPr sz="6000">
                <a:solidFill>
                  <a:schemeClr val="lt1"/>
                </a:solidFill>
              </a:defRPr>
            </a:lvl2pPr>
            <a:lvl3pPr lvl="2" algn="ctr" rtl="0">
              <a:spcBef>
                <a:spcPts val="0"/>
              </a:spcBef>
              <a:spcAft>
                <a:spcPts val="0"/>
              </a:spcAft>
              <a:buClr>
                <a:schemeClr val="lt1"/>
              </a:buClr>
              <a:buSzPts val="6000"/>
              <a:buNone/>
              <a:defRPr sz="6000">
                <a:solidFill>
                  <a:schemeClr val="lt1"/>
                </a:solidFill>
              </a:defRPr>
            </a:lvl3pPr>
            <a:lvl4pPr lvl="3" algn="ctr" rtl="0">
              <a:spcBef>
                <a:spcPts val="0"/>
              </a:spcBef>
              <a:spcAft>
                <a:spcPts val="0"/>
              </a:spcAft>
              <a:buClr>
                <a:schemeClr val="lt1"/>
              </a:buClr>
              <a:buSzPts val="6000"/>
              <a:buNone/>
              <a:defRPr sz="6000">
                <a:solidFill>
                  <a:schemeClr val="lt1"/>
                </a:solidFill>
              </a:defRPr>
            </a:lvl4pPr>
            <a:lvl5pPr lvl="4" algn="ctr" rtl="0">
              <a:spcBef>
                <a:spcPts val="0"/>
              </a:spcBef>
              <a:spcAft>
                <a:spcPts val="0"/>
              </a:spcAft>
              <a:buClr>
                <a:schemeClr val="lt1"/>
              </a:buClr>
              <a:buSzPts val="6000"/>
              <a:buNone/>
              <a:defRPr sz="6000">
                <a:solidFill>
                  <a:schemeClr val="lt1"/>
                </a:solidFill>
              </a:defRPr>
            </a:lvl5pPr>
            <a:lvl6pPr lvl="5" algn="ctr" rtl="0">
              <a:spcBef>
                <a:spcPts val="0"/>
              </a:spcBef>
              <a:spcAft>
                <a:spcPts val="0"/>
              </a:spcAft>
              <a:buClr>
                <a:schemeClr val="lt1"/>
              </a:buClr>
              <a:buSzPts val="6000"/>
              <a:buNone/>
              <a:defRPr sz="6000">
                <a:solidFill>
                  <a:schemeClr val="lt1"/>
                </a:solidFill>
              </a:defRPr>
            </a:lvl6pPr>
            <a:lvl7pPr lvl="6" algn="ctr" rtl="0">
              <a:spcBef>
                <a:spcPts val="0"/>
              </a:spcBef>
              <a:spcAft>
                <a:spcPts val="0"/>
              </a:spcAft>
              <a:buClr>
                <a:schemeClr val="lt1"/>
              </a:buClr>
              <a:buSzPts val="6000"/>
              <a:buNone/>
              <a:defRPr sz="6000">
                <a:solidFill>
                  <a:schemeClr val="lt1"/>
                </a:solidFill>
              </a:defRPr>
            </a:lvl7pPr>
            <a:lvl8pPr lvl="7" algn="ctr" rtl="0">
              <a:spcBef>
                <a:spcPts val="0"/>
              </a:spcBef>
              <a:spcAft>
                <a:spcPts val="0"/>
              </a:spcAft>
              <a:buClr>
                <a:schemeClr val="lt1"/>
              </a:buClr>
              <a:buSzPts val="6000"/>
              <a:buNone/>
              <a:defRPr sz="6000">
                <a:solidFill>
                  <a:schemeClr val="lt1"/>
                </a:solidFill>
              </a:defRPr>
            </a:lvl8pPr>
            <a:lvl9pPr lvl="8" algn="ctr" rtl="0">
              <a:spcBef>
                <a:spcPts val="0"/>
              </a:spcBef>
              <a:spcAft>
                <a:spcPts val="0"/>
              </a:spcAft>
              <a:buClr>
                <a:schemeClr val="lt1"/>
              </a:buClr>
              <a:buSzPts val="6000"/>
              <a:buNone/>
              <a:defRPr sz="6000">
                <a:solidFill>
                  <a:schemeClr val="lt1"/>
                </a:solidFill>
              </a:defRPr>
            </a:lvl9pPr>
          </a:lstStyle>
          <a:p>
            <a:r>
              <a:t>xx%</a:t>
            </a:r>
          </a:p>
        </p:txBody>
      </p:sp>
      <p:sp>
        <p:nvSpPr>
          <p:cNvPr id="1503" name="Google Shape;1503;p19"/>
          <p:cNvSpPr txBox="1">
            <a:spLocks noGrp="1"/>
          </p:cNvSpPr>
          <p:nvPr>
            <p:ph type="subTitle" idx="1"/>
          </p:nvPr>
        </p:nvSpPr>
        <p:spPr>
          <a:xfrm>
            <a:off x="697594" y="2931227"/>
            <a:ext cx="3585900" cy="3654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dk1"/>
              </a:buClr>
              <a:buSzPts val="1200"/>
              <a:buFont typeface="PT Sans"/>
              <a:buNone/>
              <a:defRPr sz="1500">
                <a:solidFill>
                  <a:schemeClr val="dk1"/>
                </a:solidFill>
              </a:defRPr>
            </a:lvl1pPr>
            <a:lvl2pPr lvl="1" algn="ctr" rtl="0">
              <a:lnSpc>
                <a:spcPct val="100000"/>
              </a:lnSpc>
              <a:spcBef>
                <a:spcPts val="0"/>
              </a:spcBef>
              <a:spcAft>
                <a:spcPts val="0"/>
              </a:spcAft>
              <a:buClr>
                <a:schemeClr val="dk1"/>
              </a:buClr>
              <a:buSzPts val="1200"/>
              <a:buNone/>
              <a:defRPr>
                <a:solidFill>
                  <a:schemeClr val="dk1"/>
                </a:solidFill>
              </a:defRPr>
            </a:lvl2pPr>
            <a:lvl3pPr lvl="2" algn="ctr" rtl="0">
              <a:lnSpc>
                <a:spcPct val="100000"/>
              </a:lnSpc>
              <a:spcBef>
                <a:spcPts val="0"/>
              </a:spcBef>
              <a:spcAft>
                <a:spcPts val="0"/>
              </a:spcAft>
              <a:buClr>
                <a:schemeClr val="dk1"/>
              </a:buClr>
              <a:buSzPts val="1200"/>
              <a:buNone/>
              <a:defRPr>
                <a:solidFill>
                  <a:schemeClr val="dk1"/>
                </a:solidFill>
              </a:defRPr>
            </a:lvl3pPr>
            <a:lvl4pPr lvl="3" algn="ctr" rtl="0">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4pPr>
            <a:lvl5pPr lvl="4" algn="ctr" rtl="0">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5pPr>
            <a:lvl6pPr lvl="5" algn="ctr" rtl="0">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6pPr>
            <a:lvl7pPr lvl="6" algn="ctr" rtl="0">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7pPr>
            <a:lvl8pPr lvl="7" algn="ctr" rtl="0">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8pPr>
            <a:lvl9pPr lvl="8" algn="ctr" rtl="0">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9pPr>
          </a:lstStyle>
          <a:p>
            <a:endParaRPr/>
          </a:p>
        </p:txBody>
      </p:sp>
      <p:sp>
        <p:nvSpPr>
          <p:cNvPr id="1504" name="Google Shape;1504;p19"/>
          <p:cNvSpPr txBox="1">
            <a:spLocks noGrp="1"/>
          </p:cNvSpPr>
          <p:nvPr>
            <p:ph type="title" idx="2" hasCustomPrompt="1"/>
          </p:nvPr>
        </p:nvSpPr>
        <p:spPr>
          <a:xfrm>
            <a:off x="2779044" y="539500"/>
            <a:ext cx="3585900" cy="768900"/>
          </a:xfrm>
          <a:prstGeom prst="rect">
            <a:avLst/>
          </a:prstGeom>
          <a:solidFill>
            <a:schemeClr val="accent5"/>
          </a:solidFill>
          <a:ln w="38100" cap="flat" cmpd="sng">
            <a:solidFill>
              <a:schemeClr val="accent5"/>
            </a:solidFill>
            <a:prstDash val="solid"/>
            <a:round/>
            <a:headEnd type="none" w="sm" len="sm"/>
            <a:tailEnd type="none" w="sm" len="sm"/>
          </a:ln>
        </p:spPr>
        <p:txBody>
          <a:bodyPr spcFirstLastPara="1" wrap="square" lIns="91425" tIns="91425" rIns="91425" bIns="91425" anchor="b" anchorCtr="0">
            <a:noAutofit/>
          </a:bodyPr>
          <a:lstStyle>
            <a:lvl1pPr lvl="0" algn="ctr" rtl="0">
              <a:spcBef>
                <a:spcPts val="0"/>
              </a:spcBef>
              <a:spcAft>
                <a:spcPts val="0"/>
              </a:spcAft>
              <a:buClr>
                <a:schemeClr val="lt1"/>
              </a:buClr>
              <a:buSzPts val="6000"/>
              <a:buNone/>
              <a:defRPr sz="4000">
                <a:solidFill>
                  <a:schemeClr val="accent1"/>
                </a:solidFill>
              </a:defRPr>
            </a:lvl1pPr>
            <a:lvl2pPr lvl="1" algn="ctr" rtl="0">
              <a:spcBef>
                <a:spcPts val="0"/>
              </a:spcBef>
              <a:spcAft>
                <a:spcPts val="0"/>
              </a:spcAft>
              <a:buClr>
                <a:schemeClr val="lt1"/>
              </a:buClr>
              <a:buSzPts val="6000"/>
              <a:buNone/>
              <a:defRPr sz="6000">
                <a:solidFill>
                  <a:schemeClr val="lt1"/>
                </a:solidFill>
              </a:defRPr>
            </a:lvl2pPr>
            <a:lvl3pPr lvl="2" algn="ctr" rtl="0">
              <a:spcBef>
                <a:spcPts val="0"/>
              </a:spcBef>
              <a:spcAft>
                <a:spcPts val="0"/>
              </a:spcAft>
              <a:buClr>
                <a:schemeClr val="lt1"/>
              </a:buClr>
              <a:buSzPts val="6000"/>
              <a:buNone/>
              <a:defRPr sz="6000">
                <a:solidFill>
                  <a:schemeClr val="lt1"/>
                </a:solidFill>
              </a:defRPr>
            </a:lvl3pPr>
            <a:lvl4pPr lvl="3" algn="ctr" rtl="0">
              <a:spcBef>
                <a:spcPts val="0"/>
              </a:spcBef>
              <a:spcAft>
                <a:spcPts val="0"/>
              </a:spcAft>
              <a:buClr>
                <a:schemeClr val="lt1"/>
              </a:buClr>
              <a:buSzPts val="6000"/>
              <a:buNone/>
              <a:defRPr sz="6000">
                <a:solidFill>
                  <a:schemeClr val="lt1"/>
                </a:solidFill>
              </a:defRPr>
            </a:lvl4pPr>
            <a:lvl5pPr lvl="4" algn="ctr" rtl="0">
              <a:spcBef>
                <a:spcPts val="0"/>
              </a:spcBef>
              <a:spcAft>
                <a:spcPts val="0"/>
              </a:spcAft>
              <a:buClr>
                <a:schemeClr val="lt1"/>
              </a:buClr>
              <a:buSzPts val="6000"/>
              <a:buNone/>
              <a:defRPr sz="6000">
                <a:solidFill>
                  <a:schemeClr val="lt1"/>
                </a:solidFill>
              </a:defRPr>
            </a:lvl5pPr>
            <a:lvl6pPr lvl="5" algn="ctr" rtl="0">
              <a:spcBef>
                <a:spcPts val="0"/>
              </a:spcBef>
              <a:spcAft>
                <a:spcPts val="0"/>
              </a:spcAft>
              <a:buClr>
                <a:schemeClr val="lt1"/>
              </a:buClr>
              <a:buSzPts val="6000"/>
              <a:buNone/>
              <a:defRPr sz="6000">
                <a:solidFill>
                  <a:schemeClr val="lt1"/>
                </a:solidFill>
              </a:defRPr>
            </a:lvl6pPr>
            <a:lvl7pPr lvl="6" algn="ctr" rtl="0">
              <a:spcBef>
                <a:spcPts val="0"/>
              </a:spcBef>
              <a:spcAft>
                <a:spcPts val="0"/>
              </a:spcAft>
              <a:buClr>
                <a:schemeClr val="lt1"/>
              </a:buClr>
              <a:buSzPts val="6000"/>
              <a:buNone/>
              <a:defRPr sz="6000">
                <a:solidFill>
                  <a:schemeClr val="lt1"/>
                </a:solidFill>
              </a:defRPr>
            </a:lvl7pPr>
            <a:lvl8pPr lvl="7" algn="ctr" rtl="0">
              <a:spcBef>
                <a:spcPts val="0"/>
              </a:spcBef>
              <a:spcAft>
                <a:spcPts val="0"/>
              </a:spcAft>
              <a:buClr>
                <a:schemeClr val="lt1"/>
              </a:buClr>
              <a:buSzPts val="6000"/>
              <a:buNone/>
              <a:defRPr sz="6000">
                <a:solidFill>
                  <a:schemeClr val="lt1"/>
                </a:solidFill>
              </a:defRPr>
            </a:lvl8pPr>
            <a:lvl9pPr lvl="8" algn="ctr" rtl="0">
              <a:spcBef>
                <a:spcPts val="0"/>
              </a:spcBef>
              <a:spcAft>
                <a:spcPts val="0"/>
              </a:spcAft>
              <a:buClr>
                <a:schemeClr val="lt1"/>
              </a:buClr>
              <a:buSzPts val="6000"/>
              <a:buNone/>
              <a:defRPr sz="6000">
                <a:solidFill>
                  <a:schemeClr val="lt1"/>
                </a:solidFill>
              </a:defRPr>
            </a:lvl9pPr>
          </a:lstStyle>
          <a:p>
            <a:r>
              <a:t>xx%</a:t>
            </a:r>
          </a:p>
        </p:txBody>
      </p:sp>
      <p:sp>
        <p:nvSpPr>
          <p:cNvPr id="1505" name="Google Shape;1505;p19"/>
          <p:cNvSpPr txBox="1">
            <a:spLocks noGrp="1"/>
          </p:cNvSpPr>
          <p:nvPr>
            <p:ph type="subTitle" idx="3"/>
          </p:nvPr>
        </p:nvSpPr>
        <p:spPr>
          <a:xfrm>
            <a:off x="2779056" y="1351581"/>
            <a:ext cx="3585900" cy="3654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dk1"/>
              </a:buClr>
              <a:buSzPts val="1200"/>
              <a:buFont typeface="PT Sans"/>
              <a:buNone/>
              <a:defRPr sz="1500">
                <a:solidFill>
                  <a:schemeClr val="dk1"/>
                </a:solidFill>
              </a:defRPr>
            </a:lvl1pPr>
            <a:lvl2pPr lvl="1" algn="ctr" rtl="0">
              <a:lnSpc>
                <a:spcPct val="100000"/>
              </a:lnSpc>
              <a:spcBef>
                <a:spcPts val="0"/>
              </a:spcBef>
              <a:spcAft>
                <a:spcPts val="0"/>
              </a:spcAft>
              <a:buClr>
                <a:schemeClr val="dk1"/>
              </a:buClr>
              <a:buSzPts val="1200"/>
              <a:buNone/>
              <a:defRPr>
                <a:solidFill>
                  <a:schemeClr val="dk1"/>
                </a:solidFill>
              </a:defRPr>
            </a:lvl2pPr>
            <a:lvl3pPr lvl="2" algn="ctr" rtl="0">
              <a:lnSpc>
                <a:spcPct val="100000"/>
              </a:lnSpc>
              <a:spcBef>
                <a:spcPts val="0"/>
              </a:spcBef>
              <a:spcAft>
                <a:spcPts val="0"/>
              </a:spcAft>
              <a:buClr>
                <a:schemeClr val="dk1"/>
              </a:buClr>
              <a:buSzPts val="1200"/>
              <a:buNone/>
              <a:defRPr>
                <a:solidFill>
                  <a:schemeClr val="dk1"/>
                </a:solidFill>
              </a:defRPr>
            </a:lvl3pPr>
            <a:lvl4pPr lvl="3" algn="ctr" rtl="0">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4pPr>
            <a:lvl5pPr lvl="4" algn="ctr" rtl="0">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5pPr>
            <a:lvl6pPr lvl="5" algn="ctr" rtl="0">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6pPr>
            <a:lvl7pPr lvl="6" algn="ctr" rtl="0">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7pPr>
            <a:lvl8pPr lvl="7" algn="ctr" rtl="0">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8pPr>
            <a:lvl9pPr lvl="8" algn="ctr" rtl="0">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9pPr>
          </a:lstStyle>
          <a:p>
            <a:endParaRPr/>
          </a:p>
        </p:txBody>
      </p:sp>
      <p:sp>
        <p:nvSpPr>
          <p:cNvPr id="1506" name="Google Shape;1506;p19"/>
          <p:cNvSpPr txBox="1">
            <a:spLocks noGrp="1"/>
          </p:cNvSpPr>
          <p:nvPr>
            <p:ph type="title" idx="4" hasCustomPrompt="1"/>
          </p:nvPr>
        </p:nvSpPr>
        <p:spPr>
          <a:xfrm>
            <a:off x="4860506" y="2119152"/>
            <a:ext cx="3585900" cy="768900"/>
          </a:xfrm>
          <a:prstGeom prst="rect">
            <a:avLst/>
          </a:prstGeom>
          <a:solidFill>
            <a:schemeClr val="accent5"/>
          </a:solidFill>
          <a:ln w="38100" cap="flat" cmpd="sng">
            <a:solidFill>
              <a:schemeClr val="accent5"/>
            </a:solidFill>
            <a:prstDash val="solid"/>
            <a:round/>
            <a:headEnd type="none" w="sm" len="sm"/>
            <a:tailEnd type="none" w="sm" len="sm"/>
          </a:ln>
        </p:spPr>
        <p:txBody>
          <a:bodyPr spcFirstLastPara="1" wrap="square" lIns="91425" tIns="91425" rIns="91425" bIns="91425" anchor="b" anchorCtr="0">
            <a:noAutofit/>
          </a:bodyPr>
          <a:lstStyle>
            <a:lvl1pPr lvl="0" algn="ctr" rtl="0">
              <a:spcBef>
                <a:spcPts val="0"/>
              </a:spcBef>
              <a:spcAft>
                <a:spcPts val="0"/>
              </a:spcAft>
              <a:buClr>
                <a:schemeClr val="lt1"/>
              </a:buClr>
              <a:buSzPts val="6000"/>
              <a:buNone/>
              <a:defRPr sz="4000">
                <a:solidFill>
                  <a:schemeClr val="accent1"/>
                </a:solidFill>
              </a:defRPr>
            </a:lvl1pPr>
            <a:lvl2pPr lvl="1" algn="ctr" rtl="0">
              <a:spcBef>
                <a:spcPts val="0"/>
              </a:spcBef>
              <a:spcAft>
                <a:spcPts val="0"/>
              </a:spcAft>
              <a:buClr>
                <a:schemeClr val="lt1"/>
              </a:buClr>
              <a:buSzPts val="6000"/>
              <a:buNone/>
              <a:defRPr sz="6000">
                <a:solidFill>
                  <a:schemeClr val="lt1"/>
                </a:solidFill>
              </a:defRPr>
            </a:lvl2pPr>
            <a:lvl3pPr lvl="2" algn="ctr" rtl="0">
              <a:spcBef>
                <a:spcPts val="0"/>
              </a:spcBef>
              <a:spcAft>
                <a:spcPts val="0"/>
              </a:spcAft>
              <a:buClr>
                <a:schemeClr val="lt1"/>
              </a:buClr>
              <a:buSzPts val="6000"/>
              <a:buNone/>
              <a:defRPr sz="6000">
                <a:solidFill>
                  <a:schemeClr val="lt1"/>
                </a:solidFill>
              </a:defRPr>
            </a:lvl3pPr>
            <a:lvl4pPr lvl="3" algn="ctr" rtl="0">
              <a:spcBef>
                <a:spcPts val="0"/>
              </a:spcBef>
              <a:spcAft>
                <a:spcPts val="0"/>
              </a:spcAft>
              <a:buClr>
                <a:schemeClr val="lt1"/>
              </a:buClr>
              <a:buSzPts val="6000"/>
              <a:buNone/>
              <a:defRPr sz="6000">
                <a:solidFill>
                  <a:schemeClr val="lt1"/>
                </a:solidFill>
              </a:defRPr>
            </a:lvl4pPr>
            <a:lvl5pPr lvl="4" algn="ctr" rtl="0">
              <a:spcBef>
                <a:spcPts val="0"/>
              </a:spcBef>
              <a:spcAft>
                <a:spcPts val="0"/>
              </a:spcAft>
              <a:buClr>
                <a:schemeClr val="lt1"/>
              </a:buClr>
              <a:buSzPts val="6000"/>
              <a:buNone/>
              <a:defRPr sz="6000">
                <a:solidFill>
                  <a:schemeClr val="lt1"/>
                </a:solidFill>
              </a:defRPr>
            </a:lvl5pPr>
            <a:lvl6pPr lvl="5" algn="ctr" rtl="0">
              <a:spcBef>
                <a:spcPts val="0"/>
              </a:spcBef>
              <a:spcAft>
                <a:spcPts val="0"/>
              </a:spcAft>
              <a:buClr>
                <a:schemeClr val="lt1"/>
              </a:buClr>
              <a:buSzPts val="6000"/>
              <a:buNone/>
              <a:defRPr sz="6000">
                <a:solidFill>
                  <a:schemeClr val="lt1"/>
                </a:solidFill>
              </a:defRPr>
            </a:lvl6pPr>
            <a:lvl7pPr lvl="6" algn="ctr" rtl="0">
              <a:spcBef>
                <a:spcPts val="0"/>
              </a:spcBef>
              <a:spcAft>
                <a:spcPts val="0"/>
              </a:spcAft>
              <a:buClr>
                <a:schemeClr val="lt1"/>
              </a:buClr>
              <a:buSzPts val="6000"/>
              <a:buNone/>
              <a:defRPr sz="6000">
                <a:solidFill>
                  <a:schemeClr val="lt1"/>
                </a:solidFill>
              </a:defRPr>
            </a:lvl7pPr>
            <a:lvl8pPr lvl="7" algn="ctr" rtl="0">
              <a:spcBef>
                <a:spcPts val="0"/>
              </a:spcBef>
              <a:spcAft>
                <a:spcPts val="0"/>
              </a:spcAft>
              <a:buClr>
                <a:schemeClr val="lt1"/>
              </a:buClr>
              <a:buSzPts val="6000"/>
              <a:buNone/>
              <a:defRPr sz="6000">
                <a:solidFill>
                  <a:schemeClr val="lt1"/>
                </a:solidFill>
              </a:defRPr>
            </a:lvl8pPr>
            <a:lvl9pPr lvl="8" algn="ctr" rtl="0">
              <a:spcBef>
                <a:spcPts val="0"/>
              </a:spcBef>
              <a:spcAft>
                <a:spcPts val="0"/>
              </a:spcAft>
              <a:buClr>
                <a:schemeClr val="lt1"/>
              </a:buClr>
              <a:buSzPts val="6000"/>
              <a:buNone/>
              <a:defRPr sz="6000">
                <a:solidFill>
                  <a:schemeClr val="lt1"/>
                </a:solidFill>
              </a:defRPr>
            </a:lvl9pPr>
          </a:lstStyle>
          <a:p>
            <a:r>
              <a:t>xx%</a:t>
            </a:r>
          </a:p>
        </p:txBody>
      </p:sp>
      <p:sp>
        <p:nvSpPr>
          <p:cNvPr id="1507" name="Google Shape;1507;p19"/>
          <p:cNvSpPr txBox="1">
            <a:spLocks noGrp="1"/>
          </p:cNvSpPr>
          <p:nvPr>
            <p:ph type="subTitle" idx="5"/>
          </p:nvPr>
        </p:nvSpPr>
        <p:spPr>
          <a:xfrm>
            <a:off x="4860519" y="2931227"/>
            <a:ext cx="3585900" cy="3654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dk1"/>
              </a:buClr>
              <a:buSzPts val="1200"/>
              <a:buFont typeface="PT Sans"/>
              <a:buNone/>
              <a:defRPr sz="1500">
                <a:solidFill>
                  <a:schemeClr val="dk1"/>
                </a:solidFill>
              </a:defRPr>
            </a:lvl1pPr>
            <a:lvl2pPr lvl="1" algn="ctr" rtl="0">
              <a:lnSpc>
                <a:spcPct val="100000"/>
              </a:lnSpc>
              <a:spcBef>
                <a:spcPts val="0"/>
              </a:spcBef>
              <a:spcAft>
                <a:spcPts val="0"/>
              </a:spcAft>
              <a:buClr>
                <a:schemeClr val="dk1"/>
              </a:buClr>
              <a:buSzPts val="1200"/>
              <a:buNone/>
              <a:defRPr>
                <a:solidFill>
                  <a:schemeClr val="dk1"/>
                </a:solidFill>
              </a:defRPr>
            </a:lvl2pPr>
            <a:lvl3pPr lvl="2" algn="ctr" rtl="0">
              <a:lnSpc>
                <a:spcPct val="100000"/>
              </a:lnSpc>
              <a:spcBef>
                <a:spcPts val="0"/>
              </a:spcBef>
              <a:spcAft>
                <a:spcPts val="0"/>
              </a:spcAft>
              <a:buClr>
                <a:schemeClr val="dk1"/>
              </a:buClr>
              <a:buSzPts val="1200"/>
              <a:buNone/>
              <a:defRPr>
                <a:solidFill>
                  <a:schemeClr val="dk1"/>
                </a:solidFill>
              </a:defRPr>
            </a:lvl3pPr>
            <a:lvl4pPr lvl="3" algn="ctr" rtl="0">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4pPr>
            <a:lvl5pPr lvl="4" algn="ctr" rtl="0">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5pPr>
            <a:lvl6pPr lvl="5" algn="ctr" rtl="0">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6pPr>
            <a:lvl7pPr lvl="6" algn="ctr" rtl="0">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7pPr>
            <a:lvl8pPr lvl="7" algn="ctr" rtl="0">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8pPr>
            <a:lvl9pPr lvl="8" algn="ctr" rtl="0">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9pPr>
          </a:lstStyle>
          <a:p>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Title only 1">
  <p:cSld name="CUSTOM_12">
    <p:spTree>
      <p:nvGrpSpPr>
        <p:cNvPr id="1" name="Shape 1508"/>
        <p:cNvGrpSpPr/>
        <p:nvPr/>
      </p:nvGrpSpPr>
      <p:grpSpPr>
        <a:xfrm>
          <a:off x="0" y="0"/>
          <a:ext cx="0" cy="0"/>
          <a:chOff x="0" y="0"/>
          <a:chExt cx="0" cy="0"/>
        </a:xfrm>
      </p:grpSpPr>
      <p:sp>
        <p:nvSpPr>
          <p:cNvPr id="1509" name="Google Shape;1509;p20"/>
          <p:cNvSpPr txBox="1">
            <a:spLocks noGrp="1"/>
          </p:cNvSpPr>
          <p:nvPr>
            <p:ph type="title"/>
          </p:nvPr>
        </p:nvSpPr>
        <p:spPr>
          <a:xfrm>
            <a:off x="720000" y="3688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1510" name="Google Shape;1510;p20"/>
          <p:cNvSpPr/>
          <p:nvPr/>
        </p:nvSpPr>
        <p:spPr>
          <a:xfrm>
            <a:off x="6976825" y="4465488"/>
            <a:ext cx="3059100" cy="3059100"/>
          </a:xfrm>
          <a:prstGeom prst="ellipse">
            <a:avLst/>
          </a:prstGeom>
          <a:solidFill>
            <a:srgbClr val="897FBB">
              <a:alpha val="291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511" name="Google Shape;1511;p20"/>
          <p:cNvGrpSpPr/>
          <p:nvPr/>
        </p:nvGrpSpPr>
        <p:grpSpPr>
          <a:xfrm>
            <a:off x="8024111" y="4358656"/>
            <a:ext cx="964529" cy="2918046"/>
            <a:chOff x="1825573" y="1896181"/>
            <a:chExt cx="964529" cy="2918046"/>
          </a:xfrm>
        </p:grpSpPr>
        <p:sp>
          <p:nvSpPr>
            <p:cNvPr id="1512" name="Google Shape;1512;p20"/>
            <p:cNvSpPr/>
            <p:nvPr/>
          </p:nvSpPr>
          <p:spPr>
            <a:xfrm>
              <a:off x="1825573" y="1896181"/>
              <a:ext cx="964529" cy="2918046"/>
            </a:xfrm>
            <a:custGeom>
              <a:avLst/>
              <a:gdLst/>
              <a:ahLst/>
              <a:cxnLst/>
              <a:rect l="l" t="t" r="r" b="b"/>
              <a:pathLst>
                <a:path w="7532" h="22787" extrusionOk="0">
                  <a:moveTo>
                    <a:pt x="3773" y="1"/>
                  </a:moveTo>
                  <a:cubicBezTo>
                    <a:pt x="1687" y="1"/>
                    <a:pt x="1" y="1691"/>
                    <a:pt x="1" y="3776"/>
                  </a:cubicBezTo>
                  <a:lnTo>
                    <a:pt x="1" y="15746"/>
                  </a:lnTo>
                  <a:lnTo>
                    <a:pt x="14" y="15746"/>
                  </a:lnTo>
                  <a:lnTo>
                    <a:pt x="14" y="22787"/>
                  </a:lnTo>
                  <a:lnTo>
                    <a:pt x="2861" y="22787"/>
                  </a:lnTo>
                  <a:lnTo>
                    <a:pt x="2861" y="13174"/>
                  </a:lnTo>
                  <a:lnTo>
                    <a:pt x="2861" y="3776"/>
                  </a:lnTo>
                  <a:cubicBezTo>
                    <a:pt x="2861" y="3269"/>
                    <a:pt x="3269" y="2861"/>
                    <a:pt x="3773" y="2861"/>
                  </a:cubicBezTo>
                  <a:cubicBezTo>
                    <a:pt x="4276" y="2861"/>
                    <a:pt x="4672" y="3269"/>
                    <a:pt x="4672" y="3776"/>
                  </a:cubicBezTo>
                  <a:lnTo>
                    <a:pt x="4672" y="8391"/>
                  </a:lnTo>
                  <a:lnTo>
                    <a:pt x="4672" y="22787"/>
                  </a:lnTo>
                  <a:lnTo>
                    <a:pt x="7532" y="22787"/>
                  </a:lnTo>
                  <a:lnTo>
                    <a:pt x="7532" y="7110"/>
                  </a:lnTo>
                  <a:lnTo>
                    <a:pt x="7532" y="3776"/>
                  </a:lnTo>
                  <a:cubicBezTo>
                    <a:pt x="7532" y="1691"/>
                    <a:pt x="5842" y="1"/>
                    <a:pt x="3773" y="1"/>
                  </a:cubicBezTo>
                  <a:close/>
                </a:path>
              </a:pathLst>
            </a:custGeom>
            <a:solidFill>
              <a:schemeClr val="accent5"/>
            </a:solidFill>
            <a:ln>
              <a:noFill/>
            </a:ln>
            <a:effectLst>
              <a:outerShdw dist="76200" dir="2400000" algn="bl" rotWithShape="0">
                <a:schemeClr val="dk1">
                  <a:alpha val="2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513" name="Google Shape;1513;p20"/>
            <p:cNvGrpSpPr/>
            <p:nvPr/>
          </p:nvGrpSpPr>
          <p:grpSpPr>
            <a:xfrm>
              <a:off x="2001780" y="2072389"/>
              <a:ext cx="612115" cy="2698300"/>
              <a:chOff x="1718105" y="2072389"/>
              <a:chExt cx="612115" cy="2698300"/>
            </a:xfrm>
          </p:grpSpPr>
          <p:sp>
            <p:nvSpPr>
              <p:cNvPr id="1514" name="Google Shape;1514;p20"/>
              <p:cNvSpPr/>
              <p:nvPr/>
            </p:nvSpPr>
            <p:spPr>
              <a:xfrm>
                <a:off x="2316262" y="3811153"/>
                <a:ext cx="13958" cy="56217"/>
              </a:xfrm>
              <a:custGeom>
                <a:avLst/>
                <a:gdLst/>
                <a:ahLst/>
                <a:cxnLst/>
                <a:rect l="l" t="t" r="r" b="b"/>
                <a:pathLst>
                  <a:path w="109" h="439" extrusionOk="0">
                    <a:moveTo>
                      <a:pt x="1" y="1"/>
                    </a:moveTo>
                    <a:lnTo>
                      <a:pt x="1" y="439"/>
                    </a:lnTo>
                    <a:lnTo>
                      <a:pt x="109" y="439"/>
                    </a:lnTo>
                    <a:lnTo>
                      <a:pt x="109"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5" name="Google Shape;1515;p20"/>
              <p:cNvSpPr/>
              <p:nvPr/>
            </p:nvSpPr>
            <p:spPr>
              <a:xfrm>
                <a:off x="2316262" y="3698207"/>
                <a:ext cx="13958" cy="55833"/>
              </a:xfrm>
              <a:custGeom>
                <a:avLst/>
                <a:gdLst/>
                <a:ahLst/>
                <a:cxnLst/>
                <a:rect l="l" t="t" r="r" b="b"/>
                <a:pathLst>
                  <a:path w="109" h="436" extrusionOk="0">
                    <a:moveTo>
                      <a:pt x="1" y="0"/>
                    </a:moveTo>
                    <a:lnTo>
                      <a:pt x="1" y="435"/>
                    </a:lnTo>
                    <a:lnTo>
                      <a:pt x="109" y="435"/>
                    </a:lnTo>
                    <a:lnTo>
                      <a:pt x="109"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6" name="Google Shape;1516;p20"/>
              <p:cNvSpPr/>
              <p:nvPr/>
            </p:nvSpPr>
            <p:spPr>
              <a:xfrm>
                <a:off x="2316262" y="4036406"/>
                <a:ext cx="13958" cy="59547"/>
              </a:xfrm>
              <a:custGeom>
                <a:avLst/>
                <a:gdLst/>
                <a:ahLst/>
                <a:cxnLst/>
                <a:rect l="l" t="t" r="r" b="b"/>
                <a:pathLst>
                  <a:path w="109" h="465" extrusionOk="0">
                    <a:moveTo>
                      <a:pt x="1" y="0"/>
                    </a:moveTo>
                    <a:lnTo>
                      <a:pt x="1" y="27"/>
                    </a:lnTo>
                    <a:lnTo>
                      <a:pt x="1" y="435"/>
                    </a:lnTo>
                    <a:lnTo>
                      <a:pt x="1" y="465"/>
                    </a:lnTo>
                    <a:lnTo>
                      <a:pt x="109" y="465"/>
                    </a:lnTo>
                    <a:lnTo>
                      <a:pt x="109" y="435"/>
                    </a:lnTo>
                    <a:lnTo>
                      <a:pt x="109" y="27"/>
                    </a:lnTo>
                    <a:lnTo>
                      <a:pt x="109"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7" name="Google Shape;1517;p20"/>
              <p:cNvSpPr/>
              <p:nvPr/>
            </p:nvSpPr>
            <p:spPr>
              <a:xfrm>
                <a:off x="2316262" y="3922948"/>
                <a:ext cx="13958" cy="57882"/>
              </a:xfrm>
              <a:custGeom>
                <a:avLst/>
                <a:gdLst/>
                <a:ahLst/>
                <a:cxnLst/>
                <a:rect l="l" t="t" r="r" b="b"/>
                <a:pathLst>
                  <a:path w="109" h="452" extrusionOk="0">
                    <a:moveTo>
                      <a:pt x="1" y="1"/>
                    </a:moveTo>
                    <a:lnTo>
                      <a:pt x="1" y="452"/>
                    </a:lnTo>
                    <a:lnTo>
                      <a:pt x="109" y="452"/>
                    </a:lnTo>
                    <a:lnTo>
                      <a:pt x="109"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8" name="Google Shape;1518;p20"/>
              <p:cNvSpPr/>
              <p:nvPr/>
            </p:nvSpPr>
            <p:spPr>
              <a:xfrm>
                <a:off x="2316262" y="3023087"/>
                <a:ext cx="13958" cy="55705"/>
              </a:xfrm>
              <a:custGeom>
                <a:avLst/>
                <a:gdLst/>
                <a:ahLst/>
                <a:cxnLst/>
                <a:rect l="l" t="t" r="r" b="b"/>
                <a:pathLst>
                  <a:path w="109" h="435" extrusionOk="0">
                    <a:moveTo>
                      <a:pt x="1" y="0"/>
                    </a:moveTo>
                    <a:lnTo>
                      <a:pt x="1" y="435"/>
                    </a:lnTo>
                    <a:lnTo>
                      <a:pt x="109" y="435"/>
                    </a:lnTo>
                    <a:lnTo>
                      <a:pt x="109"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9" name="Google Shape;1519;p20"/>
              <p:cNvSpPr/>
              <p:nvPr/>
            </p:nvSpPr>
            <p:spPr>
              <a:xfrm>
                <a:off x="2316262" y="3586412"/>
                <a:ext cx="13958" cy="55833"/>
              </a:xfrm>
              <a:custGeom>
                <a:avLst/>
                <a:gdLst/>
                <a:ahLst/>
                <a:cxnLst/>
                <a:rect l="l" t="t" r="r" b="b"/>
                <a:pathLst>
                  <a:path w="109" h="436" extrusionOk="0">
                    <a:moveTo>
                      <a:pt x="1" y="1"/>
                    </a:moveTo>
                    <a:lnTo>
                      <a:pt x="1" y="435"/>
                    </a:lnTo>
                    <a:lnTo>
                      <a:pt x="109" y="435"/>
                    </a:lnTo>
                    <a:lnTo>
                      <a:pt x="109"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0" name="Google Shape;1520;p20"/>
              <p:cNvSpPr/>
              <p:nvPr/>
            </p:nvSpPr>
            <p:spPr>
              <a:xfrm>
                <a:off x="2316262" y="3472953"/>
                <a:ext cx="13958" cy="55833"/>
              </a:xfrm>
              <a:custGeom>
                <a:avLst/>
                <a:gdLst/>
                <a:ahLst/>
                <a:cxnLst/>
                <a:rect l="l" t="t" r="r" b="b"/>
                <a:pathLst>
                  <a:path w="109" h="436" extrusionOk="0">
                    <a:moveTo>
                      <a:pt x="1" y="1"/>
                    </a:moveTo>
                    <a:lnTo>
                      <a:pt x="1" y="436"/>
                    </a:lnTo>
                    <a:lnTo>
                      <a:pt x="109" y="436"/>
                    </a:lnTo>
                    <a:lnTo>
                      <a:pt x="109"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1" name="Google Shape;1521;p20"/>
              <p:cNvSpPr/>
              <p:nvPr/>
            </p:nvSpPr>
            <p:spPr>
              <a:xfrm>
                <a:off x="2316262" y="3359623"/>
                <a:ext cx="13958" cy="57882"/>
              </a:xfrm>
              <a:custGeom>
                <a:avLst/>
                <a:gdLst/>
                <a:ahLst/>
                <a:cxnLst/>
                <a:rect l="l" t="t" r="r" b="b"/>
                <a:pathLst>
                  <a:path w="109" h="452" extrusionOk="0">
                    <a:moveTo>
                      <a:pt x="1" y="0"/>
                    </a:moveTo>
                    <a:lnTo>
                      <a:pt x="1" y="451"/>
                    </a:lnTo>
                    <a:lnTo>
                      <a:pt x="109" y="451"/>
                    </a:lnTo>
                    <a:lnTo>
                      <a:pt x="109"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2" name="Google Shape;1522;p20"/>
              <p:cNvSpPr/>
              <p:nvPr/>
            </p:nvSpPr>
            <p:spPr>
              <a:xfrm>
                <a:off x="2316262" y="3134754"/>
                <a:ext cx="13958" cy="57498"/>
              </a:xfrm>
              <a:custGeom>
                <a:avLst/>
                <a:gdLst/>
                <a:ahLst/>
                <a:cxnLst/>
                <a:rect l="l" t="t" r="r" b="b"/>
                <a:pathLst>
                  <a:path w="109" h="449" extrusionOk="0">
                    <a:moveTo>
                      <a:pt x="1" y="1"/>
                    </a:moveTo>
                    <a:lnTo>
                      <a:pt x="1" y="449"/>
                    </a:lnTo>
                    <a:lnTo>
                      <a:pt x="109" y="449"/>
                    </a:lnTo>
                    <a:lnTo>
                      <a:pt x="109"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3" name="Google Shape;1523;p20"/>
              <p:cNvSpPr/>
              <p:nvPr/>
            </p:nvSpPr>
            <p:spPr>
              <a:xfrm>
                <a:off x="2316262" y="3248213"/>
                <a:ext cx="13958" cy="55833"/>
              </a:xfrm>
              <a:custGeom>
                <a:avLst/>
                <a:gdLst/>
                <a:ahLst/>
                <a:cxnLst/>
                <a:rect l="l" t="t" r="r" b="b"/>
                <a:pathLst>
                  <a:path w="109" h="436" extrusionOk="0">
                    <a:moveTo>
                      <a:pt x="1" y="1"/>
                    </a:moveTo>
                    <a:lnTo>
                      <a:pt x="1" y="435"/>
                    </a:lnTo>
                    <a:lnTo>
                      <a:pt x="109" y="435"/>
                    </a:lnTo>
                    <a:lnTo>
                      <a:pt x="109"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4" name="Google Shape;1524;p20"/>
              <p:cNvSpPr/>
              <p:nvPr/>
            </p:nvSpPr>
            <p:spPr>
              <a:xfrm>
                <a:off x="2316262" y="4714855"/>
                <a:ext cx="13958" cy="55833"/>
              </a:xfrm>
              <a:custGeom>
                <a:avLst/>
                <a:gdLst/>
                <a:ahLst/>
                <a:cxnLst/>
                <a:rect l="l" t="t" r="r" b="b"/>
                <a:pathLst>
                  <a:path w="109" h="436" extrusionOk="0">
                    <a:moveTo>
                      <a:pt x="1" y="1"/>
                    </a:moveTo>
                    <a:lnTo>
                      <a:pt x="1" y="436"/>
                    </a:lnTo>
                    <a:lnTo>
                      <a:pt x="109" y="436"/>
                    </a:lnTo>
                    <a:lnTo>
                      <a:pt x="109"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5" name="Google Shape;1525;p20"/>
              <p:cNvSpPr/>
              <p:nvPr/>
            </p:nvSpPr>
            <p:spPr>
              <a:xfrm>
                <a:off x="2316262" y="4601524"/>
                <a:ext cx="13958" cy="57370"/>
              </a:xfrm>
              <a:custGeom>
                <a:avLst/>
                <a:gdLst/>
                <a:ahLst/>
                <a:cxnLst/>
                <a:rect l="l" t="t" r="r" b="b"/>
                <a:pathLst>
                  <a:path w="109" h="448" extrusionOk="0">
                    <a:moveTo>
                      <a:pt x="1" y="0"/>
                    </a:moveTo>
                    <a:lnTo>
                      <a:pt x="1" y="448"/>
                    </a:lnTo>
                    <a:lnTo>
                      <a:pt x="109" y="448"/>
                    </a:lnTo>
                    <a:lnTo>
                      <a:pt x="109"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6" name="Google Shape;1526;p20"/>
              <p:cNvSpPr/>
              <p:nvPr/>
            </p:nvSpPr>
            <p:spPr>
              <a:xfrm>
                <a:off x="2316262" y="4489730"/>
                <a:ext cx="13958" cy="56217"/>
              </a:xfrm>
              <a:custGeom>
                <a:avLst/>
                <a:gdLst/>
                <a:ahLst/>
                <a:cxnLst/>
                <a:rect l="l" t="t" r="r" b="b"/>
                <a:pathLst>
                  <a:path w="109" h="439" extrusionOk="0">
                    <a:moveTo>
                      <a:pt x="1" y="0"/>
                    </a:moveTo>
                    <a:lnTo>
                      <a:pt x="1" y="438"/>
                    </a:lnTo>
                    <a:lnTo>
                      <a:pt x="109" y="438"/>
                    </a:lnTo>
                    <a:lnTo>
                      <a:pt x="109"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7" name="Google Shape;1527;p20"/>
              <p:cNvSpPr/>
              <p:nvPr/>
            </p:nvSpPr>
            <p:spPr>
              <a:xfrm>
                <a:off x="2316262" y="4376271"/>
                <a:ext cx="13958" cy="57882"/>
              </a:xfrm>
              <a:custGeom>
                <a:avLst/>
                <a:gdLst/>
                <a:ahLst/>
                <a:cxnLst/>
                <a:rect l="l" t="t" r="r" b="b"/>
                <a:pathLst>
                  <a:path w="109" h="452" extrusionOk="0">
                    <a:moveTo>
                      <a:pt x="1" y="1"/>
                    </a:moveTo>
                    <a:lnTo>
                      <a:pt x="1" y="452"/>
                    </a:lnTo>
                    <a:lnTo>
                      <a:pt x="109" y="452"/>
                    </a:lnTo>
                    <a:lnTo>
                      <a:pt x="109"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8" name="Google Shape;1528;p20"/>
              <p:cNvSpPr/>
              <p:nvPr/>
            </p:nvSpPr>
            <p:spPr>
              <a:xfrm>
                <a:off x="2316262" y="4264989"/>
                <a:ext cx="13958" cy="55705"/>
              </a:xfrm>
              <a:custGeom>
                <a:avLst/>
                <a:gdLst/>
                <a:ahLst/>
                <a:cxnLst/>
                <a:rect l="l" t="t" r="r" b="b"/>
                <a:pathLst>
                  <a:path w="109" h="435" extrusionOk="0">
                    <a:moveTo>
                      <a:pt x="1" y="0"/>
                    </a:moveTo>
                    <a:lnTo>
                      <a:pt x="1" y="435"/>
                    </a:lnTo>
                    <a:lnTo>
                      <a:pt x="109" y="435"/>
                    </a:lnTo>
                    <a:lnTo>
                      <a:pt x="109"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9" name="Google Shape;1529;p20"/>
              <p:cNvSpPr/>
              <p:nvPr/>
            </p:nvSpPr>
            <p:spPr>
              <a:xfrm>
                <a:off x="2316262" y="4151530"/>
                <a:ext cx="13958" cy="55833"/>
              </a:xfrm>
              <a:custGeom>
                <a:avLst/>
                <a:gdLst/>
                <a:ahLst/>
                <a:cxnLst/>
                <a:rect l="l" t="t" r="r" b="b"/>
                <a:pathLst>
                  <a:path w="109" h="436" extrusionOk="0">
                    <a:moveTo>
                      <a:pt x="1" y="0"/>
                    </a:moveTo>
                    <a:lnTo>
                      <a:pt x="1" y="435"/>
                    </a:lnTo>
                    <a:lnTo>
                      <a:pt x="109" y="435"/>
                    </a:lnTo>
                    <a:lnTo>
                      <a:pt x="109"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0" name="Google Shape;1530;p20"/>
              <p:cNvSpPr/>
              <p:nvPr/>
            </p:nvSpPr>
            <p:spPr>
              <a:xfrm>
                <a:off x="1901100" y="2081225"/>
                <a:ext cx="57882" cy="29837"/>
              </a:xfrm>
              <a:custGeom>
                <a:avLst/>
                <a:gdLst/>
                <a:ahLst/>
                <a:cxnLst/>
                <a:rect l="l" t="t" r="r" b="b"/>
                <a:pathLst>
                  <a:path w="452" h="233" extrusionOk="0">
                    <a:moveTo>
                      <a:pt x="422" y="1"/>
                    </a:moveTo>
                    <a:cubicBezTo>
                      <a:pt x="288" y="27"/>
                      <a:pt x="138" y="82"/>
                      <a:pt x="0" y="138"/>
                    </a:cubicBezTo>
                    <a:lnTo>
                      <a:pt x="43" y="233"/>
                    </a:lnTo>
                    <a:cubicBezTo>
                      <a:pt x="177" y="177"/>
                      <a:pt x="314" y="138"/>
                      <a:pt x="451" y="95"/>
                    </a:cubicBezTo>
                    <a:lnTo>
                      <a:pt x="422"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1" name="Google Shape;1531;p20"/>
              <p:cNvSpPr/>
              <p:nvPr/>
            </p:nvSpPr>
            <p:spPr>
              <a:xfrm>
                <a:off x="1718105" y="2764795"/>
                <a:ext cx="13958" cy="56217"/>
              </a:xfrm>
              <a:custGeom>
                <a:avLst/>
                <a:gdLst/>
                <a:ahLst/>
                <a:cxnLst/>
                <a:rect l="l" t="t" r="r" b="b"/>
                <a:pathLst>
                  <a:path w="109" h="439" extrusionOk="0">
                    <a:moveTo>
                      <a:pt x="1" y="0"/>
                    </a:moveTo>
                    <a:lnTo>
                      <a:pt x="1" y="438"/>
                    </a:lnTo>
                    <a:lnTo>
                      <a:pt x="109" y="438"/>
                    </a:lnTo>
                    <a:lnTo>
                      <a:pt x="109"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2" name="Google Shape;1532;p20"/>
              <p:cNvSpPr/>
              <p:nvPr/>
            </p:nvSpPr>
            <p:spPr>
              <a:xfrm>
                <a:off x="1718105" y="2878254"/>
                <a:ext cx="13958" cy="56217"/>
              </a:xfrm>
              <a:custGeom>
                <a:avLst/>
                <a:gdLst/>
                <a:ahLst/>
                <a:cxnLst/>
                <a:rect l="l" t="t" r="r" b="b"/>
                <a:pathLst>
                  <a:path w="109" h="439" extrusionOk="0">
                    <a:moveTo>
                      <a:pt x="1" y="0"/>
                    </a:moveTo>
                    <a:lnTo>
                      <a:pt x="1" y="438"/>
                    </a:lnTo>
                    <a:lnTo>
                      <a:pt x="109" y="438"/>
                    </a:lnTo>
                    <a:lnTo>
                      <a:pt x="109"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3" name="Google Shape;1533;p20"/>
              <p:cNvSpPr/>
              <p:nvPr/>
            </p:nvSpPr>
            <p:spPr>
              <a:xfrm>
                <a:off x="1718105" y="2540055"/>
                <a:ext cx="13958" cy="55705"/>
              </a:xfrm>
              <a:custGeom>
                <a:avLst/>
                <a:gdLst/>
                <a:ahLst/>
                <a:cxnLst/>
                <a:rect l="l" t="t" r="r" b="b"/>
                <a:pathLst>
                  <a:path w="109" h="435" extrusionOk="0">
                    <a:moveTo>
                      <a:pt x="1" y="0"/>
                    </a:moveTo>
                    <a:lnTo>
                      <a:pt x="1" y="435"/>
                    </a:lnTo>
                    <a:lnTo>
                      <a:pt x="109" y="435"/>
                    </a:lnTo>
                    <a:lnTo>
                      <a:pt x="109"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4" name="Google Shape;1534;p20"/>
              <p:cNvSpPr/>
              <p:nvPr/>
            </p:nvSpPr>
            <p:spPr>
              <a:xfrm>
                <a:off x="1742436" y="2208514"/>
                <a:ext cx="40338" cy="56217"/>
              </a:xfrm>
              <a:custGeom>
                <a:avLst/>
                <a:gdLst/>
                <a:ahLst/>
                <a:cxnLst/>
                <a:rect l="l" t="t" r="r" b="b"/>
                <a:pathLst>
                  <a:path w="315" h="439" extrusionOk="0">
                    <a:moveTo>
                      <a:pt x="220" y="0"/>
                    </a:moveTo>
                    <a:cubicBezTo>
                      <a:pt x="138" y="124"/>
                      <a:pt x="69" y="258"/>
                      <a:pt x="1" y="396"/>
                    </a:cubicBezTo>
                    <a:lnTo>
                      <a:pt x="108" y="438"/>
                    </a:lnTo>
                    <a:cubicBezTo>
                      <a:pt x="164" y="301"/>
                      <a:pt x="233" y="177"/>
                      <a:pt x="314" y="56"/>
                    </a:cubicBezTo>
                    <a:lnTo>
                      <a:pt x="220"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5" name="Google Shape;1535;p20"/>
              <p:cNvSpPr/>
              <p:nvPr/>
            </p:nvSpPr>
            <p:spPr>
              <a:xfrm>
                <a:off x="1718105" y="2426596"/>
                <a:ext cx="13958" cy="57882"/>
              </a:xfrm>
              <a:custGeom>
                <a:avLst/>
                <a:gdLst/>
                <a:ahLst/>
                <a:cxnLst/>
                <a:rect l="l" t="t" r="r" b="b"/>
                <a:pathLst>
                  <a:path w="109" h="452" extrusionOk="0">
                    <a:moveTo>
                      <a:pt x="1" y="0"/>
                    </a:moveTo>
                    <a:lnTo>
                      <a:pt x="1" y="451"/>
                    </a:lnTo>
                    <a:lnTo>
                      <a:pt x="109" y="451"/>
                    </a:lnTo>
                    <a:lnTo>
                      <a:pt x="109"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6" name="Google Shape;1536;p20"/>
              <p:cNvSpPr/>
              <p:nvPr/>
            </p:nvSpPr>
            <p:spPr>
              <a:xfrm>
                <a:off x="1806849" y="2126429"/>
                <a:ext cx="52504" cy="47381"/>
              </a:xfrm>
              <a:custGeom>
                <a:avLst/>
                <a:gdLst/>
                <a:ahLst/>
                <a:cxnLst/>
                <a:rect l="l" t="t" r="r" b="b"/>
                <a:pathLst>
                  <a:path w="410" h="370" extrusionOk="0">
                    <a:moveTo>
                      <a:pt x="341" y="1"/>
                    </a:moveTo>
                    <a:cubicBezTo>
                      <a:pt x="220" y="82"/>
                      <a:pt x="109" y="180"/>
                      <a:pt x="1" y="288"/>
                    </a:cubicBezTo>
                    <a:lnTo>
                      <a:pt x="83" y="370"/>
                    </a:lnTo>
                    <a:cubicBezTo>
                      <a:pt x="177" y="275"/>
                      <a:pt x="289" y="180"/>
                      <a:pt x="409" y="99"/>
                    </a:cubicBezTo>
                    <a:lnTo>
                      <a:pt x="341"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7" name="Google Shape;1537;p20"/>
              <p:cNvSpPr/>
              <p:nvPr/>
            </p:nvSpPr>
            <p:spPr>
              <a:xfrm>
                <a:off x="1718105" y="2313137"/>
                <a:ext cx="21129" cy="57882"/>
              </a:xfrm>
              <a:custGeom>
                <a:avLst/>
                <a:gdLst/>
                <a:ahLst/>
                <a:cxnLst/>
                <a:rect l="l" t="t" r="r" b="b"/>
                <a:pathLst>
                  <a:path w="165" h="452" extrusionOk="0">
                    <a:moveTo>
                      <a:pt x="53" y="0"/>
                    </a:moveTo>
                    <a:cubicBezTo>
                      <a:pt x="27" y="151"/>
                      <a:pt x="14" y="301"/>
                      <a:pt x="1" y="451"/>
                    </a:cubicBezTo>
                    <a:lnTo>
                      <a:pt x="109" y="451"/>
                    </a:lnTo>
                    <a:cubicBezTo>
                      <a:pt x="122" y="314"/>
                      <a:pt x="135" y="164"/>
                      <a:pt x="164" y="30"/>
                    </a:cubicBezTo>
                    <a:lnTo>
                      <a:pt x="53"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8" name="Google Shape;1538;p20"/>
              <p:cNvSpPr/>
              <p:nvPr/>
            </p:nvSpPr>
            <p:spPr>
              <a:xfrm>
                <a:off x="1718105" y="2653385"/>
                <a:ext cx="13958" cy="55833"/>
              </a:xfrm>
              <a:custGeom>
                <a:avLst/>
                <a:gdLst/>
                <a:ahLst/>
                <a:cxnLst/>
                <a:rect l="l" t="t" r="r" b="b"/>
                <a:pathLst>
                  <a:path w="109" h="436" extrusionOk="0">
                    <a:moveTo>
                      <a:pt x="1" y="1"/>
                    </a:moveTo>
                    <a:lnTo>
                      <a:pt x="1" y="436"/>
                    </a:lnTo>
                    <a:lnTo>
                      <a:pt x="109" y="436"/>
                    </a:lnTo>
                    <a:lnTo>
                      <a:pt x="109"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9" name="Google Shape;1539;p20"/>
              <p:cNvSpPr/>
              <p:nvPr/>
            </p:nvSpPr>
            <p:spPr>
              <a:xfrm>
                <a:off x="1718105" y="3553374"/>
                <a:ext cx="13958" cy="55833"/>
              </a:xfrm>
              <a:custGeom>
                <a:avLst/>
                <a:gdLst/>
                <a:ahLst/>
                <a:cxnLst/>
                <a:rect l="l" t="t" r="r" b="b"/>
                <a:pathLst>
                  <a:path w="109" h="436" extrusionOk="0">
                    <a:moveTo>
                      <a:pt x="1" y="0"/>
                    </a:moveTo>
                    <a:lnTo>
                      <a:pt x="1" y="435"/>
                    </a:lnTo>
                    <a:lnTo>
                      <a:pt x="109" y="435"/>
                    </a:lnTo>
                    <a:lnTo>
                      <a:pt x="109"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0" name="Google Shape;1540;p20"/>
              <p:cNvSpPr/>
              <p:nvPr/>
            </p:nvSpPr>
            <p:spPr>
              <a:xfrm>
                <a:off x="1718105" y="3666833"/>
                <a:ext cx="13958" cy="55705"/>
              </a:xfrm>
              <a:custGeom>
                <a:avLst/>
                <a:gdLst/>
                <a:ahLst/>
                <a:cxnLst/>
                <a:rect l="l" t="t" r="r" b="b"/>
                <a:pathLst>
                  <a:path w="109" h="435" extrusionOk="0">
                    <a:moveTo>
                      <a:pt x="1" y="0"/>
                    </a:moveTo>
                    <a:lnTo>
                      <a:pt x="1" y="435"/>
                    </a:lnTo>
                    <a:lnTo>
                      <a:pt x="109" y="435"/>
                    </a:lnTo>
                    <a:lnTo>
                      <a:pt x="109"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1" name="Google Shape;1541;p20"/>
              <p:cNvSpPr/>
              <p:nvPr/>
            </p:nvSpPr>
            <p:spPr>
              <a:xfrm>
                <a:off x="1718105" y="2989921"/>
                <a:ext cx="13958" cy="57498"/>
              </a:xfrm>
              <a:custGeom>
                <a:avLst/>
                <a:gdLst/>
                <a:ahLst/>
                <a:cxnLst/>
                <a:rect l="l" t="t" r="r" b="b"/>
                <a:pathLst>
                  <a:path w="109" h="449" extrusionOk="0">
                    <a:moveTo>
                      <a:pt x="1" y="1"/>
                    </a:moveTo>
                    <a:lnTo>
                      <a:pt x="1" y="449"/>
                    </a:lnTo>
                    <a:lnTo>
                      <a:pt x="109" y="449"/>
                    </a:lnTo>
                    <a:lnTo>
                      <a:pt x="109"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2" name="Google Shape;1542;p20"/>
              <p:cNvSpPr/>
              <p:nvPr/>
            </p:nvSpPr>
            <p:spPr>
              <a:xfrm>
                <a:off x="1718105" y="3778114"/>
                <a:ext cx="13958" cy="57882"/>
              </a:xfrm>
              <a:custGeom>
                <a:avLst/>
                <a:gdLst/>
                <a:ahLst/>
                <a:cxnLst/>
                <a:rect l="l" t="t" r="r" b="b"/>
                <a:pathLst>
                  <a:path w="109" h="452" extrusionOk="0">
                    <a:moveTo>
                      <a:pt x="1" y="1"/>
                    </a:moveTo>
                    <a:lnTo>
                      <a:pt x="1" y="452"/>
                    </a:lnTo>
                    <a:lnTo>
                      <a:pt x="109" y="452"/>
                    </a:lnTo>
                    <a:lnTo>
                      <a:pt x="109"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3" name="Google Shape;1543;p20"/>
              <p:cNvSpPr/>
              <p:nvPr/>
            </p:nvSpPr>
            <p:spPr>
              <a:xfrm>
                <a:off x="1718105" y="3103380"/>
                <a:ext cx="13958" cy="55833"/>
              </a:xfrm>
              <a:custGeom>
                <a:avLst/>
                <a:gdLst/>
                <a:ahLst/>
                <a:cxnLst/>
                <a:rect l="l" t="t" r="r" b="b"/>
                <a:pathLst>
                  <a:path w="109" h="436" extrusionOk="0">
                    <a:moveTo>
                      <a:pt x="1" y="1"/>
                    </a:moveTo>
                    <a:lnTo>
                      <a:pt x="1" y="435"/>
                    </a:lnTo>
                    <a:lnTo>
                      <a:pt x="109" y="435"/>
                    </a:lnTo>
                    <a:lnTo>
                      <a:pt x="109"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4" name="Google Shape;1544;p20"/>
              <p:cNvSpPr/>
              <p:nvPr/>
            </p:nvSpPr>
            <p:spPr>
              <a:xfrm>
                <a:off x="1718105" y="3214790"/>
                <a:ext cx="13958" cy="57882"/>
              </a:xfrm>
              <a:custGeom>
                <a:avLst/>
                <a:gdLst/>
                <a:ahLst/>
                <a:cxnLst/>
                <a:rect l="l" t="t" r="r" b="b"/>
                <a:pathLst>
                  <a:path w="109" h="452" extrusionOk="0">
                    <a:moveTo>
                      <a:pt x="1" y="0"/>
                    </a:moveTo>
                    <a:lnTo>
                      <a:pt x="1" y="451"/>
                    </a:lnTo>
                    <a:lnTo>
                      <a:pt x="109" y="451"/>
                    </a:lnTo>
                    <a:lnTo>
                      <a:pt x="109"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5" name="Google Shape;1545;p20"/>
              <p:cNvSpPr/>
              <p:nvPr/>
            </p:nvSpPr>
            <p:spPr>
              <a:xfrm>
                <a:off x="1718105" y="3441579"/>
                <a:ext cx="13958" cy="55833"/>
              </a:xfrm>
              <a:custGeom>
                <a:avLst/>
                <a:gdLst/>
                <a:ahLst/>
                <a:cxnLst/>
                <a:rect l="l" t="t" r="r" b="b"/>
                <a:pathLst>
                  <a:path w="109" h="436" extrusionOk="0">
                    <a:moveTo>
                      <a:pt x="1" y="1"/>
                    </a:moveTo>
                    <a:lnTo>
                      <a:pt x="1" y="435"/>
                    </a:lnTo>
                    <a:lnTo>
                      <a:pt x="109" y="435"/>
                    </a:lnTo>
                    <a:lnTo>
                      <a:pt x="109"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6" name="Google Shape;1546;p20"/>
              <p:cNvSpPr/>
              <p:nvPr/>
            </p:nvSpPr>
            <p:spPr>
              <a:xfrm>
                <a:off x="1718105" y="3328120"/>
                <a:ext cx="13958" cy="56217"/>
              </a:xfrm>
              <a:custGeom>
                <a:avLst/>
                <a:gdLst/>
                <a:ahLst/>
                <a:cxnLst/>
                <a:rect l="l" t="t" r="r" b="b"/>
                <a:pathLst>
                  <a:path w="109" h="439" extrusionOk="0">
                    <a:moveTo>
                      <a:pt x="1" y="1"/>
                    </a:moveTo>
                    <a:lnTo>
                      <a:pt x="1" y="439"/>
                    </a:lnTo>
                    <a:lnTo>
                      <a:pt x="109" y="439"/>
                    </a:lnTo>
                    <a:lnTo>
                      <a:pt x="109"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7" name="Google Shape;1547;p20"/>
              <p:cNvSpPr/>
              <p:nvPr/>
            </p:nvSpPr>
            <p:spPr>
              <a:xfrm>
                <a:off x="2316262" y="2459634"/>
                <a:ext cx="13958" cy="57882"/>
              </a:xfrm>
              <a:custGeom>
                <a:avLst/>
                <a:gdLst/>
                <a:ahLst/>
                <a:cxnLst/>
                <a:rect l="l" t="t" r="r" b="b"/>
                <a:pathLst>
                  <a:path w="109" h="452" extrusionOk="0">
                    <a:moveTo>
                      <a:pt x="1" y="0"/>
                    </a:moveTo>
                    <a:lnTo>
                      <a:pt x="1" y="452"/>
                    </a:lnTo>
                    <a:lnTo>
                      <a:pt x="109" y="452"/>
                    </a:lnTo>
                    <a:lnTo>
                      <a:pt x="109"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8" name="Google Shape;1548;p20"/>
              <p:cNvSpPr/>
              <p:nvPr/>
            </p:nvSpPr>
            <p:spPr>
              <a:xfrm>
                <a:off x="2316262" y="2573093"/>
                <a:ext cx="13958" cy="55705"/>
              </a:xfrm>
              <a:custGeom>
                <a:avLst/>
                <a:gdLst/>
                <a:ahLst/>
                <a:cxnLst/>
                <a:rect l="l" t="t" r="r" b="b"/>
                <a:pathLst>
                  <a:path w="109" h="435" extrusionOk="0">
                    <a:moveTo>
                      <a:pt x="1" y="0"/>
                    </a:moveTo>
                    <a:lnTo>
                      <a:pt x="1" y="435"/>
                    </a:lnTo>
                    <a:lnTo>
                      <a:pt x="109" y="435"/>
                    </a:lnTo>
                    <a:lnTo>
                      <a:pt x="109"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9" name="Google Shape;1549;p20"/>
              <p:cNvSpPr/>
              <p:nvPr/>
            </p:nvSpPr>
            <p:spPr>
              <a:xfrm>
                <a:off x="2316262" y="2686552"/>
                <a:ext cx="13958" cy="55705"/>
              </a:xfrm>
              <a:custGeom>
                <a:avLst/>
                <a:gdLst/>
                <a:ahLst/>
                <a:cxnLst/>
                <a:rect l="l" t="t" r="r" b="b"/>
                <a:pathLst>
                  <a:path w="109" h="435" extrusionOk="0">
                    <a:moveTo>
                      <a:pt x="1" y="0"/>
                    </a:moveTo>
                    <a:lnTo>
                      <a:pt x="1" y="435"/>
                    </a:lnTo>
                    <a:lnTo>
                      <a:pt x="109" y="435"/>
                    </a:lnTo>
                    <a:lnTo>
                      <a:pt x="109"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0" name="Google Shape;1550;p20"/>
              <p:cNvSpPr/>
              <p:nvPr/>
            </p:nvSpPr>
            <p:spPr>
              <a:xfrm>
                <a:off x="2316262" y="2798218"/>
                <a:ext cx="13958" cy="55833"/>
              </a:xfrm>
              <a:custGeom>
                <a:avLst/>
                <a:gdLst/>
                <a:ahLst/>
                <a:cxnLst/>
                <a:rect l="l" t="t" r="r" b="b"/>
                <a:pathLst>
                  <a:path w="109" h="436" extrusionOk="0">
                    <a:moveTo>
                      <a:pt x="1" y="1"/>
                    </a:moveTo>
                    <a:lnTo>
                      <a:pt x="1" y="436"/>
                    </a:lnTo>
                    <a:lnTo>
                      <a:pt x="109" y="436"/>
                    </a:lnTo>
                    <a:lnTo>
                      <a:pt x="109"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1" name="Google Shape;1551;p20"/>
              <p:cNvSpPr/>
              <p:nvPr/>
            </p:nvSpPr>
            <p:spPr>
              <a:xfrm>
                <a:off x="2012894" y="2072389"/>
                <a:ext cx="57370" cy="17800"/>
              </a:xfrm>
              <a:custGeom>
                <a:avLst/>
                <a:gdLst/>
                <a:ahLst/>
                <a:cxnLst/>
                <a:rect l="l" t="t" r="r" b="b"/>
                <a:pathLst>
                  <a:path w="448" h="139" extrusionOk="0">
                    <a:moveTo>
                      <a:pt x="0" y="1"/>
                    </a:moveTo>
                    <a:lnTo>
                      <a:pt x="0" y="112"/>
                    </a:lnTo>
                    <a:lnTo>
                      <a:pt x="95" y="112"/>
                    </a:lnTo>
                    <a:cubicBezTo>
                      <a:pt x="203" y="112"/>
                      <a:pt x="327" y="125"/>
                      <a:pt x="435" y="138"/>
                    </a:cubicBezTo>
                    <a:lnTo>
                      <a:pt x="448" y="30"/>
                    </a:lnTo>
                    <a:cubicBezTo>
                      <a:pt x="327" y="14"/>
                      <a:pt x="216" y="1"/>
                      <a:pt x="95"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2" name="Google Shape;1552;p20"/>
              <p:cNvSpPr/>
              <p:nvPr/>
            </p:nvSpPr>
            <p:spPr>
              <a:xfrm>
                <a:off x="2314597" y="2346176"/>
                <a:ext cx="15623" cy="57882"/>
              </a:xfrm>
              <a:custGeom>
                <a:avLst/>
                <a:gdLst/>
                <a:ahLst/>
                <a:cxnLst/>
                <a:rect l="l" t="t" r="r" b="b"/>
                <a:pathLst>
                  <a:path w="122" h="452" extrusionOk="0">
                    <a:moveTo>
                      <a:pt x="109" y="1"/>
                    </a:moveTo>
                    <a:lnTo>
                      <a:pt x="1" y="17"/>
                    </a:lnTo>
                    <a:cubicBezTo>
                      <a:pt x="14" y="99"/>
                      <a:pt x="14" y="180"/>
                      <a:pt x="14" y="262"/>
                    </a:cubicBezTo>
                    <a:lnTo>
                      <a:pt x="14" y="452"/>
                    </a:lnTo>
                    <a:lnTo>
                      <a:pt x="122" y="452"/>
                    </a:lnTo>
                    <a:lnTo>
                      <a:pt x="122" y="262"/>
                    </a:lnTo>
                    <a:cubicBezTo>
                      <a:pt x="122" y="180"/>
                      <a:pt x="122" y="99"/>
                      <a:pt x="109"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3" name="Google Shape;1553;p20"/>
              <p:cNvSpPr/>
              <p:nvPr/>
            </p:nvSpPr>
            <p:spPr>
              <a:xfrm>
                <a:off x="2283223" y="2238223"/>
                <a:ext cx="34832" cy="55833"/>
              </a:xfrm>
              <a:custGeom>
                <a:avLst/>
                <a:gdLst/>
                <a:ahLst/>
                <a:cxnLst/>
                <a:rect l="l" t="t" r="r" b="b"/>
                <a:pathLst>
                  <a:path w="272" h="436" extrusionOk="0">
                    <a:moveTo>
                      <a:pt x="108" y="0"/>
                    </a:moveTo>
                    <a:lnTo>
                      <a:pt x="1" y="43"/>
                    </a:lnTo>
                    <a:cubicBezTo>
                      <a:pt x="66" y="177"/>
                      <a:pt x="122" y="301"/>
                      <a:pt x="164" y="435"/>
                    </a:cubicBezTo>
                    <a:lnTo>
                      <a:pt x="272" y="409"/>
                    </a:lnTo>
                    <a:cubicBezTo>
                      <a:pt x="229" y="272"/>
                      <a:pt x="177" y="125"/>
                      <a:pt x="108"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4" name="Google Shape;1554;p20"/>
              <p:cNvSpPr/>
              <p:nvPr/>
            </p:nvSpPr>
            <p:spPr>
              <a:xfrm>
                <a:off x="2216633" y="2147430"/>
                <a:ext cx="49174" cy="50711"/>
              </a:xfrm>
              <a:custGeom>
                <a:avLst/>
                <a:gdLst/>
                <a:ahLst/>
                <a:cxnLst/>
                <a:rect l="l" t="t" r="r" b="b"/>
                <a:pathLst>
                  <a:path w="384" h="396" extrusionOk="0">
                    <a:moveTo>
                      <a:pt x="70" y="0"/>
                    </a:moveTo>
                    <a:lnTo>
                      <a:pt x="1" y="82"/>
                    </a:lnTo>
                    <a:cubicBezTo>
                      <a:pt x="96" y="180"/>
                      <a:pt x="207" y="288"/>
                      <a:pt x="289" y="396"/>
                    </a:cubicBezTo>
                    <a:lnTo>
                      <a:pt x="383" y="327"/>
                    </a:lnTo>
                    <a:cubicBezTo>
                      <a:pt x="289" y="206"/>
                      <a:pt x="177" y="98"/>
                      <a:pt x="70"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5" name="Google Shape;1555;p20"/>
              <p:cNvSpPr/>
              <p:nvPr/>
            </p:nvSpPr>
            <p:spPr>
              <a:xfrm>
                <a:off x="2120846" y="2090061"/>
                <a:ext cx="57882" cy="36496"/>
              </a:xfrm>
              <a:custGeom>
                <a:avLst/>
                <a:gdLst/>
                <a:ahLst/>
                <a:cxnLst/>
                <a:rect l="l" t="t" r="r" b="b"/>
                <a:pathLst>
                  <a:path w="452" h="285" extrusionOk="0">
                    <a:moveTo>
                      <a:pt x="43" y="0"/>
                    </a:moveTo>
                    <a:lnTo>
                      <a:pt x="0" y="108"/>
                    </a:lnTo>
                    <a:cubicBezTo>
                      <a:pt x="138" y="151"/>
                      <a:pt x="272" y="219"/>
                      <a:pt x="396" y="285"/>
                    </a:cubicBezTo>
                    <a:lnTo>
                      <a:pt x="451" y="190"/>
                    </a:lnTo>
                    <a:cubicBezTo>
                      <a:pt x="314" y="108"/>
                      <a:pt x="177" y="56"/>
                      <a:pt x="43"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6" name="Google Shape;1556;p20"/>
              <p:cNvSpPr/>
              <p:nvPr/>
            </p:nvSpPr>
            <p:spPr>
              <a:xfrm>
                <a:off x="2316262" y="2911293"/>
                <a:ext cx="13958" cy="56217"/>
              </a:xfrm>
              <a:custGeom>
                <a:avLst/>
                <a:gdLst/>
                <a:ahLst/>
                <a:cxnLst/>
                <a:rect l="l" t="t" r="r" b="b"/>
                <a:pathLst>
                  <a:path w="109" h="439" extrusionOk="0">
                    <a:moveTo>
                      <a:pt x="1" y="0"/>
                    </a:moveTo>
                    <a:lnTo>
                      <a:pt x="1" y="438"/>
                    </a:lnTo>
                    <a:lnTo>
                      <a:pt x="109" y="438"/>
                    </a:lnTo>
                    <a:lnTo>
                      <a:pt x="109"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7" name="Google Shape;1557;p20"/>
              <p:cNvSpPr/>
              <p:nvPr/>
            </p:nvSpPr>
            <p:spPr>
              <a:xfrm>
                <a:off x="1718105" y="4003368"/>
                <a:ext cx="15623" cy="55705"/>
              </a:xfrm>
              <a:custGeom>
                <a:avLst/>
                <a:gdLst/>
                <a:ahLst/>
                <a:cxnLst/>
                <a:rect l="l" t="t" r="r" b="b"/>
                <a:pathLst>
                  <a:path w="122" h="435" extrusionOk="0">
                    <a:moveTo>
                      <a:pt x="1" y="0"/>
                    </a:moveTo>
                    <a:lnTo>
                      <a:pt x="1" y="435"/>
                    </a:lnTo>
                    <a:lnTo>
                      <a:pt x="122" y="435"/>
                    </a:lnTo>
                    <a:lnTo>
                      <a:pt x="122"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8" name="Google Shape;1558;p20"/>
              <p:cNvSpPr/>
              <p:nvPr/>
            </p:nvSpPr>
            <p:spPr>
              <a:xfrm>
                <a:off x="1718105" y="4114650"/>
                <a:ext cx="15623" cy="57882"/>
              </a:xfrm>
              <a:custGeom>
                <a:avLst/>
                <a:gdLst/>
                <a:ahLst/>
                <a:cxnLst/>
                <a:rect l="l" t="t" r="r" b="b"/>
                <a:pathLst>
                  <a:path w="122" h="452" extrusionOk="0">
                    <a:moveTo>
                      <a:pt x="1" y="1"/>
                    </a:moveTo>
                    <a:lnTo>
                      <a:pt x="1" y="452"/>
                    </a:lnTo>
                    <a:lnTo>
                      <a:pt x="122" y="452"/>
                    </a:lnTo>
                    <a:lnTo>
                      <a:pt x="122"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9" name="Google Shape;1559;p20"/>
              <p:cNvSpPr/>
              <p:nvPr/>
            </p:nvSpPr>
            <p:spPr>
              <a:xfrm>
                <a:off x="1718105" y="3889909"/>
                <a:ext cx="15623" cy="57498"/>
              </a:xfrm>
              <a:custGeom>
                <a:avLst/>
                <a:gdLst/>
                <a:ahLst/>
                <a:cxnLst/>
                <a:rect l="l" t="t" r="r" b="b"/>
                <a:pathLst>
                  <a:path w="122" h="449" extrusionOk="0">
                    <a:moveTo>
                      <a:pt x="1" y="0"/>
                    </a:moveTo>
                    <a:lnTo>
                      <a:pt x="1" y="14"/>
                    </a:lnTo>
                    <a:lnTo>
                      <a:pt x="1" y="177"/>
                    </a:lnTo>
                    <a:lnTo>
                      <a:pt x="1" y="448"/>
                    </a:lnTo>
                    <a:lnTo>
                      <a:pt x="122" y="448"/>
                    </a:lnTo>
                    <a:lnTo>
                      <a:pt x="122"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0" name="Google Shape;1560;p20"/>
              <p:cNvSpPr/>
              <p:nvPr/>
            </p:nvSpPr>
            <p:spPr>
              <a:xfrm>
                <a:off x="1718105" y="4228109"/>
                <a:ext cx="15623" cy="56217"/>
              </a:xfrm>
              <a:custGeom>
                <a:avLst/>
                <a:gdLst/>
                <a:ahLst/>
                <a:cxnLst/>
                <a:rect l="l" t="t" r="r" b="b"/>
                <a:pathLst>
                  <a:path w="122" h="439" extrusionOk="0">
                    <a:moveTo>
                      <a:pt x="1" y="0"/>
                    </a:moveTo>
                    <a:lnTo>
                      <a:pt x="1" y="438"/>
                    </a:lnTo>
                    <a:lnTo>
                      <a:pt x="122" y="438"/>
                    </a:lnTo>
                    <a:lnTo>
                      <a:pt x="122"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1" name="Google Shape;1561;p20"/>
              <p:cNvSpPr/>
              <p:nvPr/>
            </p:nvSpPr>
            <p:spPr>
              <a:xfrm>
                <a:off x="1718105" y="4341568"/>
                <a:ext cx="15623" cy="55833"/>
              </a:xfrm>
              <a:custGeom>
                <a:avLst/>
                <a:gdLst/>
                <a:ahLst/>
                <a:cxnLst/>
                <a:rect l="l" t="t" r="r" b="b"/>
                <a:pathLst>
                  <a:path w="122" h="436" extrusionOk="0">
                    <a:moveTo>
                      <a:pt x="1" y="0"/>
                    </a:moveTo>
                    <a:lnTo>
                      <a:pt x="1" y="435"/>
                    </a:lnTo>
                    <a:lnTo>
                      <a:pt x="122" y="435"/>
                    </a:lnTo>
                    <a:lnTo>
                      <a:pt x="122"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2" name="Google Shape;1562;p20"/>
              <p:cNvSpPr/>
              <p:nvPr/>
            </p:nvSpPr>
            <p:spPr>
              <a:xfrm>
                <a:off x="1718105" y="4453362"/>
                <a:ext cx="15623" cy="55705"/>
              </a:xfrm>
              <a:custGeom>
                <a:avLst/>
                <a:gdLst/>
                <a:ahLst/>
                <a:cxnLst/>
                <a:rect l="l" t="t" r="r" b="b"/>
                <a:pathLst>
                  <a:path w="122" h="435" extrusionOk="0">
                    <a:moveTo>
                      <a:pt x="1" y="0"/>
                    </a:moveTo>
                    <a:lnTo>
                      <a:pt x="1" y="435"/>
                    </a:lnTo>
                    <a:lnTo>
                      <a:pt x="122" y="435"/>
                    </a:lnTo>
                    <a:lnTo>
                      <a:pt x="122"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3" name="Google Shape;1563;p20"/>
              <p:cNvSpPr/>
              <p:nvPr/>
            </p:nvSpPr>
            <p:spPr>
              <a:xfrm>
                <a:off x="1718105" y="4678103"/>
                <a:ext cx="15623" cy="59547"/>
              </a:xfrm>
              <a:custGeom>
                <a:avLst/>
                <a:gdLst/>
                <a:ahLst/>
                <a:cxnLst/>
                <a:rect l="l" t="t" r="r" b="b"/>
                <a:pathLst>
                  <a:path w="122" h="465" extrusionOk="0">
                    <a:moveTo>
                      <a:pt x="1" y="0"/>
                    </a:moveTo>
                    <a:lnTo>
                      <a:pt x="1" y="30"/>
                    </a:lnTo>
                    <a:lnTo>
                      <a:pt x="1" y="451"/>
                    </a:lnTo>
                    <a:lnTo>
                      <a:pt x="1" y="464"/>
                    </a:lnTo>
                    <a:lnTo>
                      <a:pt x="122" y="464"/>
                    </a:lnTo>
                    <a:lnTo>
                      <a:pt x="122" y="451"/>
                    </a:lnTo>
                    <a:lnTo>
                      <a:pt x="122" y="30"/>
                    </a:lnTo>
                    <a:lnTo>
                      <a:pt x="122"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4" name="Google Shape;1564;p20"/>
              <p:cNvSpPr/>
              <p:nvPr/>
            </p:nvSpPr>
            <p:spPr>
              <a:xfrm>
                <a:off x="1718105" y="4566693"/>
                <a:ext cx="15623" cy="55833"/>
              </a:xfrm>
              <a:custGeom>
                <a:avLst/>
                <a:gdLst/>
                <a:ahLst/>
                <a:cxnLst/>
                <a:rect l="l" t="t" r="r" b="b"/>
                <a:pathLst>
                  <a:path w="122" h="436" extrusionOk="0">
                    <a:moveTo>
                      <a:pt x="1" y="1"/>
                    </a:moveTo>
                    <a:lnTo>
                      <a:pt x="1" y="436"/>
                    </a:lnTo>
                    <a:lnTo>
                      <a:pt x="122" y="436"/>
                    </a:lnTo>
                    <a:lnTo>
                      <a:pt x="122"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565" name="Google Shape;1565;p20"/>
          <p:cNvGrpSpPr/>
          <p:nvPr/>
        </p:nvGrpSpPr>
        <p:grpSpPr>
          <a:xfrm flipH="1">
            <a:off x="456093" y="4513162"/>
            <a:ext cx="514249" cy="630515"/>
            <a:chOff x="1551613" y="4513162"/>
            <a:chExt cx="514249" cy="630515"/>
          </a:xfrm>
        </p:grpSpPr>
        <p:grpSp>
          <p:nvGrpSpPr>
            <p:cNvPr id="1566" name="Google Shape;1566;p20"/>
            <p:cNvGrpSpPr/>
            <p:nvPr/>
          </p:nvGrpSpPr>
          <p:grpSpPr>
            <a:xfrm>
              <a:off x="1551613" y="4513162"/>
              <a:ext cx="347653" cy="630515"/>
              <a:chOff x="3816307" y="2352225"/>
              <a:chExt cx="1213027" cy="2199981"/>
            </a:xfrm>
          </p:grpSpPr>
          <p:sp>
            <p:nvSpPr>
              <p:cNvPr id="1567" name="Google Shape;1567;p20"/>
              <p:cNvSpPr/>
              <p:nvPr/>
            </p:nvSpPr>
            <p:spPr>
              <a:xfrm>
                <a:off x="3816307" y="2353110"/>
                <a:ext cx="1213027" cy="1210194"/>
              </a:xfrm>
              <a:custGeom>
                <a:avLst/>
                <a:gdLst/>
                <a:ahLst/>
                <a:cxnLst/>
                <a:rect l="l" t="t" r="r" b="b"/>
                <a:pathLst>
                  <a:path w="6852" h="6836" extrusionOk="0">
                    <a:moveTo>
                      <a:pt x="3422" y="1"/>
                    </a:moveTo>
                    <a:cubicBezTo>
                      <a:pt x="1540" y="1"/>
                      <a:pt x="14" y="1519"/>
                      <a:pt x="1" y="3404"/>
                    </a:cubicBezTo>
                    <a:cubicBezTo>
                      <a:pt x="1" y="5299"/>
                      <a:pt x="1524" y="6836"/>
                      <a:pt x="3420" y="6836"/>
                    </a:cubicBezTo>
                    <a:cubicBezTo>
                      <a:pt x="3430" y="6836"/>
                      <a:pt x="3440" y="6836"/>
                      <a:pt x="3450" y="6836"/>
                    </a:cubicBezTo>
                    <a:cubicBezTo>
                      <a:pt x="5316" y="6836"/>
                      <a:pt x="6836" y="5315"/>
                      <a:pt x="6852" y="3433"/>
                    </a:cubicBezTo>
                    <a:cubicBezTo>
                      <a:pt x="6852" y="1540"/>
                      <a:pt x="5326" y="1"/>
                      <a:pt x="3446" y="1"/>
                    </a:cubicBezTo>
                    <a:cubicBezTo>
                      <a:pt x="3438" y="1"/>
                      <a:pt x="3430" y="1"/>
                      <a:pt x="342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8" name="Google Shape;1568;p20"/>
              <p:cNvSpPr/>
              <p:nvPr/>
            </p:nvSpPr>
            <p:spPr>
              <a:xfrm>
                <a:off x="4199402" y="2832867"/>
                <a:ext cx="361854" cy="1719340"/>
              </a:xfrm>
              <a:custGeom>
                <a:avLst/>
                <a:gdLst/>
                <a:ahLst/>
                <a:cxnLst/>
                <a:rect l="l" t="t" r="r" b="b"/>
                <a:pathLst>
                  <a:path w="2044" h="9712" extrusionOk="0">
                    <a:moveTo>
                      <a:pt x="1187" y="1"/>
                    </a:moveTo>
                    <a:lnTo>
                      <a:pt x="929" y="3420"/>
                    </a:lnTo>
                    <a:lnTo>
                      <a:pt x="14" y="2262"/>
                    </a:lnTo>
                    <a:lnTo>
                      <a:pt x="1" y="2276"/>
                    </a:lnTo>
                    <a:lnTo>
                      <a:pt x="900" y="3815"/>
                    </a:lnTo>
                    <a:lnTo>
                      <a:pt x="736" y="9712"/>
                    </a:lnTo>
                    <a:lnTo>
                      <a:pt x="1635" y="9712"/>
                    </a:lnTo>
                    <a:lnTo>
                      <a:pt x="1364" y="1854"/>
                    </a:lnTo>
                    <a:lnTo>
                      <a:pt x="2044" y="1020"/>
                    </a:lnTo>
                    <a:lnTo>
                      <a:pt x="2031" y="1007"/>
                    </a:lnTo>
                    <a:lnTo>
                      <a:pt x="1351" y="1648"/>
                    </a:lnTo>
                    <a:lnTo>
                      <a:pt x="1240" y="14"/>
                    </a:lnTo>
                    <a:lnTo>
                      <a:pt x="118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9" name="Google Shape;1569;p20"/>
              <p:cNvSpPr/>
              <p:nvPr/>
            </p:nvSpPr>
            <p:spPr>
              <a:xfrm>
                <a:off x="4331999" y="2352225"/>
                <a:ext cx="697331" cy="1211079"/>
              </a:xfrm>
              <a:custGeom>
                <a:avLst/>
                <a:gdLst/>
                <a:ahLst/>
                <a:cxnLst/>
                <a:rect l="l" t="t" r="r" b="b"/>
                <a:pathLst>
                  <a:path w="3939" h="6841" extrusionOk="0">
                    <a:moveTo>
                      <a:pt x="383" y="1"/>
                    </a:moveTo>
                    <a:cubicBezTo>
                      <a:pt x="248" y="1"/>
                      <a:pt x="120" y="13"/>
                      <a:pt x="0" y="32"/>
                    </a:cubicBezTo>
                    <a:cubicBezTo>
                      <a:pt x="1651" y="290"/>
                      <a:pt x="2903" y="1722"/>
                      <a:pt x="2903" y="3438"/>
                    </a:cubicBezTo>
                    <a:cubicBezTo>
                      <a:pt x="2890" y="5141"/>
                      <a:pt x="1635" y="6556"/>
                      <a:pt x="0" y="6801"/>
                    </a:cubicBezTo>
                    <a:cubicBezTo>
                      <a:pt x="164" y="6828"/>
                      <a:pt x="327" y="6841"/>
                      <a:pt x="507" y="6841"/>
                    </a:cubicBezTo>
                    <a:cubicBezTo>
                      <a:pt x="517" y="6841"/>
                      <a:pt x="527" y="6841"/>
                      <a:pt x="537" y="6841"/>
                    </a:cubicBezTo>
                    <a:cubicBezTo>
                      <a:pt x="2403" y="6841"/>
                      <a:pt x="3923" y="5320"/>
                      <a:pt x="3939" y="3438"/>
                    </a:cubicBezTo>
                    <a:cubicBezTo>
                      <a:pt x="3939" y="1545"/>
                      <a:pt x="2413" y="6"/>
                      <a:pt x="533" y="6"/>
                    </a:cubicBezTo>
                    <a:cubicBezTo>
                      <a:pt x="482" y="2"/>
                      <a:pt x="432" y="1"/>
                      <a:pt x="383" y="1"/>
                    </a:cubicBezTo>
                    <a:close/>
                  </a:path>
                </a:pathLst>
              </a:custGeom>
              <a:solidFill>
                <a:srgbClr val="473A50">
                  <a:alpha val="434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70" name="Google Shape;1570;p20"/>
            <p:cNvGrpSpPr/>
            <p:nvPr/>
          </p:nvGrpSpPr>
          <p:grpSpPr>
            <a:xfrm>
              <a:off x="1899071" y="4839761"/>
              <a:ext cx="166791" cy="302717"/>
              <a:chOff x="3816307" y="2352225"/>
              <a:chExt cx="1213027" cy="2199981"/>
            </a:xfrm>
          </p:grpSpPr>
          <p:sp>
            <p:nvSpPr>
              <p:cNvPr id="1571" name="Google Shape;1571;p20"/>
              <p:cNvSpPr/>
              <p:nvPr/>
            </p:nvSpPr>
            <p:spPr>
              <a:xfrm>
                <a:off x="3816307" y="2353110"/>
                <a:ext cx="1213027" cy="1210194"/>
              </a:xfrm>
              <a:custGeom>
                <a:avLst/>
                <a:gdLst/>
                <a:ahLst/>
                <a:cxnLst/>
                <a:rect l="l" t="t" r="r" b="b"/>
                <a:pathLst>
                  <a:path w="6852" h="6836" extrusionOk="0">
                    <a:moveTo>
                      <a:pt x="3422" y="1"/>
                    </a:moveTo>
                    <a:cubicBezTo>
                      <a:pt x="1540" y="1"/>
                      <a:pt x="14" y="1519"/>
                      <a:pt x="1" y="3404"/>
                    </a:cubicBezTo>
                    <a:cubicBezTo>
                      <a:pt x="1" y="5299"/>
                      <a:pt x="1524" y="6836"/>
                      <a:pt x="3420" y="6836"/>
                    </a:cubicBezTo>
                    <a:cubicBezTo>
                      <a:pt x="3430" y="6836"/>
                      <a:pt x="3440" y="6836"/>
                      <a:pt x="3450" y="6836"/>
                    </a:cubicBezTo>
                    <a:cubicBezTo>
                      <a:pt x="5316" y="6836"/>
                      <a:pt x="6836" y="5315"/>
                      <a:pt x="6852" y="3433"/>
                    </a:cubicBezTo>
                    <a:cubicBezTo>
                      <a:pt x="6852" y="1540"/>
                      <a:pt x="5326" y="1"/>
                      <a:pt x="3446" y="1"/>
                    </a:cubicBezTo>
                    <a:cubicBezTo>
                      <a:pt x="3438" y="1"/>
                      <a:pt x="3430" y="1"/>
                      <a:pt x="342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2" name="Google Shape;1572;p20"/>
              <p:cNvSpPr/>
              <p:nvPr/>
            </p:nvSpPr>
            <p:spPr>
              <a:xfrm>
                <a:off x="4199402" y="2832867"/>
                <a:ext cx="361854" cy="1719340"/>
              </a:xfrm>
              <a:custGeom>
                <a:avLst/>
                <a:gdLst/>
                <a:ahLst/>
                <a:cxnLst/>
                <a:rect l="l" t="t" r="r" b="b"/>
                <a:pathLst>
                  <a:path w="2044" h="9712" extrusionOk="0">
                    <a:moveTo>
                      <a:pt x="1187" y="1"/>
                    </a:moveTo>
                    <a:lnTo>
                      <a:pt x="929" y="3420"/>
                    </a:lnTo>
                    <a:lnTo>
                      <a:pt x="14" y="2262"/>
                    </a:lnTo>
                    <a:lnTo>
                      <a:pt x="1" y="2276"/>
                    </a:lnTo>
                    <a:lnTo>
                      <a:pt x="900" y="3815"/>
                    </a:lnTo>
                    <a:lnTo>
                      <a:pt x="736" y="9712"/>
                    </a:lnTo>
                    <a:lnTo>
                      <a:pt x="1635" y="9712"/>
                    </a:lnTo>
                    <a:lnTo>
                      <a:pt x="1364" y="1854"/>
                    </a:lnTo>
                    <a:lnTo>
                      <a:pt x="2044" y="1020"/>
                    </a:lnTo>
                    <a:lnTo>
                      <a:pt x="2031" y="1007"/>
                    </a:lnTo>
                    <a:lnTo>
                      <a:pt x="1351" y="1648"/>
                    </a:lnTo>
                    <a:lnTo>
                      <a:pt x="1240" y="14"/>
                    </a:lnTo>
                    <a:lnTo>
                      <a:pt x="118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3" name="Google Shape;1573;p20"/>
              <p:cNvSpPr/>
              <p:nvPr/>
            </p:nvSpPr>
            <p:spPr>
              <a:xfrm>
                <a:off x="4331999" y="2352225"/>
                <a:ext cx="697331" cy="1211079"/>
              </a:xfrm>
              <a:custGeom>
                <a:avLst/>
                <a:gdLst/>
                <a:ahLst/>
                <a:cxnLst/>
                <a:rect l="l" t="t" r="r" b="b"/>
                <a:pathLst>
                  <a:path w="3939" h="6841" extrusionOk="0">
                    <a:moveTo>
                      <a:pt x="383" y="1"/>
                    </a:moveTo>
                    <a:cubicBezTo>
                      <a:pt x="248" y="1"/>
                      <a:pt x="120" y="13"/>
                      <a:pt x="0" y="32"/>
                    </a:cubicBezTo>
                    <a:cubicBezTo>
                      <a:pt x="1651" y="290"/>
                      <a:pt x="2903" y="1722"/>
                      <a:pt x="2903" y="3438"/>
                    </a:cubicBezTo>
                    <a:cubicBezTo>
                      <a:pt x="2890" y="5141"/>
                      <a:pt x="1635" y="6556"/>
                      <a:pt x="0" y="6801"/>
                    </a:cubicBezTo>
                    <a:cubicBezTo>
                      <a:pt x="164" y="6828"/>
                      <a:pt x="327" y="6841"/>
                      <a:pt x="507" y="6841"/>
                    </a:cubicBezTo>
                    <a:cubicBezTo>
                      <a:pt x="517" y="6841"/>
                      <a:pt x="527" y="6841"/>
                      <a:pt x="537" y="6841"/>
                    </a:cubicBezTo>
                    <a:cubicBezTo>
                      <a:pt x="2403" y="6841"/>
                      <a:pt x="3923" y="5320"/>
                      <a:pt x="3939" y="3438"/>
                    </a:cubicBezTo>
                    <a:cubicBezTo>
                      <a:pt x="3939" y="1545"/>
                      <a:pt x="2413" y="6"/>
                      <a:pt x="533" y="6"/>
                    </a:cubicBezTo>
                    <a:cubicBezTo>
                      <a:pt x="482" y="2"/>
                      <a:pt x="432" y="1"/>
                      <a:pt x="383" y="1"/>
                    </a:cubicBezTo>
                    <a:close/>
                  </a:path>
                </a:pathLst>
              </a:custGeom>
              <a:solidFill>
                <a:srgbClr val="473A50">
                  <a:alpha val="434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574" name="Google Shape;1574;p20"/>
          <p:cNvGrpSpPr/>
          <p:nvPr/>
        </p:nvGrpSpPr>
        <p:grpSpPr>
          <a:xfrm>
            <a:off x="-1359250" y="-107675"/>
            <a:ext cx="2079250" cy="1802500"/>
            <a:chOff x="349725" y="59275"/>
            <a:chExt cx="2079250" cy="1802500"/>
          </a:xfrm>
        </p:grpSpPr>
        <p:sp>
          <p:nvSpPr>
            <p:cNvPr id="1575" name="Google Shape;1575;p20"/>
            <p:cNvSpPr/>
            <p:nvPr/>
          </p:nvSpPr>
          <p:spPr>
            <a:xfrm>
              <a:off x="349725" y="59275"/>
              <a:ext cx="2079250" cy="1802500"/>
            </a:xfrm>
            <a:custGeom>
              <a:avLst/>
              <a:gdLst/>
              <a:ahLst/>
              <a:cxnLst/>
              <a:rect l="l" t="t" r="r" b="b"/>
              <a:pathLst>
                <a:path w="83170" h="72100" extrusionOk="0">
                  <a:moveTo>
                    <a:pt x="66287" y="0"/>
                  </a:moveTo>
                  <a:lnTo>
                    <a:pt x="66287" y="48908"/>
                  </a:lnTo>
                  <a:lnTo>
                    <a:pt x="66211" y="49080"/>
                  </a:lnTo>
                  <a:lnTo>
                    <a:pt x="66287" y="49386"/>
                  </a:lnTo>
                  <a:cubicBezTo>
                    <a:pt x="66287" y="50265"/>
                    <a:pt x="66058" y="52579"/>
                    <a:pt x="64777" y="53860"/>
                  </a:cubicBezTo>
                  <a:cubicBezTo>
                    <a:pt x="63898" y="54739"/>
                    <a:pt x="62311" y="55217"/>
                    <a:pt x="59997" y="55217"/>
                  </a:cubicBezTo>
                  <a:lnTo>
                    <a:pt x="0" y="55217"/>
                  </a:lnTo>
                  <a:lnTo>
                    <a:pt x="0" y="72100"/>
                  </a:lnTo>
                  <a:lnTo>
                    <a:pt x="59997" y="72100"/>
                  </a:lnTo>
                  <a:cubicBezTo>
                    <a:pt x="68926" y="72100"/>
                    <a:pt x="74260" y="68429"/>
                    <a:pt x="77128" y="65331"/>
                  </a:cubicBezTo>
                  <a:cubicBezTo>
                    <a:pt x="83093" y="59041"/>
                    <a:pt x="83170" y="50743"/>
                    <a:pt x="83170" y="48755"/>
                  </a:cubicBezTo>
                  <a:lnTo>
                    <a:pt x="83170" y="0"/>
                  </a:lnTo>
                  <a:close/>
                </a:path>
              </a:pathLst>
            </a:custGeom>
            <a:solidFill>
              <a:schemeClr val="accent5"/>
            </a:solidFill>
            <a:ln>
              <a:noFill/>
            </a:ln>
            <a:effectLst>
              <a:outerShdw dist="57150" dir="21540000" algn="bl" rotWithShape="0">
                <a:schemeClr val="dk1">
                  <a:alpha val="35000"/>
                </a:scheme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endParaRPr/>
            </a:p>
          </p:txBody>
        </p:sp>
        <p:sp>
          <p:nvSpPr>
            <p:cNvPr id="1576" name="Google Shape;1576;p20"/>
            <p:cNvSpPr/>
            <p:nvPr/>
          </p:nvSpPr>
          <p:spPr>
            <a:xfrm>
              <a:off x="443400" y="166800"/>
              <a:ext cx="1782450" cy="1503775"/>
            </a:xfrm>
            <a:custGeom>
              <a:avLst/>
              <a:gdLst/>
              <a:ahLst/>
              <a:cxnLst/>
              <a:rect l="l" t="t" r="r" b="b"/>
              <a:pathLst>
                <a:path w="71298" h="60151" extrusionOk="0">
                  <a:moveTo>
                    <a:pt x="70666" y="1"/>
                  </a:moveTo>
                  <a:lnTo>
                    <a:pt x="70666" y="2544"/>
                  </a:lnTo>
                  <a:lnTo>
                    <a:pt x="71297" y="2544"/>
                  </a:lnTo>
                  <a:lnTo>
                    <a:pt x="71297" y="1"/>
                  </a:lnTo>
                  <a:close/>
                  <a:moveTo>
                    <a:pt x="70666" y="5106"/>
                  </a:moveTo>
                  <a:lnTo>
                    <a:pt x="70666" y="7649"/>
                  </a:lnTo>
                  <a:lnTo>
                    <a:pt x="71297" y="7649"/>
                  </a:lnTo>
                  <a:lnTo>
                    <a:pt x="71297" y="5106"/>
                  </a:lnTo>
                  <a:close/>
                  <a:moveTo>
                    <a:pt x="70666" y="10192"/>
                  </a:moveTo>
                  <a:lnTo>
                    <a:pt x="70666" y="12754"/>
                  </a:lnTo>
                  <a:lnTo>
                    <a:pt x="71297" y="12754"/>
                  </a:lnTo>
                  <a:lnTo>
                    <a:pt x="71297" y="10192"/>
                  </a:lnTo>
                  <a:close/>
                  <a:moveTo>
                    <a:pt x="70666" y="15297"/>
                  </a:moveTo>
                  <a:lnTo>
                    <a:pt x="70666" y="17839"/>
                  </a:lnTo>
                  <a:lnTo>
                    <a:pt x="71297" y="17839"/>
                  </a:lnTo>
                  <a:lnTo>
                    <a:pt x="71297" y="15297"/>
                  </a:lnTo>
                  <a:close/>
                  <a:moveTo>
                    <a:pt x="70666" y="20401"/>
                  </a:moveTo>
                  <a:lnTo>
                    <a:pt x="70666" y="22944"/>
                  </a:lnTo>
                  <a:lnTo>
                    <a:pt x="71297" y="22944"/>
                  </a:lnTo>
                  <a:lnTo>
                    <a:pt x="71297" y="20401"/>
                  </a:lnTo>
                  <a:close/>
                  <a:moveTo>
                    <a:pt x="70666" y="25487"/>
                  </a:moveTo>
                  <a:lnTo>
                    <a:pt x="70666" y="28049"/>
                  </a:lnTo>
                  <a:lnTo>
                    <a:pt x="71297" y="28049"/>
                  </a:lnTo>
                  <a:lnTo>
                    <a:pt x="71297" y="25487"/>
                  </a:lnTo>
                  <a:close/>
                  <a:moveTo>
                    <a:pt x="70666" y="30592"/>
                  </a:moveTo>
                  <a:lnTo>
                    <a:pt x="70666" y="33135"/>
                  </a:lnTo>
                  <a:lnTo>
                    <a:pt x="71297" y="33135"/>
                  </a:lnTo>
                  <a:lnTo>
                    <a:pt x="71297" y="30592"/>
                  </a:lnTo>
                  <a:close/>
                  <a:moveTo>
                    <a:pt x="70666" y="35697"/>
                  </a:moveTo>
                  <a:lnTo>
                    <a:pt x="70666" y="38240"/>
                  </a:lnTo>
                  <a:lnTo>
                    <a:pt x="71297" y="38240"/>
                  </a:lnTo>
                  <a:lnTo>
                    <a:pt x="71297" y="35697"/>
                  </a:lnTo>
                  <a:close/>
                  <a:moveTo>
                    <a:pt x="70666" y="40783"/>
                  </a:moveTo>
                  <a:lnTo>
                    <a:pt x="70666" y="43345"/>
                  </a:lnTo>
                  <a:lnTo>
                    <a:pt x="71297" y="43345"/>
                  </a:lnTo>
                  <a:lnTo>
                    <a:pt x="71297" y="40783"/>
                  </a:lnTo>
                  <a:close/>
                  <a:moveTo>
                    <a:pt x="70666" y="45888"/>
                  </a:moveTo>
                  <a:cubicBezTo>
                    <a:pt x="70590" y="46442"/>
                    <a:pt x="70590" y="47322"/>
                    <a:pt x="70341" y="48354"/>
                  </a:cubicBezTo>
                  <a:lnTo>
                    <a:pt x="70991" y="48526"/>
                  </a:lnTo>
                  <a:cubicBezTo>
                    <a:pt x="71221" y="47398"/>
                    <a:pt x="71221" y="46519"/>
                    <a:pt x="71297" y="45888"/>
                  </a:cubicBezTo>
                  <a:close/>
                  <a:moveTo>
                    <a:pt x="69787" y="50821"/>
                  </a:moveTo>
                  <a:cubicBezTo>
                    <a:pt x="69481" y="51624"/>
                    <a:pt x="69156" y="52427"/>
                    <a:pt x="68754" y="53058"/>
                  </a:cubicBezTo>
                  <a:lnTo>
                    <a:pt x="69309" y="53383"/>
                  </a:lnTo>
                  <a:cubicBezTo>
                    <a:pt x="69710" y="52656"/>
                    <a:pt x="70112" y="51872"/>
                    <a:pt x="70341" y="50993"/>
                  </a:cubicBezTo>
                  <a:lnTo>
                    <a:pt x="69787" y="50821"/>
                  </a:lnTo>
                  <a:close/>
                  <a:moveTo>
                    <a:pt x="67397" y="55122"/>
                  </a:moveTo>
                  <a:cubicBezTo>
                    <a:pt x="66842" y="55773"/>
                    <a:pt x="66211" y="56327"/>
                    <a:pt x="65561" y="56805"/>
                  </a:cubicBezTo>
                  <a:lnTo>
                    <a:pt x="65963" y="57359"/>
                  </a:lnTo>
                  <a:cubicBezTo>
                    <a:pt x="66689" y="56805"/>
                    <a:pt x="67320" y="56251"/>
                    <a:pt x="67875" y="55524"/>
                  </a:cubicBezTo>
                  <a:lnTo>
                    <a:pt x="67397" y="55122"/>
                  </a:lnTo>
                  <a:close/>
                  <a:moveTo>
                    <a:pt x="63420" y="58086"/>
                  </a:moveTo>
                  <a:cubicBezTo>
                    <a:pt x="62693" y="58392"/>
                    <a:pt x="61910" y="58717"/>
                    <a:pt x="61107" y="58946"/>
                  </a:cubicBezTo>
                  <a:lnTo>
                    <a:pt x="61259" y="59520"/>
                  </a:lnTo>
                  <a:cubicBezTo>
                    <a:pt x="62139" y="59348"/>
                    <a:pt x="62942" y="59042"/>
                    <a:pt x="63745" y="58640"/>
                  </a:cubicBezTo>
                  <a:lnTo>
                    <a:pt x="63420" y="58086"/>
                  </a:lnTo>
                  <a:close/>
                  <a:moveTo>
                    <a:pt x="1" y="59520"/>
                  </a:moveTo>
                  <a:lnTo>
                    <a:pt x="1" y="60151"/>
                  </a:lnTo>
                  <a:lnTo>
                    <a:pt x="2563" y="60151"/>
                  </a:lnTo>
                  <a:lnTo>
                    <a:pt x="2563" y="59520"/>
                  </a:lnTo>
                  <a:close/>
                  <a:moveTo>
                    <a:pt x="5106" y="59520"/>
                  </a:moveTo>
                  <a:lnTo>
                    <a:pt x="5106" y="60151"/>
                  </a:lnTo>
                  <a:lnTo>
                    <a:pt x="7648" y="60151"/>
                  </a:lnTo>
                  <a:lnTo>
                    <a:pt x="7648" y="59520"/>
                  </a:lnTo>
                  <a:close/>
                  <a:moveTo>
                    <a:pt x="10210" y="59520"/>
                  </a:moveTo>
                  <a:lnTo>
                    <a:pt x="10210" y="60151"/>
                  </a:lnTo>
                  <a:lnTo>
                    <a:pt x="12753" y="60151"/>
                  </a:lnTo>
                  <a:lnTo>
                    <a:pt x="12753" y="59520"/>
                  </a:lnTo>
                  <a:close/>
                  <a:moveTo>
                    <a:pt x="15296" y="59520"/>
                  </a:moveTo>
                  <a:lnTo>
                    <a:pt x="15296" y="60151"/>
                  </a:lnTo>
                  <a:lnTo>
                    <a:pt x="17858" y="60151"/>
                  </a:lnTo>
                  <a:lnTo>
                    <a:pt x="17858" y="59520"/>
                  </a:lnTo>
                  <a:close/>
                  <a:moveTo>
                    <a:pt x="20401" y="59520"/>
                  </a:moveTo>
                  <a:lnTo>
                    <a:pt x="20401" y="60151"/>
                  </a:lnTo>
                  <a:lnTo>
                    <a:pt x="22944" y="60151"/>
                  </a:lnTo>
                  <a:lnTo>
                    <a:pt x="22944" y="59520"/>
                  </a:lnTo>
                  <a:close/>
                  <a:moveTo>
                    <a:pt x="25506" y="59520"/>
                  </a:moveTo>
                  <a:lnTo>
                    <a:pt x="25506" y="60151"/>
                  </a:lnTo>
                  <a:lnTo>
                    <a:pt x="28049" y="60151"/>
                  </a:lnTo>
                  <a:lnTo>
                    <a:pt x="28049" y="59520"/>
                  </a:lnTo>
                  <a:close/>
                  <a:moveTo>
                    <a:pt x="30592" y="59520"/>
                  </a:moveTo>
                  <a:lnTo>
                    <a:pt x="30592" y="60151"/>
                  </a:lnTo>
                  <a:lnTo>
                    <a:pt x="33154" y="60151"/>
                  </a:lnTo>
                  <a:lnTo>
                    <a:pt x="33154" y="59520"/>
                  </a:lnTo>
                  <a:close/>
                  <a:moveTo>
                    <a:pt x="35697" y="59520"/>
                  </a:moveTo>
                  <a:lnTo>
                    <a:pt x="35697" y="60151"/>
                  </a:lnTo>
                  <a:lnTo>
                    <a:pt x="38316" y="60151"/>
                  </a:lnTo>
                  <a:lnTo>
                    <a:pt x="38316" y="59520"/>
                  </a:lnTo>
                  <a:close/>
                  <a:moveTo>
                    <a:pt x="40878" y="59520"/>
                  </a:moveTo>
                  <a:lnTo>
                    <a:pt x="40878" y="60151"/>
                  </a:lnTo>
                  <a:lnTo>
                    <a:pt x="43421" y="60151"/>
                  </a:lnTo>
                  <a:lnTo>
                    <a:pt x="43421" y="59520"/>
                  </a:lnTo>
                  <a:close/>
                  <a:moveTo>
                    <a:pt x="45964" y="59520"/>
                  </a:moveTo>
                  <a:lnTo>
                    <a:pt x="45964" y="60151"/>
                  </a:lnTo>
                  <a:lnTo>
                    <a:pt x="48526" y="60151"/>
                  </a:lnTo>
                  <a:lnTo>
                    <a:pt x="48526" y="59520"/>
                  </a:lnTo>
                  <a:close/>
                  <a:moveTo>
                    <a:pt x="51069" y="59520"/>
                  </a:moveTo>
                  <a:lnTo>
                    <a:pt x="51069" y="60151"/>
                  </a:lnTo>
                  <a:lnTo>
                    <a:pt x="53612" y="60151"/>
                  </a:lnTo>
                  <a:lnTo>
                    <a:pt x="53612" y="59520"/>
                  </a:lnTo>
                  <a:close/>
                  <a:moveTo>
                    <a:pt x="58640" y="59348"/>
                  </a:moveTo>
                  <a:cubicBezTo>
                    <a:pt x="57914" y="59424"/>
                    <a:pt x="57130" y="59520"/>
                    <a:pt x="56250" y="59520"/>
                  </a:cubicBezTo>
                  <a:lnTo>
                    <a:pt x="56174" y="59520"/>
                  </a:lnTo>
                  <a:lnTo>
                    <a:pt x="56174" y="60151"/>
                  </a:lnTo>
                  <a:lnTo>
                    <a:pt x="56250" y="60151"/>
                  </a:lnTo>
                  <a:cubicBezTo>
                    <a:pt x="57130" y="60151"/>
                    <a:pt x="57914" y="60074"/>
                    <a:pt x="58717" y="59998"/>
                  </a:cubicBezTo>
                  <a:lnTo>
                    <a:pt x="58640" y="59348"/>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77" name="Google Shape;1577;p20"/>
          <p:cNvGrpSpPr/>
          <p:nvPr/>
        </p:nvGrpSpPr>
        <p:grpSpPr>
          <a:xfrm>
            <a:off x="8319039" y="4002345"/>
            <a:ext cx="374657" cy="463150"/>
            <a:chOff x="8243489" y="4050570"/>
            <a:chExt cx="374657" cy="463150"/>
          </a:xfrm>
        </p:grpSpPr>
        <p:sp>
          <p:nvSpPr>
            <p:cNvPr id="1578" name="Google Shape;1578;p20"/>
            <p:cNvSpPr/>
            <p:nvPr/>
          </p:nvSpPr>
          <p:spPr>
            <a:xfrm>
              <a:off x="8243489" y="4051225"/>
              <a:ext cx="374657" cy="461828"/>
            </a:xfrm>
            <a:custGeom>
              <a:avLst/>
              <a:gdLst/>
              <a:ahLst/>
              <a:cxnLst/>
              <a:rect l="l" t="t" r="r" b="b"/>
              <a:pathLst>
                <a:path w="107815" h="132900" extrusionOk="0">
                  <a:moveTo>
                    <a:pt x="53908" y="30499"/>
                  </a:moveTo>
                  <a:cubicBezTo>
                    <a:pt x="65243" y="30499"/>
                    <a:pt x="74444" y="39725"/>
                    <a:pt x="74444" y="51162"/>
                  </a:cubicBezTo>
                  <a:cubicBezTo>
                    <a:pt x="74444" y="62472"/>
                    <a:pt x="65243" y="71698"/>
                    <a:pt x="53908" y="71698"/>
                  </a:cubicBezTo>
                  <a:cubicBezTo>
                    <a:pt x="42572" y="71698"/>
                    <a:pt x="33372" y="62472"/>
                    <a:pt x="33372" y="51162"/>
                  </a:cubicBezTo>
                  <a:cubicBezTo>
                    <a:pt x="33372" y="39725"/>
                    <a:pt x="42572" y="30499"/>
                    <a:pt x="53908" y="30499"/>
                  </a:cubicBezTo>
                  <a:close/>
                  <a:moveTo>
                    <a:pt x="53908" y="0"/>
                  </a:moveTo>
                  <a:cubicBezTo>
                    <a:pt x="24146" y="0"/>
                    <a:pt x="1" y="24145"/>
                    <a:pt x="1" y="53907"/>
                  </a:cubicBezTo>
                  <a:cubicBezTo>
                    <a:pt x="1" y="72867"/>
                    <a:pt x="9125" y="89489"/>
                    <a:pt x="19800" y="102629"/>
                  </a:cubicBezTo>
                  <a:cubicBezTo>
                    <a:pt x="35176" y="121462"/>
                    <a:pt x="53908" y="132899"/>
                    <a:pt x="53908" y="132899"/>
                  </a:cubicBezTo>
                  <a:cubicBezTo>
                    <a:pt x="53908" y="132899"/>
                    <a:pt x="107815" y="101460"/>
                    <a:pt x="107815" y="53907"/>
                  </a:cubicBezTo>
                  <a:cubicBezTo>
                    <a:pt x="107815" y="49993"/>
                    <a:pt x="107383" y="46282"/>
                    <a:pt x="106646" y="42571"/>
                  </a:cubicBezTo>
                  <a:cubicBezTo>
                    <a:pt x="101461" y="18223"/>
                    <a:pt x="79857" y="0"/>
                    <a:pt x="5390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9" name="Google Shape;1579;p20"/>
            <p:cNvSpPr/>
            <p:nvPr/>
          </p:nvSpPr>
          <p:spPr>
            <a:xfrm>
              <a:off x="8244307" y="4050570"/>
              <a:ext cx="257600" cy="463150"/>
            </a:xfrm>
            <a:custGeom>
              <a:avLst/>
              <a:gdLst/>
              <a:ahLst/>
              <a:cxnLst/>
              <a:rect l="l" t="t" r="r" b="b"/>
              <a:pathLst>
                <a:path w="10304" h="18526" extrusionOk="0">
                  <a:moveTo>
                    <a:pt x="10304" y="569"/>
                  </a:moveTo>
                  <a:cubicBezTo>
                    <a:pt x="10352" y="391"/>
                    <a:pt x="7780" y="-157"/>
                    <a:pt x="6521" y="43"/>
                  </a:cubicBezTo>
                  <a:cubicBezTo>
                    <a:pt x="5262" y="243"/>
                    <a:pt x="3802" y="856"/>
                    <a:pt x="2749" y="1767"/>
                  </a:cubicBezTo>
                  <a:cubicBezTo>
                    <a:pt x="1697" y="2678"/>
                    <a:pt x="575" y="4056"/>
                    <a:pt x="206" y="5509"/>
                  </a:cubicBezTo>
                  <a:cubicBezTo>
                    <a:pt x="-163" y="6962"/>
                    <a:pt x="-24" y="8869"/>
                    <a:pt x="533" y="10485"/>
                  </a:cubicBezTo>
                  <a:cubicBezTo>
                    <a:pt x="1090" y="12102"/>
                    <a:pt x="2383" y="13868"/>
                    <a:pt x="3548" y="15208"/>
                  </a:cubicBezTo>
                  <a:cubicBezTo>
                    <a:pt x="4713" y="16548"/>
                    <a:pt x="7296" y="18466"/>
                    <a:pt x="7523" y="18525"/>
                  </a:cubicBezTo>
                  <a:cubicBezTo>
                    <a:pt x="7750" y="18584"/>
                    <a:pt x="5678" y="16542"/>
                    <a:pt x="4908" y="15561"/>
                  </a:cubicBezTo>
                  <a:cubicBezTo>
                    <a:pt x="4138" y="14580"/>
                    <a:pt x="3455" y="13897"/>
                    <a:pt x="2903" y="12640"/>
                  </a:cubicBezTo>
                  <a:cubicBezTo>
                    <a:pt x="2351" y="11383"/>
                    <a:pt x="1592" y="9536"/>
                    <a:pt x="1595" y="8020"/>
                  </a:cubicBezTo>
                  <a:cubicBezTo>
                    <a:pt x="1598" y="6504"/>
                    <a:pt x="2149" y="4697"/>
                    <a:pt x="2922" y="3546"/>
                  </a:cubicBezTo>
                  <a:cubicBezTo>
                    <a:pt x="3696" y="2395"/>
                    <a:pt x="5006" y="1609"/>
                    <a:pt x="6236" y="1113"/>
                  </a:cubicBezTo>
                  <a:cubicBezTo>
                    <a:pt x="7466" y="617"/>
                    <a:pt x="10257" y="747"/>
                    <a:pt x="10304" y="569"/>
                  </a:cubicBezTo>
                  <a:close/>
                </a:path>
              </a:pathLst>
            </a:custGeom>
            <a:solidFill>
              <a:srgbClr val="8162A7">
                <a:alpha val="45910"/>
              </a:srgbClr>
            </a:solidFill>
            <a:ln>
              <a:noFill/>
            </a:ln>
          </p:spPr>
        </p:sp>
      </p:gr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Title only 2">
  <p:cSld name="CUSTOM_12_1">
    <p:spTree>
      <p:nvGrpSpPr>
        <p:cNvPr id="1" name="Shape 1580"/>
        <p:cNvGrpSpPr/>
        <p:nvPr/>
      </p:nvGrpSpPr>
      <p:grpSpPr>
        <a:xfrm>
          <a:off x="0" y="0"/>
          <a:ext cx="0" cy="0"/>
          <a:chOff x="0" y="0"/>
          <a:chExt cx="0" cy="0"/>
        </a:xfrm>
      </p:grpSpPr>
      <p:grpSp>
        <p:nvGrpSpPr>
          <p:cNvPr id="1581" name="Google Shape;1581;p21"/>
          <p:cNvGrpSpPr/>
          <p:nvPr/>
        </p:nvGrpSpPr>
        <p:grpSpPr>
          <a:xfrm rot="10800000">
            <a:off x="-3430655" y="-422663"/>
            <a:ext cx="4143889" cy="6604850"/>
            <a:chOff x="1336575" y="1389950"/>
            <a:chExt cx="1583450" cy="2523825"/>
          </a:xfrm>
        </p:grpSpPr>
        <p:sp>
          <p:nvSpPr>
            <p:cNvPr id="1582" name="Google Shape;1582;p21"/>
            <p:cNvSpPr/>
            <p:nvPr/>
          </p:nvSpPr>
          <p:spPr>
            <a:xfrm>
              <a:off x="1336575" y="1389950"/>
              <a:ext cx="1583450" cy="2523825"/>
            </a:xfrm>
            <a:custGeom>
              <a:avLst/>
              <a:gdLst/>
              <a:ahLst/>
              <a:cxnLst/>
              <a:rect l="l" t="t" r="r" b="b"/>
              <a:pathLst>
                <a:path w="63338" h="100953" extrusionOk="0">
                  <a:moveTo>
                    <a:pt x="1" y="1"/>
                  </a:moveTo>
                  <a:lnTo>
                    <a:pt x="1" y="45116"/>
                  </a:lnTo>
                  <a:cubicBezTo>
                    <a:pt x="1" y="48401"/>
                    <a:pt x="1340" y="50320"/>
                    <a:pt x="2470" y="51366"/>
                  </a:cubicBezTo>
                  <a:cubicBezTo>
                    <a:pt x="4773" y="53543"/>
                    <a:pt x="7793" y="53571"/>
                    <a:pt x="8519" y="53571"/>
                  </a:cubicBezTo>
                  <a:lnTo>
                    <a:pt x="54938" y="53571"/>
                  </a:lnTo>
                  <a:lnTo>
                    <a:pt x="55057" y="53543"/>
                  </a:lnTo>
                  <a:cubicBezTo>
                    <a:pt x="55378" y="53543"/>
                    <a:pt x="56222" y="53633"/>
                    <a:pt x="56682" y="54094"/>
                  </a:cubicBezTo>
                  <a:cubicBezTo>
                    <a:pt x="57003" y="54415"/>
                    <a:pt x="57177" y="55001"/>
                    <a:pt x="57177" y="55838"/>
                  </a:cubicBezTo>
                  <a:lnTo>
                    <a:pt x="57177" y="100953"/>
                  </a:lnTo>
                  <a:lnTo>
                    <a:pt x="63337" y="100953"/>
                  </a:lnTo>
                  <a:lnTo>
                    <a:pt x="63337" y="55838"/>
                  </a:lnTo>
                  <a:cubicBezTo>
                    <a:pt x="63337" y="52587"/>
                    <a:pt x="62005" y="50641"/>
                    <a:pt x="60868" y="49594"/>
                  </a:cubicBezTo>
                  <a:cubicBezTo>
                    <a:pt x="58783" y="47611"/>
                    <a:pt x="56100" y="47406"/>
                    <a:pt x="55082" y="47406"/>
                  </a:cubicBezTo>
                  <a:cubicBezTo>
                    <a:pt x="54979" y="47406"/>
                    <a:pt x="54893" y="47408"/>
                    <a:pt x="54826" y="47411"/>
                  </a:cubicBezTo>
                  <a:lnTo>
                    <a:pt x="8463" y="47411"/>
                  </a:lnTo>
                  <a:lnTo>
                    <a:pt x="8400" y="47383"/>
                  </a:lnTo>
                  <a:lnTo>
                    <a:pt x="8289" y="47411"/>
                  </a:lnTo>
                  <a:cubicBezTo>
                    <a:pt x="7968" y="47411"/>
                    <a:pt x="7124" y="47327"/>
                    <a:pt x="6656" y="46888"/>
                  </a:cubicBezTo>
                  <a:cubicBezTo>
                    <a:pt x="6342" y="46539"/>
                    <a:pt x="6168" y="45960"/>
                    <a:pt x="6168" y="45116"/>
                  </a:cubicBezTo>
                  <a:lnTo>
                    <a:pt x="6168" y="1"/>
                  </a:lnTo>
                  <a:close/>
                </a:path>
              </a:pathLst>
            </a:custGeom>
            <a:solidFill>
              <a:schemeClr val="accent5"/>
            </a:solidFill>
            <a:ln>
              <a:noFill/>
            </a:ln>
            <a:effectLst>
              <a:outerShdw dist="57150" dir="6300000" algn="bl" rotWithShape="0">
                <a:schemeClr val="dk1">
                  <a:alpha val="35000"/>
                </a:scheme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endParaRPr/>
            </a:p>
          </p:txBody>
        </p:sp>
        <p:sp>
          <p:nvSpPr>
            <p:cNvPr id="1583" name="Google Shape;1583;p21"/>
            <p:cNvSpPr/>
            <p:nvPr/>
          </p:nvSpPr>
          <p:spPr>
            <a:xfrm>
              <a:off x="2510150" y="2649325"/>
              <a:ext cx="11700" cy="5775"/>
            </a:xfrm>
            <a:custGeom>
              <a:avLst/>
              <a:gdLst/>
              <a:ahLst/>
              <a:cxnLst/>
              <a:rect l="l" t="t" r="r" b="b"/>
              <a:pathLst>
                <a:path w="468" h="231" extrusionOk="0">
                  <a:moveTo>
                    <a:pt x="0" y="1"/>
                  </a:moveTo>
                  <a:lnTo>
                    <a:pt x="0" y="231"/>
                  </a:lnTo>
                  <a:lnTo>
                    <a:pt x="468" y="231"/>
                  </a:lnTo>
                  <a:lnTo>
                    <a:pt x="46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4" name="Google Shape;1584;p21"/>
            <p:cNvSpPr/>
            <p:nvPr/>
          </p:nvSpPr>
          <p:spPr>
            <a:xfrm>
              <a:off x="1406350" y="1423450"/>
              <a:ext cx="1080625" cy="1231650"/>
            </a:xfrm>
            <a:custGeom>
              <a:avLst/>
              <a:gdLst/>
              <a:ahLst/>
              <a:cxnLst/>
              <a:rect l="l" t="t" r="r" b="b"/>
              <a:pathLst>
                <a:path w="43225" h="49266" extrusionOk="0">
                  <a:moveTo>
                    <a:pt x="0" y="0"/>
                  </a:moveTo>
                  <a:lnTo>
                    <a:pt x="0" y="928"/>
                  </a:lnTo>
                  <a:lnTo>
                    <a:pt x="238" y="928"/>
                  </a:lnTo>
                  <a:lnTo>
                    <a:pt x="238" y="0"/>
                  </a:lnTo>
                  <a:close/>
                  <a:moveTo>
                    <a:pt x="0" y="1863"/>
                  </a:moveTo>
                  <a:lnTo>
                    <a:pt x="0" y="2791"/>
                  </a:lnTo>
                  <a:lnTo>
                    <a:pt x="238" y="2791"/>
                  </a:lnTo>
                  <a:lnTo>
                    <a:pt x="238" y="1863"/>
                  </a:lnTo>
                  <a:close/>
                  <a:moveTo>
                    <a:pt x="0" y="3719"/>
                  </a:moveTo>
                  <a:lnTo>
                    <a:pt x="0" y="4653"/>
                  </a:lnTo>
                  <a:lnTo>
                    <a:pt x="238" y="4653"/>
                  </a:lnTo>
                  <a:lnTo>
                    <a:pt x="238" y="3719"/>
                  </a:lnTo>
                  <a:close/>
                  <a:moveTo>
                    <a:pt x="0" y="5581"/>
                  </a:moveTo>
                  <a:lnTo>
                    <a:pt x="0" y="6509"/>
                  </a:lnTo>
                  <a:lnTo>
                    <a:pt x="238" y="6509"/>
                  </a:lnTo>
                  <a:lnTo>
                    <a:pt x="238" y="5581"/>
                  </a:lnTo>
                  <a:close/>
                  <a:moveTo>
                    <a:pt x="0" y="7444"/>
                  </a:moveTo>
                  <a:lnTo>
                    <a:pt x="0" y="8372"/>
                  </a:lnTo>
                  <a:lnTo>
                    <a:pt x="238" y="8372"/>
                  </a:lnTo>
                  <a:lnTo>
                    <a:pt x="238" y="7444"/>
                  </a:lnTo>
                  <a:close/>
                  <a:moveTo>
                    <a:pt x="0" y="9300"/>
                  </a:moveTo>
                  <a:lnTo>
                    <a:pt x="0" y="10234"/>
                  </a:lnTo>
                  <a:lnTo>
                    <a:pt x="238" y="10234"/>
                  </a:lnTo>
                  <a:lnTo>
                    <a:pt x="238" y="9300"/>
                  </a:lnTo>
                  <a:close/>
                  <a:moveTo>
                    <a:pt x="0" y="11162"/>
                  </a:moveTo>
                  <a:lnTo>
                    <a:pt x="0" y="12090"/>
                  </a:lnTo>
                  <a:lnTo>
                    <a:pt x="238" y="12090"/>
                  </a:lnTo>
                  <a:lnTo>
                    <a:pt x="238" y="11162"/>
                  </a:lnTo>
                  <a:close/>
                  <a:moveTo>
                    <a:pt x="0" y="13025"/>
                  </a:moveTo>
                  <a:lnTo>
                    <a:pt x="0" y="13953"/>
                  </a:lnTo>
                  <a:lnTo>
                    <a:pt x="238" y="13953"/>
                  </a:lnTo>
                  <a:lnTo>
                    <a:pt x="238" y="13025"/>
                  </a:lnTo>
                  <a:close/>
                  <a:moveTo>
                    <a:pt x="0" y="14880"/>
                  </a:moveTo>
                  <a:lnTo>
                    <a:pt x="0" y="15815"/>
                  </a:lnTo>
                  <a:lnTo>
                    <a:pt x="238" y="15815"/>
                  </a:lnTo>
                  <a:lnTo>
                    <a:pt x="238" y="14880"/>
                  </a:lnTo>
                  <a:close/>
                  <a:moveTo>
                    <a:pt x="0" y="16743"/>
                  </a:moveTo>
                  <a:lnTo>
                    <a:pt x="0" y="17671"/>
                  </a:lnTo>
                  <a:lnTo>
                    <a:pt x="238" y="17671"/>
                  </a:lnTo>
                  <a:lnTo>
                    <a:pt x="238" y="16743"/>
                  </a:lnTo>
                  <a:close/>
                  <a:moveTo>
                    <a:pt x="0" y="18606"/>
                  </a:moveTo>
                  <a:lnTo>
                    <a:pt x="0" y="19534"/>
                  </a:lnTo>
                  <a:lnTo>
                    <a:pt x="238" y="19534"/>
                  </a:lnTo>
                  <a:lnTo>
                    <a:pt x="238" y="18606"/>
                  </a:lnTo>
                  <a:close/>
                  <a:moveTo>
                    <a:pt x="0" y="20461"/>
                  </a:moveTo>
                  <a:lnTo>
                    <a:pt x="0" y="21396"/>
                  </a:lnTo>
                  <a:lnTo>
                    <a:pt x="238" y="21396"/>
                  </a:lnTo>
                  <a:lnTo>
                    <a:pt x="238" y="20461"/>
                  </a:lnTo>
                  <a:close/>
                  <a:moveTo>
                    <a:pt x="0" y="22324"/>
                  </a:moveTo>
                  <a:lnTo>
                    <a:pt x="0" y="23252"/>
                  </a:lnTo>
                  <a:lnTo>
                    <a:pt x="238" y="23252"/>
                  </a:lnTo>
                  <a:lnTo>
                    <a:pt x="238" y="22324"/>
                  </a:lnTo>
                  <a:close/>
                  <a:moveTo>
                    <a:pt x="0" y="24187"/>
                  </a:moveTo>
                  <a:lnTo>
                    <a:pt x="0" y="25114"/>
                  </a:lnTo>
                  <a:lnTo>
                    <a:pt x="238" y="25114"/>
                  </a:lnTo>
                  <a:lnTo>
                    <a:pt x="238" y="24187"/>
                  </a:lnTo>
                  <a:close/>
                  <a:moveTo>
                    <a:pt x="0" y="26014"/>
                  </a:moveTo>
                  <a:lnTo>
                    <a:pt x="0" y="26942"/>
                  </a:lnTo>
                  <a:lnTo>
                    <a:pt x="238" y="26942"/>
                  </a:lnTo>
                  <a:lnTo>
                    <a:pt x="238" y="26014"/>
                  </a:lnTo>
                  <a:close/>
                  <a:moveTo>
                    <a:pt x="0" y="27877"/>
                  </a:moveTo>
                  <a:lnTo>
                    <a:pt x="0" y="28805"/>
                  </a:lnTo>
                  <a:lnTo>
                    <a:pt x="238" y="28805"/>
                  </a:lnTo>
                  <a:lnTo>
                    <a:pt x="238" y="27877"/>
                  </a:lnTo>
                  <a:close/>
                  <a:moveTo>
                    <a:pt x="0" y="29733"/>
                  </a:moveTo>
                  <a:lnTo>
                    <a:pt x="0" y="30667"/>
                  </a:lnTo>
                  <a:lnTo>
                    <a:pt x="238" y="30667"/>
                  </a:lnTo>
                  <a:lnTo>
                    <a:pt x="238" y="29733"/>
                  </a:lnTo>
                  <a:close/>
                  <a:moveTo>
                    <a:pt x="0" y="31595"/>
                  </a:moveTo>
                  <a:lnTo>
                    <a:pt x="0" y="32523"/>
                  </a:lnTo>
                  <a:lnTo>
                    <a:pt x="238" y="32523"/>
                  </a:lnTo>
                  <a:lnTo>
                    <a:pt x="238" y="31595"/>
                  </a:lnTo>
                  <a:close/>
                  <a:moveTo>
                    <a:pt x="0" y="33458"/>
                  </a:moveTo>
                  <a:lnTo>
                    <a:pt x="0" y="34386"/>
                  </a:lnTo>
                  <a:lnTo>
                    <a:pt x="238" y="34386"/>
                  </a:lnTo>
                  <a:lnTo>
                    <a:pt x="238" y="33458"/>
                  </a:lnTo>
                  <a:close/>
                  <a:moveTo>
                    <a:pt x="0" y="35314"/>
                  </a:moveTo>
                  <a:lnTo>
                    <a:pt x="0" y="36248"/>
                  </a:lnTo>
                  <a:lnTo>
                    <a:pt x="238" y="36248"/>
                  </a:lnTo>
                  <a:lnTo>
                    <a:pt x="238" y="35314"/>
                  </a:lnTo>
                  <a:close/>
                  <a:moveTo>
                    <a:pt x="0" y="37176"/>
                  </a:moveTo>
                  <a:lnTo>
                    <a:pt x="0" y="38104"/>
                  </a:lnTo>
                  <a:lnTo>
                    <a:pt x="238" y="38104"/>
                  </a:lnTo>
                  <a:lnTo>
                    <a:pt x="238" y="37176"/>
                  </a:lnTo>
                  <a:close/>
                  <a:moveTo>
                    <a:pt x="0" y="39039"/>
                  </a:moveTo>
                  <a:lnTo>
                    <a:pt x="0" y="39967"/>
                  </a:lnTo>
                  <a:lnTo>
                    <a:pt x="238" y="39967"/>
                  </a:lnTo>
                  <a:lnTo>
                    <a:pt x="238" y="39039"/>
                  </a:lnTo>
                  <a:close/>
                  <a:moveTo>
                    <a:pt x="0" y="40894"/>
                  </a:moveTo>
                  <a:lnTo>
                    <a:pt x="0" y="41829"/>
                  </a:lnTo>
                  <a:lnTo>
                    <a:pt x="238" y="41829"/>
                  </a:lnTo>
                  <a:lnTo>
                    <a:pt x="238" y="40894"/>
                  </a:lnTo>
                  <a:close/>
                  <a:moveTo>
                    <a:pt x="0" y="42757"/>
                  </a:moveTo>
                  <a:lnTo>
                    <a:pt x="0" y="43720"/>
                  </a:lnTo>
                  <a:lnTo>
                    <a:pt x="238" y="43720"/>
                  </a:lnTo>
                  <a:lnTo>
                    <a:pt x="238" y="42757"/>
                  </a:lnTo>
                  <a:close/>
                  <a:moveTo>
                    <a:pt x="293" y="44620"/>
                  </a:moveTo>
                  <a:lnTo>
                    <a:pt x="63" y="44648"/>
                  </a:lnTo>
                  <a:cubicBezTo>
                    <a:pt x="91" y="44969"/>
                    <a:pt x="147" y="45289"/>
                    <a:pt x="203" y="45575"/>
                  </a:cubicBezTo>
                  <a:lnTo>
                    <a:pt x="440" y="45520"/>
                  </a:lnTo>
                  <a:cubicBezTo>
                    <a:pt x="377" y="45227"/>
                    <a:pt x="321" y="44941"/>
                    <a:pt x="293" y="44620"/>
                  </a:cubicBezTo>
                  <a:close/>
                  <a:moveTo>
                    <a:pt x="726" y="46364"/>
                  </a:moveTo>
                  <a:lnTo>
                    <a:pt x="524" y="46475"/>
                  </a:lnTo>
                  <a:cubicBezTo>
                    <a:pt x="670" y="46768"/>
                    <a:pt x="817" y="47033"/>
                    <a:pt x="991" y="47292"/>
                  </a:cubicBezTo>
                  <a:lnTo>
                    <a:pt x="1193" y="47145"/>
                  </a:lnTo>
                  <a:cubicBezTo>
                    <a:pt x="1019" y="46915"/>
                    <a:pt x="872" y="46650"/>
                    <a:pt x="726" y="46364"/>
                  </a:cubicBezTo>
                  <a:close/>
                  <a:moveTo>
                    <a:pt x="1807" y="47815"/>
                  </a:moveTo>
                  <a:lnTo>
                    <a:pt x="1661" y="47989"/>
                  </a:lnTo>
                  <a:cubicBezTo>
                    <a:pt x="1891" y="48192"/>
                    <a:pt x="2156" y="48366"/>
                    <a:pt x="2414" y="48540"/>
                  </a:cubicBezTo>
                  <a:lnTo>
                    <a:pt x="2533" y="48338"/>
                  </a:lnTo>
                  <a:cubicBezTo>
                    <a:pt x="2268" y="48192"/>
                    <a:pt x="2037" y="48017"/>
                    <a:pt x="1807" y="47815"/>
                  </a:cubicBezTo>
                  <a:close/>
                  <a:moveTo>
                    <a:pt x="3377" y="48687"/>
                  </a:moveTo>
                  <a:lnTo>
                    <a:pt x="3286" y="48917"/>
                  </a:lnTo>
                  <a:cubicBezTo>
                    <a:pt x="3579" y="49008"/>
                    <a:pt x="3900" y="49091"/>
                    <a:pt x="4214" y="49154"/>
                  </a:cubicBezTo>
                  <a:lnTo>
                    <a:pt x="4249" y="48917"/>
                  </a:lnTo>
                  <a:cubicBezTo>
                    <a:pt x="3956" y="48861"/>
                    <a:pt x="3635" y="48805"/>
                    <a:pt x="3377" y="48687"/>
                  </a:cubicBezTo>
                  <a:close/>
                  <a:moveTo>
                    <a:pt x="5149" y="49036"/>
                  </a:moveTo>
                  <a:lnTo>
                    <a:pt x="5149" y="49266"/>
                  </a:lnTo>
                  <a:lnTo>
                    <a:pt x="6077" y="49266"/>
                  </a:lnTo>
                  <a:lnTo>
                    <a:pt x="6077" y="49036"/>
                  </a:lnTo>
                  <a:close/>
                  <a:moveTo>
                    <a:pt x="7004" y="49036"/>
                  </a:moveTo>
                  <a:lnTo>
                    <a:pt x="7004" y="49266"/>
                  </a:lnTo>
                  <a:lnTo>
                    <a:pt x="7939" y="49266"/>
                  </a:lnTo>
                  <a:lnTo>
                    <a:pt x="7939" y="49036"/>
                  </a:lnTo>
                  <a:close/>
                  <a:moveTo>
                    <a:pt x="8867" y="49036"/>
                  </a:moveTo>
                  <a:lnTo>
                    <a:pt x="8867" y="49266"/>
                  </a:lnTo>
                  <a:lnTo>
                    <a:pt x="9795" y="49266"/>
                  </a:lnTo>
                  <a:lnTo>
                    <a:pt x="9795" y="49036"/>
                  </a:lnTo>
                  <a:close/>
                  <a:moveTo>
                    <a:pt x="10730" y="49036"/>
                  </a:moveTo>
                  <a:lnTo>
                    <a:pt x="10730" y="49266"/>
                  </a:lnTo>
                  <a:lnTo>
                    <a:pt x="11658" y="49266"/>
                  </a:lnTo>
                  <a:lnTo>
                    <a:pt x="11658" y="49036"/>
                  </a:lnTo>
                  <a:close/>
                  <a:moveTo>
                    <a:pt x="12585" y="49036"/>
                  </a:moveTo>
                  <a:lnTo>
                    <a:pt x="12585" y="49266"/>
                  </a:lnTo>
                  <a:lnTo>
                    <a:pt x="13520" y="49266"/>
                  </a:lnTo>
                  <a:lnTo>
                    <a:pt x="13520" y="49036"/>
                  </a:lnTo>
                  <a:close/>
                  <a:moveTo>
                    <a:pt x="14448" y="49036"/>
                  </a:moveTo>
                  <a:lnTo>
                    <a:pt x="14448" y="49266"/>
                  </a:lnTo>
                  <a:lnTo>
                    <a:pt x="15376" y="49266"/>
                  </a:lnTo>
                  <a:lnTo>
                    <a:pt x="15376" y="49036"/>
                  </a:lnTo>
                  <a:close/>
                  <a:moveTo>
                    <a:pt x="16283" y="49036"/>
                  </a:moveTo>
                  <a:lnTo>
                    <a:pt x="16283" y="49266"/>
                  </a:lnTo>
                  <a:lnTo>
                    <a:pt x="17211" y="49266"/>
                  </a:lnTo>
                  <a:lnTo>
                    <a:pt x="17211" y="49036"/>
                  </a:lnTo>
                  <a:close/>
                  <a:moveTo>
                    <a:pt x="18138" y="49036"/>
                  </a:moveTo>
                  <a:lnTo>
                    <a:pt x="18138" y="49266"/>
                  </a:lnTo>
                  <a:lnTo>
                    <a:pt x="19073" y="49266"/>
                  </a:lnTo>
                  <a:lnTo>
                    <a:pt x="19073" y="49036"/>
                  </a:lnTo>
                  <a:close/>
                  <a:moveTo>
                    <a:pt x="20001" y="49036"/>
                  </a:moveTo>
                  <a:lnTo>
                    <a:pt x="20001" y="49266"/>
                  </a:lnTo>
                  <a:lnTo>
                    <a:pt x="20929" y="49266"/>
                  </a:lnTo>
                  <a:lnTo>
                    <a:pt x="20929" y="49036"/>
                  </a:lnTo>
                  <a:close/>
                  <a:moveTo>
                    <a:pt x="21864" y="49036"/>
                  </a:moveTo>
                  <a:lnTo>
                    <a:pt x="21864" y="49266"/>
                  </a:lnTo>
                  <a:lnTo>
                    <a:pt x="22791" y="49266"/>
                  </a:lnTo>
                  <a:lnTo>
                    <a:pt x="22791" y="49036"/>
                  </a:lnTo>
                  <a:close/>
                  <a:moveTo>
                    <a:pt x="23719" y="49036"/>
                  </a:moveTo>
                  <a:lnTo>
                    <a:pt x="23719" y="49266"/>
                  </a:lnTo>
                  <a:lnTo>
                    <a:pt x="24654" y="49266"/>
                  </a:lnTo>
                  <a:lnTo>
                    <a:pt x="24654" y="49036"/>
                  </a:lnTo>
                  <a:close/>
                  <a:moveTo>
                    <a:pt x="25582" y="49036"/>
                  </a:moveTo>
                  <a:lnTo>
                    <a:pt x="25582" y="49266"/>
                  </a:lnTo>
                  <a:lnTo>
                    <a:pt x="26510" y="49266"/>
                  </a:lnTo>
                  <a:lnTo>
                    <a:pt x="26510" y="49036"/>
                  </a:lnTo>
                  <a:close/>
                  <a:moveTo>
                    <a:pt x="27445" y="49036"/>
                  </a:moveTo>
                  <a:lnTo>
                    <a:pt x="27445" y="49266"/>
                  </a:lnTo>
                  <a:lnTo>
                    <a:pt x="28372" y="49266"/>
                  </a:lnTo>
                  <a:lnTo>
                    <a:pt x="28372" y="49036"/>
                  </a:lnTo>
                  <a:close/>
                  <a:moveTo>
                    <a:pt x="29300" y="49036"/>
                  </a:moveTo>
                  <a:lnTo>
                    <a:pt x="29300" y="49266"/>
                  </a:lnTo>
                  <a:lnTo>
                    <a:pt x="30235" y="49266"/>
                  </a:lnTo>
                  <a:lnTo>
                    <a:pt x="30235" y="49036"/>
                  </a:lnTo>
                  <a:close/>
                  <a:moveTo>
                    <a:pt x="31163" y="49036"/>
                  </a:moveTo>
                  <a:lnTo>
                    <a:pt x="31163" y="49266"/>
                  </a:lnTo>
                  <a:lnTo>
                    <a:pt x="32063" y="49266"/>
                  </a:lnTo>
                  <a:lnTo>
                    <a:pt x="32063" y="49036"/>
                  </a:lnTo>
                  <a:close/>
                  <a:moveTo>
                    <a:pt x="32991" y="49036"/>
                  </a:moveTo>
                  <a:lnTo>
                    <a:pt x="32991" y="49266"/>
                  </a:lnTo>
                  <a:lnTo>
                    <a:pt x="33925" y="49266"/>
                  </a:lnTo>
                  <a:lnTo>
                    <a:pt x="33925" y="49036"/>
                  </a:lnTo>
                  <a:close/>
                  <a:moveTo>
                    <a:pt x="34853" y="49036"/>
                  </a:moveTo>
                  <a:lnTo>
                    <a:pt x="34853" y="49266"/>
                  </a:lnTo>
                  <a:lnTo>
                    <a:pt x="35781" y="49266"/>
                  </a:lnTo>
                  <a:lnTo>
                    <a:pt x="35781" y="49036"/>
                  </a:lnTo>
                  <a:close/>
                  <a:moveTo>
                    <a:pt x="36716" y="49036"/>
                  </a:moveTo>
                  <a:lnTo>
                    <a:pt x="36716" y="49266"/>
                  </a:lnTo>
                  <a:lnTo>
                    <a:pt x="37644" y="49266"/>
                  </a:lnTo>
                  <a:lnTo>
                    <a:pt x="37644" y="49036"/>
                  </a:lnTo>
                  <a:close/>
                  <a:moveTo>
                    <a:pt x="38571" y="49036"/>
                  </a:moveTo>
                  <a:lnTo>
                    <a:pt x="38571" y="49266"/>
                  </a:lnTo>
                  <a:lnTo>
                    <a:pt x="39506" y="49266"/>
                  </a:lnTo>
                  <a:lnTo>
                    <a:pt x="39506" y="49036"/>
                  </a:lnTo>
                  <a:close/>
                  <a:moveTo>
                    <a:pt x="40434" y="49036"/>
                  </a:moveTo>
                  <a:lnTo>
                    <a:pt x="40434" y="49266"/>
                  </a:lnTo>
                  <a:lnTo>
                    <a:pt x="41362" y="49266"/>
                  </a:lnTo>
                  <a:lnTo>
                    <a:pt x="41362" y="49036"/>
                  </a:lnTo>
                  <a:close/>
                  <a:moveTo>
                    <a:pt x="42297" y="49036"/>
                  </a:moveTo>
                  <a:lnTo>
                    <a:pt x="42297" y="49266"/>
                  </a:lnTo>
                  <a:lnTo>
                    <a:pt x="43225" y="49266"/>
                  </a:lnTo>
                  <a:lnTo>
                    <a:pt x="43225" y="49036"/>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5" name="Google Shape;1585;p21"/>
            <p:cNvSpPr/>
            <p:nvPr/>
          </p:nvSpPr>
          <p:spPr>
            <a:xfrm>
              <a:off x="1406350" y="1389950"/>
              <a:ext cx="5950" cy="11725"/>
            </a:xfrm>
            <a:custGeom>
              <a:avLst/>
              <a:gdLst/>
              <a:ahLst/>
              <a:cxnLst/>
              <a:rect l="l" t="t" r="r" b="b"/>
              <a:pathLst>
                <a:path w="238" h="469" extrusionOk="0">
                  <a:moveTo>
                    <a:pt x="0" y="1"/>
                  </a:moveTo>
                  <a:lnTo>
                    <a:pt x="0" y="468"/>
                  </a:lnTo>
                  <a:lnTo>
                    <a:pt x="238" y="468"/>
                  </a:lnTo>
                  <a:lnTo>
                    <a:pt x="23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6" name="Google Shape;1586;p21"/>
            <p:cNvSpPr/>
            <p:nvPr/>
          </p:nvSpPr>
          <p:spPr>
            <a:xfrm>
              <a:off x="2841525" y="3857075"/>
              <a:ext cx="5950" cy="24100"/>
            </a:xfrm>
            <a:custGeom>
              <a:avLst/>
              <a:gdLst/>
              <a:ahLst/>
              <a:cxnLst/>
              <a:rect l="l" t="t" r="r" b="b"/>
              <a:pathLst>
                <a:path w="238" h="964" extrusionOk="0">
                  <a:moveTo>
                    <a:pt x="0" y="0"/>
                  </a:moveTo>
                  <a:lnTo>
                    <a:pt x="0" y="963"/>
                  </a:lnTo>
                  <a:lnTo>
                    <a:pt x="237" y="963"/>
                  </a:lnTo>
                  <a:lnTo>
                    <a:pt x="237"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7" name="Google Shape;1587;p21"/>
            <p:cNvSpPr/>
            <p:nvPr/>
          </p:nvSpPr>
          <p:spPr>
            <a:xfrm>
              <a:off x="2841525" y="3810500"/>
              <a:ext cx="5950" cy="23400"/>
            </a:xfrm>
            <a:custGeom>
              <a:avLst/>
              <a:gdLst/>
              <a:ahLst/>
              <a:cxnLst/>
              <a:rect l="l" t="t" r="r" b="b"/>
              <a:pathLst>
                <a:path w="238" h="936" extrusionOk="0">
                  <a:moveTo>
                    <a:pt x="0" y="1"/>
                  </a:moveTo>
                  <a:lnTo>
                    <a:pt x="0" y="936"/>
                  </a:lnTo>
                  <a:lnTo>
                    <a:pt x="237" y="936"/>
                  </a:lnTo>
                  <a:lnTo>
                    <a:pt x="237"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8" name="Google Shape;1588;p21"/>
            <p:cNvSpPr/>
            <p:nvPr/>
          </p:nvSpPr>
          <p:spPr>
            <a:xfrm>
              <a:off x="2836450" y="2740900"/>
              <a:ext cx="10325" cy="24075"/>
            </a:xfrm>
            <a:custGeom>
              <a:avLst/>
              <a:gdLst/>
              <a:ahLst/>
              <a:cxnLst/>
              <a:rect l="l" t="t" r="r" b="b"/>
              <a:pathLst>
                <a:path w="413" h="963" extrusionOk="0">
                  <a:moveTo>
                    <a:pt x="238" y="0"/>
                  </a:moveTo>
                  <a:lnTo>
                    <a:pt x="1" y="56"/>
                  </a:lnTo>
                  <a:cubicBezTo>
                    <a:pt x="91" y="349"/>
                    <a:pt x="147" y="642"/>
                    <a:pt x="175" y="963"/>
                  </a:cubicBezTo>
                  <a:lnTo>
                    <a:pt x="412" y="928"/>
                  </a:lnTo>
                  <a:cubicBezTo>
                    <a:pt x="350" y="614"/>
                    <a:pt x="322" y="293"/>
                    <a:pt x="238"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9" name="Google Shape;1589;p21"/>
            <p:cNvSpPr/>
            <p:nvPr/>
          </p:nvSpPr>
          <p:spPr>
            <a:xfrm>
              <a:off x="2841525" y="3717550"/>
              <a:ext cx="5950" cy="23225"/>
            </a:xfrm>
            <a:custGeom>
              <a:avLst/>
              <a:gdLst/>
              <a:ahLst/>
              <a:cxnLst/>
              <a:rect l="l" t="t" r="r" b="b"/>
              <a:pathLst>
                <a:path w="238" h="929" extrusionOk="0">
                  <a:moveTo>
                    <a:pt x="0" y="1"/>
                  </a:moveTo>
                  <a:lnTo>
                    <a:pt x="0" y="928"/>
                  </a:lnTo>
                  <a:lnTo>
                    <a:pt x="237" y="928"/>
                  </a:lnTo>
                  <a:lnTo>
                    <a:pt x="237"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0" name="Google Shape;1590;p21"/>
            <p:cNvSpPr/>
            <p:nvPr/>
          </p:nvSpPr>
          <p:spPr>
            <a:xfrm>
              <a:off x="2841525" y="3624600"/>
              <a:ext cx="5950" cy="23225"/>
            </a:xfrm>
            <a:custGeom>
              <a:avLst/>
              <a:gdLst/>
              <a:ahLst/>
              <a:cxnLst/>
              <a:rect l="l" t="t" r="r" b="b"/>
              <a:pathLst>
                <a:path w="238" h="929" extrusionOk="0">
                  <a:moveTo>
                    <a:pt x="0" y="0"/>
                  </a:moveTo>
                  <a:lnTo>
                    <a:pt x="0" y="928"/>
                  </a:lnTo>
                  <a:lnTo>
                    <a:pt x="237" y="928"/>
                  </a:lnTo>
                  <a:lnTo>
                    <a:pt x="237"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1" name="Google Shape;1591;p21"/>
            <p:cNvSpPr/>
            <p:nvPr/>
          </p:nvSpPr>
          <p:spPr>
            <a:xfrm>
              <a:off x="2841525" y="3578025"/>
              <a:ext cx="5950" cy="23225"/>
            </a:xfrm>
            <a:custGeom>
              <a:avLst/>
              <a:gdLst/>
              <a:ahLst/>
              <a:cxnLst/>
              <a:rect l="l" t="t" r="r" b="b"/>
              <a:pathLst>
                <a:path w="238" h="929" extrusionOk="0">
                  <a:moveTo>
                    <a:pt x="0" y="1"/>
                  </a:moveTo>
                  <a:lnTo>
                    <a:pt x="0" y="928"/>
                  </a:lnTo>
                  <a:lnTo>
                    <a:pt x="237" y="928"/>
                  </a:lnTo>
                  <a:lnTo>
                    <a:pt x="237"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2" name="Google Shape;1592;p21"/>
            <p:cNvSpPr/>
            <p:nvPr/>
          </p:nvSpPr>
          <p:spPr>
            <a:xfrm>
              <a:off x="2841525" y="3764125"/>
              <a:ext cx="5950" cy="23200"/>
            </a:xfrm>
            <a:custGeom>
              <a:avLst/>
              <a:gdLst/>
              <a:ahLst/>
              <a:cxnLst/>
              <a:rect l="l" t="t" r="r" b="b"/>
              <a:pathLst>
                <a:path w="238" h="928" extrusionOk="0">
                  <a:moveTo>
                    <a:pt x="0" y="0"/>
                  </a:moveTo>
                  <a:lnTo>
                    <a:pt x="0" y="928"/>
                  </a:lnTo>
                  <a:lnTo>
                    <a:pt x="237" y="928"/>
                  </a:lnTo>
                  <a:lnTo>
                    <a:pt x="237"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3" name="Google Shape;1593;p21"/>
            <p:cNvSpPr/>
            <p:nvPr/>
          </p:nvSpPr>
          <p:spPr>
            <a:xfrm>
              <a:off x="2817625" y="2697975"/>
              <a:ext cx="16775" cy="23400"/>
            </a:xfrm>
            <a:custGeom>
              <a:avLst/>
              <a:gdLst/>
              <a:ahLst/>
              <a:cxnLst/>
              <a:rect l="l" t="t" r="r" b="b"/>
              <a:pathLst>
                <a:path w="671" h="936" extrusionOk="0">
                  <a:moveTo>
                    <a:pt x="203" y="1"/>
                  </a:moveTo>
                  <a:lnTo>
                    <a:pt x="0" y="147"/>
                  </a:lnTo>
                  <a:cubicBezTo>
                    <a:pt x="175" y="378"/>
                    <a:pt x="349" y="643"/>
                    <a:pt x="468" y="936"/>
                  </a:cubicBezTo>
                  <a:lnTo>
                    <a:pt x="670" y="845"/>
                  </a:lnTo>
                  <a:cubicBezTo>
                    <a:pt x="551" y="552"/>
                    <a:pt x="377" y="266"/>
                    <a:pt x="203"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4" name="Google Shape;1594;p21"/>
            <p:cNvSpPr/>
            <p:nvPr/>
          </p:nvSpPr>
          <p:spPr>
            <a:xfrm>
              <a:off x="2841525" y="3670975"/>
              <a:ext cx="5950" cy="23400"/>
            </a:xfrm>
            <a:custGeom>
              <a:avLst/>
              <a:gdLst/>
              <a:ahLst/>
              <a:cxnLst/>
              <a:rect l="l" t="t" r="r" b="b"/>
              <a:pathLst>
                <a:path w="238" h="936" extrusionOk="0">
                  <a:moveTo>
                    <a:pt x="0" y="1"/>
                  </a:moveTo>
                  <a:lnTo>
                    <a:pt x="0" y="936"/>
                  </a:lnTo>
                  <a:lnTo>
                    <a:pt x="237" y="936"/>
                  </a:lnTo>
                  <a:lnTo>
                    <a:pt x="237"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5" name="Google Shape;1595;p21"/>
            <p:cNvSpPr/>
            <p:nvPr/>
          </p:nvSpPr>
          <p:spPr>
            <a:xfrm>
              <a:off x="2510150" y="2649325"/>
              <a:ext cx="23400" cy="5775"/>
            </a:xfrm>
            <a:custGeom>
              <a:avLst/>
              <a:gdLst/>
              <a:ahLst/>
              <a:cxnLst/>
              <a:rect l="l" t="t" r="r" b="b"/>
              <a:pathLst>
                <a:path w="936" h="231" extrusionOk="0">
                  <a:moveTo>
                    <a:pt x="0" y="1"/>
                  </a:moveTo>
                  <a:lnTo>
                    <a:pt x="0" y="231"/>
                  </a:lnTo>
                  <a:lnTo>
                    <a:pt x="935" y="231"/>
                  </a:lnTo>
                  <a:lnTo>
                    <a:pt x="93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6" name="Google Shape;1596;p21"/>
            <p:cNvSpPr/>
            <p:nvPr/>
          </p:nvSpPr>
          <p:spPr>
            <a:xfrm>
              <a:off x="2556725" y="2649325"/>
              <a:ext cx="22500" cy="5775"/>
            </a:xfrm>
            <a:custGeom>
              <a:avLst/>
              <a:gdLst/>
              <a:ahLst/>
              <a:cxnLst/>
              <a:rect l="l" t="t" r="r" b="b"/>
              <a:pathLst>
                <a:path w="900" h="231" extrusionOk="0">
                  <a:moveTo>
                    <a:pt x="0" y="1"/>
                  </a:moveTo>
                  <a:lnTo>
                    <a:pt x="0" y="231"/>
                  </a:lnTo>
                  <a:lnTo>
                    <a:pt x="900" y="231"/>
                  </a:lnTo>
                  <a:lnTo>
                    <a:pt x="900"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7" name="Google Shape;1597;p21"/>
            <p:cNvSpPr/>
            <p:nvPr/>
          </p:nvSpPr>
          <p:spPr>
            <a:xfrm>
              <a:off x="2648975" y="2649325"/>
              <a:ext cx="23400" cy="5775"/>
            </a:xfrm>
            <a:custGeom>
              <a:avLst/>
              <a:gdLst/>
              <a:ahLst/>
              <a:cxnLst/>
              <a:rect l="l" t="t" r="r" b="b"/>
              <a:pathLst>
                <a:path w="936" h="231" extrusionOk="0">
                  <a:moveTo>
                    <a:pt x="0" y="1"/>
                  </a:moveTo>
                  <a:lnTo>
                    <a:pt x="0" y="231"/>
                  </a:lnTo>
                  <a:lnTo>
                    <a:pt x="935" y="231"/>
                  </a:lnTo>
                  <a:lnTo>
                    <a:pt x="93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8" name="Google Shape;1598;p21"/>
            <p:cNvSpPr/>
            <p:nvPr/>
          </p:nvSpPr>
          <p:spPr>
            <a:xfrm>
              <a:off x="2602575" y="2649325"/>
              <a:ext cx="23225" cy="5775"/>
            </a:xfrm>
            <a:custGeom>
              <a:avLst/>
              <a:gdLst/>
              <a:ahLst/>
              <a:cxnLst/>
              <a:rect l="l" t="t" r="r" b="b"/>
              <a:pathLst>
                <a:path w="929" h="231" extrusionOk="0">
                  <a:moveTo>
                    <a:pt x="1" y="1"/>
                  </a:moveTo>
                  <a:lnTo>
                    <a:pt x="1" y="231"/>
                  </a:lnTo>
                  <a:lnTo>
                    <a:pt x="929" y="231"/>
                  </a:lnTo>
                  <a:lnTo>
                    <a:pt x="929"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9" name="Google Shape;1599;p21"/>
            <p:cNvSpPr/>
            <p:nvPr/>
          </p:nvSpPr>
          <p:spPr>
            <a:xfrm>
              <a:off x="2695550" y="2648625"/>
              <a:ext cx="23200" cy="6475"/>
            </a:xfrm>
            <a:custGeom>
              <a:avLst/>
              <a:gdLst/>
              <a:ahLst/>
              <a:cxnLst/>
              <a:rect l="l" t="t" r="r" b="b"/>
              <a:pathLst>
                <a:path w="928" h="259" extrusionOk="0">
                  <a:moveTo>
                    <a:pt x="753" y="1"/>
                  </a:moveTo>
                  <a:cubicBezTo>
                    <a:pt x="670" y="1"/>
                    <a:pt x="607" y="29"/>
                    <a:pt x="607" y="29"/>
                  </a:cubicBezTo>
                  <a:lnTo>
                    <a:pt x="0" y="29"/>
                  </a:lnTo>
                  <a:lnTo>
                    <a:pt x="0" y="259"/>
                  </a:lnTo>
                  <a:lnTo>
                    <a:pt x="607" y="259"/>
                  </a:lnTo>
                  <a:cubicBezTo>
                    <a:pt x="607" y="259"/>
                    <a:pt x="670" y="231"/>
                    <a:pt x="753" y="231"/>
                  </a:cubicBezTo>
                  <a:cubicBezTo>
                    <a:pt x="816" y="231"/>
                    <a:pt x="872" y="231"/>
                    <a:pt x="928" y="259"/>
                  </a:cubicBezTo>
                  <a:lnTo>
                    <a:pt x="928" y="29"/>
                  </a:lnTo>
                  <a:cubicBezTo>
                    <a:pt x="872" y="1"/>
                    <a:pt x="816" y="1"/>
                    <a:pt x="753"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0" name="Google Shape;1600;p21"/>
            <p:cNvSpPr/>
            <p:nvPr/>
          </p:nvSpPr>
          <p:spPr>
            <a:xfrm>
              <a:off x="2741225" y="2651600"/>
              <a:ext cx="24100" cy="11525"/>
            </a:xfrm>
            <a:custGeom>
              <a:avLst/>
              <a:gdLst/>
              <a:ahLst/>
              <a:cxnLst/>
              <a:rect l="l" t="t" r="r" b="b"/>
              <a:pathLst>
                <a:path w="964" h="461" extrusionOk="0">
                  <a:moveTo>
                    <a:pt x="64" y="0"/>
                  </a:moveTo>
                  <a:lnTo>
                    <a:pt x="1" y="231"/>
                  </a:lnTo>
                  <a:cubicBezTo>
                    <a:pt x="322" y="286"/>
                    <a:pt x="615" y="349"/>
                    <a:pt x="908" y="461"/>
                  </a:cubicBezTo>
                  <a:lnTo>
                    <a:pt x="964" y="231"/>
                  </a:lnTo>
                  <a:cubicBezTo>
                    <a:pt x="671" y="140"/>
                    <a:pt x="384" y="56"/>
                    <a:pt x="64"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1" name="Google Shape;1601;p21"/>
            <p:cNvSpPr/>
            <p:nvPr/>
          </p:nvSpPr>
          <p:spPr>
            <a:xfrm>
              <a:off x="2784125" y="2667475"/>
              <a:ext cx="22525" cy="17450"/>
            </a:xfrm>
            <a:custGeom>
              <a:avLst/>
              <a:gdLst/>
              <a:ahLst/>
              <a:cxnLst/>
              <a:rect l="l" t="t" r="r" b="b"/>
              <a:pathLst>
                <a:path w="901" h="698" extrusionOk="0">
                  <a:moveTo>
                    <a:pt x="120" y="0"/>
                  </a:moveTo>
                  <a:lnTo>
                    <a:pt x="1" y="202"/>
                  </a:lnTo>
                  <a:cubicBezTo>
                    <a:pt x="266" y="349"/>
                    <a:pt x="524" y="523"/>
                    <a:pt x="726" y="698"/>
                  </a:cubicBezTo>
                  <a:lnTo>
                    <a:pt x="901" y="523"/>
                  </a:lnTo>
                  <a:cubicBezTo>
                    <a:pt x="671" y="321"/>
                    <a:pt x="413" y="147"/>
                    <a:pt x="120"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2" name="Google Shape;1602;p21"/>
            <p:cNvSpPr/>
            <p:nvPr/>
          </p:nvSpPr>
          <p:spPr>
            <a:xfrm>
              <a:off x="2841525" y="2927675"/>
              <a:ext cx="5950" cy="23225"/>
            </a:xfrm>
            <a:custGeom>
              <a:avLst/>
              <a:gdLst/>
              <a:ahLst/>
              <a:cxnLst/>
              <a:rect l="l" t="t" r="r" b="b"/>
              <a:pathLst>
                <a:path w="238" h="929" extrusionOk="0">
                  <a:moveTo>
                    <a:pt x="0" y="1"/>
                  </a:moveTo>
                  <a:lnTo>
                    <a:pt x="0" y="928"/>
                  </a:lnTo>
                  <a:lnTo>
                    <a:pt x="237" y="928"/>
                  </a:lnTo>
                  <a:lnTo>
                    <a:pt x="237"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3" name="Google Shape;1603;p21"/>
            <p:cNvSpPr/>
            <p:nvPr/>
          </p:nvSpPr>
          <p:spPr>
            <a:xfrm>
              <a:off x="2841525" y="2974250"/>
              <a:ext cx="5950" cy="23225"/>
            </a:xfrm>
            <a:custGeom>
              <a:avLst/>
              <a:gdLst/>
              <a:ahLst/>
              <a:cxnLst/>
              <a:rect l="l" t="t" r="r" b="b"/>
              <a:pathLst>
                <a:path w="238" h="929" extrusionOk="0">
                  <a:moveTo>
                    <a:pt x="0" y="0"/>
                  </a:moveTo>
                  <a:lnTo>
                    <a:pt x="0" y="928"/>
                  </a:lnTo>
                  <a:lnTo>
                    <a:pt x="237" y="928"/>
                  </a:lnTo>
                  <a:lnTo>
                    <a:pt x="237"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4" name="Google Shape;1604;p21"/>
            <p:cNvSpPr/>
            <p:nvPr/>
          </p:nvSpPr>
          <p:spPr>
            <a:xfrm>
              <a:off x="2841525" y="3020625"/>
              <a:ext cx="5950" cy="23400"/>
            </a:xfrm>
            <a:custGeom>
              <a:avLst/>
              <a:gdLst/>
              <a:ahLst/>
              <a:cxnLst/>
              <a:rect l="l" t="t" r="r" b="b"/>
              <a:pathLst>
                <a:path w="238" h="936" extrusionOk="0">
                  <a:moveTo>
                    <a:pt x="0" y="1"/>
                  </a:moveTo>
                  <a:lnTo>
                    <a:pt x="0" y="936"/>
                  </a:lnTo>
                  <a:lnTo>
                    <a:pt x="237" y="936"/>
                  </a:lnTo>
                  <a:lnTo>
                    <a:pt x="237"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5" name="Google Shape;1605;p21"/>
            <p:cNvSpPr/>
            <p:nvPr/>
          </p:nvSpPr>
          <p:spPr>
            <a:xfrm>
              <a:off x="2841525" y="3113775"/>
              <a:ext cx="5950" cy="23200"/>
            </a:xfrm>
            <a:custGeom>
              <a:avLst/>
              <a:gdLst/>
              <a:ahLst/>
              <a:cxnLst/>
              <a:rect l="l" t="t" r="r" b="b"/>
              <a:pathLst>
                <a:path w="238" h="928" extrusionOk="0">
                  <a:moveTo>
                    <a:pt x="0" y="0"/>
                  </a:moveTo>
                  <a:lnTo>
                    <a:pt x="0" y="928"/>
                  </a:lnTo>
                  <a:lnTo>
                    <a:pt x="237" y="928"/>
                  </a:lnTo>
                  <a:lnTo>
                    <a:pt x="237"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6" name="Google Shape;1606;p21"/>
            <p:cNvSpPr/>
            <p:nvPr/>
          </p:nvSpPr>
          <p:spPr>
            <a:xfrm>
              <a:off x="2841525" y="3067200"/>
              <a:ext cx="5950" cy="23225"/>
            </a:xfrm>
            <a:custGeom>
              <a:avLst/>
              <a:gdLst/>
              <a:ahLst/>
              <a:cxnLst/>
              <a:rect l="l" t="t" r="r" b="b"/>
              <a:pathLst>
                <a:path w="238" h="929" extrusionOk="0">
                  <a:moveTo>
                    <a:pt x="0" y="0"/>
                  </a:moveTo>
                  <a:lnTo>
                    <a:pt x="0" y="928"/>
                  </a:lnTo>
                  <a:lnTo>
                    <a:pt x="237" y="928"/>
                  </a:lnTo>
                  <a:lnTo>
                    <a:pt x="237"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7" name="Google Shape;1607;p21"/>
            <p:cNvSpPr/>
            <p:nvPr/>
          </p:nvSpPr>
          <p:spPr>
            <a:xfrm>
              <a:off x="2841525" y="2788150"/>
              <a:ext cx="5950" cy="23225"/>
            </a:xfrm>
            <a:custGeom>
              <a:avLst/>
              <a:gdLst/>
              <a:ahLst/>
              <a:cxnLst/>
              <a:rect l="l" t="t" r="r" b="b"/>
              <a:pathLst>
                <a:path w="238" h="929" extrusionOk="0">
                  <a:moveTo>
                    <a:pt x="0" y="1"/>
                  </a:moveTo>
                  <a:lnTo>
                    <a:pt x="0" y="928"/>
                  </a:lnTo>
                  <a:lnTo>
                    <a:pt x="237" y="928"/>
                  </a:lnTo>
                  <a:lnTo>
                    <a:pt x="237"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8" name="Google Shape;1608;p21"/>
            <p:cNvSpPr/>
            <p:nvPr/>
          </p:nvSpPr>
          <p:spPr>
            <a:xfrm>
              <a:off x="2841525" y="2834725"/>
              <a:ext cx="5950" cy="23225"/>
            </a:xfrm>
            <a:custGeom>
              <a:avLst/>
              <a:gdLst/>
              <a:ahLst/>
              <a:cxnLst/>
              <a:rect l="l" t="t" r="r" b="b"/>
              <a:pathLst>
                <a:path w="238" h="929" extrusionOk="0">
                  <a:moveTo>
                    <a:pt x="0" y="0"/>
                  </a:moveTo>
                  <a:lnTo>
                    <a:pt x="0" y="928"/>
                  </a:lnTo>
                  <a:lnTo>
                    <a:pt x="237" y="928"/>
                  </a:lnTo>
                  <a:lnTo>
                    <a:pt x="237"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9" name="Google Shape;1609;p21"/>
            <p:cNvSpPr/>
            <p:nvPr/>
          </p:nvSpPr>
          <p:spPr>
            <a:xfrm>
              <a:off x="2841525" y="3531450"/>
              <a:ext cx="5950" cy="23400"/>
            </a:xfrm>
            <a:custGeom>
              <a:avLst/>
              <a:gdLst/>
              <a:ahLst/>
              <a:cxnLst/>
              <a:rect l="l" t="t" r="r" b="b"/>
              <a:pathLst>
                <a:path w="238" h="936" extrusionOk="0">
                  <a:moveTo>
                    <a:pt x="0" y="1"/>
                  </a:moveTo>
                  <a:lnTo>
                    <a:pt x="0" y="936"/>
                  </a:lnTo>
                  <a:lnTo>
                    <a:pt x="237" y="936"/>
                  </a:lnTo>
                  <a:lnTo>
                    <a:pt x="237"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0" name="Google Shape;1610;p21"/>
            <p:cNvSpPr/>
            <p:nvPr/>
          </p:nvSpPr>
          <p:spPr>
            <a:xfrm>
              <a:off x="2841525" y="2881100"/>
              <a:ext cx="5950" cy="23400"/>
            </a:xfrm>
            <a:custGeom>
              <a:avLst/>
              <a:gdLst/>
              <a:ahLst/>
              <a:cxnLst/>
              <a:rect l="l" t="t" r="r" b="b"/>
              <a:pathLst>
                <a:path w="238" h="936" extrusionOk="0">
                  <a:moveTo>
                    <a:pt x="0" y="1"/>
                  </a:moveTo>
                  <a:lnTo>
                    <a:pt x="0" y="936"/>
                  </a:lnTo>
                  <a:lnTo>
                    <a:pt x="237" y="936"/>
                  </a:lnTo>
                  <a:lnTo>
                    <a:pt x="237"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1" name="Google Shape;1611;p21"/>
            <p:cNvSpPr/>
            <p:nvPr/>
          </p:nvSpPr>
          <p:spPr>
            <a:xfrm>
              <a:off x="2841525" y="3346250"/>
              <a:ext cx="5950" cy="23225"/>
            </a:xfrm>
            <a:custGeom>
              <a:avLst/>
              <a:gdLst/>
              <a:ahLst/>
              <a:cxnLst/>
              <a:rect l="l" t="t" r="r" b="b"/>
              <a:pathLst>
                <a:path w="238" h="929" extrusionOk="0">
                  <a:moveTo>
                    <a:pt x="0" y="0"/>
                  </a:moveTo>
                  <a:lnTo>
                    <a:pt x="0" y="928"/>
                  </a:lnTo>
                  <a:lnTo>
                    <a:pt x="237" y="928"/>
                  </a:lnTo>
                  <a:lnTo>
                    <a:pt x="237"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2" name="Google Shape;1612;p21"/>
            <p:cNvSpPr/>
            <p:nvPr/>
          </p:nvSpPr>
          <p:spPr>
            <a:xfrm>
              <a:off x="2841525" y="3392800"/>
              <a:ext cx="5950" cy="23225"/>
            </a:xfrm>
            <a:custGeom>
              <a:avLst/>
              <a:gdLst/>
              <a:ahLst/>
              <a:cxnLst/>
              <a:rect l="l" t="t" r="r" b="b"/>
              <a:pathLst>
                <a:path w="238" h="929" extrusionOk="0">
                  <a:moveTo>
                    <a:pt x="0" y="1"/>
                  </a:moveTo>
                  <a:lnTo>
                    <a:pt x="0" y="929"/>
                  </a:lnTo>
                  <a:lnTo>
                    <a:pt x="237" y="929"/>
                  </a:lnTo>
                  <a:lnTo>
                    <a:pt x="237"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3" name="Google Shape;1613;p21"/>
            <p:cNvSpPr/>
            <p:nvPr/>
          </p:nvSpPr>
          <p:spPr>
            <a:xfrm>
              <a:off x="2841525" y="3439200"/>
              <a:ext cx="5950" cy="23400"/>
            </a:xfrm>
            <a:custGeom>
              <a:avLst/>
              <a:gdLst/>
              <a:ahLst/>
              <a:cxnLst/>
              <a:rect l="l" t="t" r="r" b="b"/>
              <a:pathLst>
                <a:path w="238" h="936" extrusionOk="0">
                  <a:moveTo>
                    <a:pt x="0" y="1"/>
                  </a:moveTo>
                  <a:lnTo>
                    <a:pt x="0" y="935"/>
                  </a:lnTo>
                  <a:lnTo>
                    <a:pt x="237" y="935"/>
                  </a:lnTo>
                  <a:lnTo>
                    <a:pt x="237"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4" name="Google Shape;1614;p21"/>
            <p:cNvSpPr/>
            <p:nvPr/>
          </p:nvSpPr>
          <p:spPr>
            <a:xfrm>
              <a:off x="2841525" y="3160150"/>
              <a:ext cx="5950" cy="23400"/>
            </a:xfrm>
            <a:custGeom>
              <a:avLst/>
              <a:gdLst/>
              <a:ahLst/>
              <a:cxnLst/>
              <a:rect l="l" t="t" r="r" b="b"/>
              <a:pathLst>
                <a:path w="238" h="936" extrusionOk="0">
                  <a:moveTo>
                    <a:pt x="0" y="1"/>
                  </a:moveTo>
                  <a:lnTo>
                    <a:pt x="0" y="936"/>
                  </a:lnTo>
                  <a:lnTo>
                    <a:pt x="237" y="936"/>
                  </a:lnTo>
                  <a:lnTo>
                    <a:pt x="237"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5" name="Google Shape;1615;p21"/>
            <p:cNvSpPr/>
            <p:nvPr/>
          </p:nvSpPr>
          <p:spPr>
            <a:xfrm>
              <a:off x="2841525" y="3485075"/>
              <a:ext cx="5950" cy="23225"/>
            </a:xfrm>
            <a:custGeom>
              <a:avLst/>
              <a:gdLst/>
              <a:ahLst/>
              <a:cxnLst/>
              <a:rect l="l" t="t" r="r" b="b"/>
              <a:pathLst>
                <a:path w="238" h="929" extrusionOk="0">
                  <a:moveTo>
                    <a:pt x="0" y="0"/>
                  </a:moveTo>
                  <a:lnTo>
                    <a:pt x="0" y="928"/>
                  </a:lnTo>
                  <a:lnTo>
                    <a:pt x="237" y="928"/>
                  </a:lnTo>
                  <a:lnTo>
                    <a:pt x="237"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6" name="Google Shape;1616;p21"/>
            <p:cNvSpPr/>
            <p:nvPr/>
          </p:nvSpPr>
          <p:spPr>
            <a:xfrm>
              <a:off x="2841525" y="3206725"/>
              <a:ext cx="5950" cy="23225"/>
            </a:xfrm>
            <a:custGeom>
              <a:avLst/>
              <a:gdLst/>
              <a:ahLst/>
              <a:cxnLst/>
              <a:rect l="l" t="t" r="r" b="b"/>
              <a:pathLst>
                <a:path w="238" h="929" extrusionOk="0">
                  <a:moveTo>
                    <a:pt x="0" y="0"/>
                  </a:moveTo>
                  <a:lnTo>
                    <a:pt x="0" y="928"/>
                  </a:lnTo>
                  <a:lnTo>
                    <a:pt x="237" y="928"/>
                  </a:lnTo>
                  <a:lnTo>
                    <a:pt x="237"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7" name="Google Shape;1617;p21"/>
            <p:cNvSpPr/>
            <p:nvPr/>
          </p:nvSpPr>
          <p:spPr>
            <a:xfrm>
              <a:off x="2841525" y="3253300"/>
              <a:ext cx="5950" cy="23200"/>
            </a:xfrm>
            <a:custGeom>
              <a:avLst/>
              <a:gdLst/>
              <a:ahLst/>
              <a:cxnLst/>
              <a:rect l="l" t="t" r="r" b="b"/>
              <a:pathLst>
                <a:path w="238" h="928" extrusionOk="0">
                  <a:moveTo>
                    <a:pt x="0" y="0"/>
                  </a:moveTo>
                  <a:lnTo>
                    <a:pt x="0" y="928"/>
                  </a:lnTo>
                  <a:lnTo>
                    <a:pt x="237" y="928"/>
                  </a:lnTo>
                  <a:lnTo>
                    <a:pt x="237"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8" name="Google Shape;1618;p21"/>
            <p:cNvSpPr/>
            <p:nvPr/>
          </p:nvSpPr>
          <p:spPr>
            <a:xfrm>
              <a:off x="2841525" y="3299675"/>
              <a:ext cx="5950" cy="23400"/>
            </a:xfrm>
            <a:custGeom>
              <a:avLst/>
              <a:gdLst/>
              <a:ahLst/>
              <a:cxnLst/>
              <a:rect l="l" t="t" r="r" b="b"/>
              <a:pathLst>
                <a:path w="238" h="936" extrusionOk="0">
                  <a:moveTo>
                    <a:pt x="0" y="1"/>
                  </a:moveTo>
                  <a:lnTo>
                    <a:pt x="0" y="935"/>
                  </a:lnTo>
                  <a:lnTo>
                    <a:pt x="237" y="935"/>
                  </a:lnTo>
                  <a:lnTo>
                    <a:pt x="237"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9" name="Google Shape;1619;p21"/>
            <p:cNvSpPr/>
            <p:nvPr/>
          </p:nvSpPr>
          <p:spPr>
            <a:xfrm>
              <a:off x="2841525" y="3902075"/>
              <a:ext cx="5950" cy="11700"/>
            </a:xfrm>
            <a:custGeom>
              <a:avLst/>
              <a:gdLst/>
              <a:ahLst/>
              <a:cxnLst/>
              <a:rect l="l" t="t" r="r" b="b"/>
              <a:pathLst>
                <a:path w="238" h="468" extrusionOk="0">
                  <a:moveTo>
                    <a:pt x="0" y="0"/>
                  </a:moveTo>
                  <a:lnTo>
                    <a:pt x="0" y="468"/>
                  </a:lnTo>
                  <a:lnTo>
                    <a:pt x="237" y="468"/>
                  </a:lnTo>
                  <a:lnTo>
                    <a:pt x="237"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620" name="Google Shape;1620;p21"/>
          <p:cNvSpPr txBox="1">
            <a:spLocks noGrp="1"/>
          </p:cNvSpPr>
          <p:nvPr>
            <p:ph type="title"/>
          </p:nvPr>
        </p:nvSpPr>
        <p:spPr>
          <a:xfrm>
            <a:off x="720000" y="3688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1621" name="Google Shape;1621;p21"/>
          <p:cNvSpPr/>
          <p:nvPr/>
        </p:nvSpPr>
        <p:spPr>
          <a:xfrm>
            <a:off x="6579850" y="4758763"/>
            <a:ext cx="3059100" cy="3059100"/>
          </a:xfrm>
          <a:prstGeom prst="ellipse">
            <a:avLst/>
          </a:prstGeom>
          <a:solidFill>
            <a:srgbClr val="897FBB">
              <a:alpha val="291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622" name="Google Shape;1622;p21"/>
          <p:cNvGrpSpPr/>
          <p:nvPr/>
        </p:nvGrpSpPr>
        <p:grpSpPr>
          <a:xfrm rot="10800000">
            <a:off x="8179461" y="-2262169"/>
            <a:ext cx="964529" cy="2918046"/>
            <a:chOff x="1825573" y="1896181"/>
            <a:chExt cx="964529" cy="2918046"/>
          </a:xfrm>
        </p:grpSpPr>
        <p:sp>
          <p:nvSpPr>
            <p:cNvPr id="1623" name="Google Shape;1623;p21"/>
            <p:cNvSpPr/>
            <p:nvPr/>
          </p:nvSpPr>
          <p:spPr>
            <a:xfrm>
              <a:off x="1825573" y="1896181"/>
              <a:ext cx="964529" cy="2918046"/>
            </a:xfrm>
            <a:custGeom>
              <a:avLst/>
              <a:gdLst/>
              <a:ahLst/>
              <a:cxnLst/>
              <a:rect l="l" t="t" r="r" b="b"/>
              <a:pathLst>
                <a:path w="7532" h="22787" extrusionOk="0">
                  <a:moveTo>
                    <a:pt x="3773" y="1"/>
                  </a:moveTo>
                  <a:cubicBezTo>
                    <a:pt x="1687" y="1"/>
                    <a:pt x="1" y="1691"/>
                    <a:pt x="1" y="3776"/>
                  </a:cubicBezTo>
                  <a:lnTo>
                    <a:pt x="1" y="15746"/>
                  </a:lnTo>
                  <a:lnTo>
                    <a:pt x="14" y="15746"/>
                  </a:lnTo>
                  <a:lnTo>
                    <a:pt x="14" y="22787"/>
                  </a:lnTo>
                  <a:lnTo>
                    <a:pt x="2861" y="22787"/>
                  </a:lnTo>
                  <a:lnTo>
                    <a:pt x="2861" y="13174"/>
                  </a:lnTo>
                  <a:lnTo>
                    <a:pt x="2861" y="3776"/>
                  </a:lnTo>
                  <a:cubicBezTo>
                    <a:pt x="2861" y="3269"/>
                    <a:pt x="3269" y="2861"/>
                    <a:pt x="3773" y="2861"/>
                  </a:cubicBezTo>
                  <a:cubicBezTo>
                    <a:pt x="4276" y="2861"/>
                    <a:pt x="4672" y="3269"/>
                    <a:pt x="4672" y="3776"/>
                  </a:cubicBezTo>
                  <a:lnTo>
                    <a:pt x="4672" y="8391"/>
                  </a:lnTo>
                  <a:lnTo>
                    <a:pt x="4672" y="22787"/>
                  </a:lnTo>
                  <a:lnTo>
                    <a:pt x="7532" y="22787"/>
                  </a:lnTo>
                  <a:lnTo>
                    <a:pt x="7532" y="7110"/>
                  </a:lnTo>
                  <a:lnTo>
                    <a:pt x="7532" y="3776"/>
                  </a:lnTo>
                  <a:cubicBezTo>
                    <a:pt x="7532" y="1691"/>
                    <a:pt x="5842" y="1"/>
                    <a:pt x="3773" y="1"/>
                  </a:cubicBezTo>
                  <a:close/>
                </a:path>
              </a:pathLst>
            </a:custGeom>
            <a:solidFill>
              <a:schemeClr val="accent5"/>
            </a:solidFill>
            <a:ln>
              <a:noFill/>
            </a:ln>
            <a:effectLst>
              <a:outerShdw dist="76200" dir="2400000" algn="bl" rotWithShape="0">
                <a:schemeClr val="dk1">
                  <a:alpha val="2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624" name="Google Shape;1624;p21"/>
            <p:cNvGrpSpPr/>
            <p:nvPr/>
          </p:nvGrpSpPr>
          <p:grpSpPr>
            <a:xfrm>
              <a:off x="2001780" y="2072389"/>
              <a:ext cx="612115" cy="2698300"/>
              <a:chOff x="1718105" y="2072389"/>
              <a:chExt cx="612115" cy="2698300"/>
            </a:xfrm>
          </p:grpSpPr>
          <p:sp>
            <p:nvSpPr>
              <p:cNvPr id="1625" name="Google Shape;1625;p21"/>
              <p:cNvSpPr/>
              <p:nvPr/>
            </p:nvSpPr>
            <p:spPr>
              <a:xfrm>
                <a:off x="2316262" y="3811153"/>
                <a:ext cx="13958" cy="56217"/>
              </a:xfrm>
              <a:custGeom>
                <a:avLst/>
                <a:gdLst/>
                <a:ahLst/>
                <a:cxnLst/>
                <a:rect l="l" t="t" r="r" b="b"/>
                <a:pathLst>
                  <a:path w="109" h="439" extrusionOk="0">
                    <a:moveTo>
                      <a:pt x="1" y="1"/>
                    </a:moveTo>
                    <a:lnTo>
                      <a:pt x="1" y="439"/>
                    </a:lnTo>
                    <a:lnTo>
                      <a:pt x="109" y="439"/>
                    </a:lnTo>
                    <a:lnTo>
                      <a:pt x="109"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6" name="Google Shape;1626;p21"/>
              <p:cNvSpPr/>
              <p:nvPr/>
            </p:nvSpPr>
            <p:spPr>
              <a:xfrm>
                <a:off x="2316262" y="3698207"/>
                <a:ext cx="13958" cy="55833"/>
              </a:xfrm>
              <a:custGeom>
                <a:avLst/>
                <a:gdLst/>
                <a:ahLst/>
                <a:cxnLst/>
                <a:rect l="l" t="t" r="r" b="b"/>
                <a:pathLst>
                  <a:path w="109" h="436" extrusionOk="0">
                    <a:moveTo>
                      <a:pt x="1" y="0"/>
                    </a:moveTo>
                    <a:lnTo>
                      <a:pt x="1" y="435"/>
                    </a:lnTo>
                    <a:lnTo>
                      <a:pt x="109" y="435"/>
                    </a:lnTo>
                    <a:lnTo>
                      <a:pt x="109"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7" name="Google Shape;1627;p21"/>
              <p:cNvSpPr/>
              <p:nvPr/>
            </p:nvSpPr>
            <p:spPr>
              <a:xfrm>
                <a:off x="2316262" y="4036406"/>
                <a:ext cx="13958" cy="59547"/>
              </a:xfrm>
              <a:custGeom>
                <a:avLst/>
                <a:gdLst/>
                <a:ahLst/>
                <a:cxnLst/>
                <a:rect l="l" t="t" r="r" b="b"/>
                <a:pathLst>
                  <a:path w="109" h="465" extrusionOk="0">
                    <a:moveTo>
                      <a:pt x="1" y="0"/>
                    </a:moveTo>
                    <a:lnTo>
                      <a:pt x="1" y="27"/>
                    </a:lnTo>
                    <a:lnTo>
                      <a:pt x="1" y="435"/>
                    </a:lnTo>
                    <a:lnTo>
                      <a:pt x="1" y="465"/>
                    </a:lnTo>
                    <a:lnTo>
                      <a:pt x="109" y="465"/>
                    </a:lnTo>
                    <a:lnTo>
                      <a:pt x="109" y="435"/>
                    </a:lnTo>
                    <a:lnTo>
                      <a:pt x="109" y="27"/>
                    </a:lnTo>
                    <a:lnTo>
                      <a:pt x="109"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8" name="Google Shape;1628;p21"/>
              <p:cNvSpPr/>
              <p:nvPr/>
            </p:nvSpPr>
            <p:spPr>
              <a:xfrm>
                <a:off x="2316262" y="3922948"/>
                <a:ext cx="13958" cy="57882"/>
              </a:xfrm>
              <a:custGeom>
                <a:avLst/>
                <a:gdLst/>
                <a:ahLst/>
                <a:cxnLst/>
                <a:rect l="l" t="t" r="r" b="b"/>
                <a:pathLst>
                  <a:path w="109" h="452" extrusionOk="0">
                    <a:moveTo>
                      <a:pt x="1" y="1"/>
                    </a:moveTo>
                    <a:lnTo>
                      <a:pt x="1" y="452"/>
                    </a:lnTo>
                    <a:lnTo>
                      <a:pt x="109" y="452"/>
                    </a:lnTo>
                    <a:lnTo>
                      <a:pt x="109"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9" name="Google Shape;1629;p21"/>
              <p:cNvSpPr/>
              <p:nvPr/>
            </p:nvSpPr>
            <p:spPr>
              <a:xfrm>
                <a:off x="2316262" y="3023087"/>
                <a:ext cx="13958" cy="55705"/>
              </a:xfrm>
              <a:custGeom>
                <a:avLst/>
                <a:gdLst/>
                <a:ahLst/>
                <a:cxnLst/>
                <a:rect l="l" t="t" r="r" b="b"/>
                <a:pathLst>
                  <a:path w="109" h="435" extrusionOk="0">
                    <a:moveTo>
                      <a:pt x="1" y="0"/>
                    </a:moveTo>
                    <a:lnTo>
                      <a:pt x="1" y="435"/>
                    </a:lnTo>
                    <a:lnTo>
                      <a:pt x="109" y="435"/>
                    </a:lnTo>
                    <a:lnTo>
                      <a:pt x="109"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0" name="Google Shape;1630;p21"/>
              <p:cNvSpPr/>
              <p:nvPr/>
            </p:nvSpPr>
            <p:spPr>
              <a:xfrm>
                <a:off x="2316262" y="3586412"/>
                <a:ext cx="13958" cy="55833"/>
              </a:xfrm>
              <a:custGeom>
                <a:avLst/>
                <a:gdLst/>
                <a:ahLst/>
                <a:cxnLst/>
                <a:rect l="l" t="t" r="r" b="b"/>
                <a:pathLst>
                  <a:path w="109" h="436" extrusionOk="0">
                    <a:moveTo>
                      <a:pt x="1" y="1"/>
                    </a:moveTo>
                    <a:lnTo>
                      <a:pt x="1" y="435"/>
                    </a:lnTo>
                    <a:lnTo>
                      <a:pt x="109" y="435"/>
                    </a:lnTo>
                    <a:lnTo>
                      <a:pt x="109"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1" name="Google Shape;1631;p21"/>
              <p:cNvSpPr/>
              <p:nvPr/>
            </p:nvSpPr>
            <p:spPr>
              <a:xfrm>
                <a:off x="2316262" y="3472953"/>
                <a:ext cx="13958" cy="55833"/>
              </a:xfrm>
              <a:custGeom>
                <a:avLst/>
                <a:gdLst/>
                <a:ahLst/>
                <a:cxnLst/>
                <a:rect l="l" t="t" r="r" b="b"/>
                <a:pathLst>
                  <a:path w="109" h="436" extrusionOk="0">
                    <a:moveTo>
                      <a:pt x="1" y="1"/>
                    </a:moveTo>
                    <a:lnTo>
                      <a:pt x="1" y="436"/>
                    </a:lnTo>
                    <a:lnTo>
                      <a:pt x="109" y="436"/>
                    </a:lnTo>
                    <a:lnTo>
                      <a:pt x="109"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2" name="Google Shape;1632;p21"/>
              <p:cNvSpPr/>
              <p:nvPr/>
            </p:nvSpPr>
            <p:spPr>
              <a:xfrm>
                <a:off x="2316262" y="3359623"/>
                <a:ext cx="13958" cy="57882"/>
              </a:xfrm>
              <a:custGeom>
                <a:avLst/>
                <a:gdLst/>
                <a:ahLst/>
                <a:cxnLst/>
                <a:rect l="l" t="t" r="r" b="b"/>
                <a:pathLst>
                  <a:path w="109" h="452" extrusionOk="0">
                    <a:moveTo>
                      <a:pt x="1" y="0"/>
                    </a:moveTo>
                    <a:lnTo>
                      <a:pt x="1" y="451"/>
                    </a:lnTo>
                    <a:lnTo>
                      <a:pt x="109" y="451"/>
                    </a:lnTo>
                    <a:lnTo>
                      <a:pt x="109"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3" name="Google Shape;1633;p21"/>
              <p:cNvSpPr/>
              <p:nvPr/>
            </p:nvSpPr>
            <p:spPr>
              <a:xfrm>
                <a:off x="2316262" y="3134754"/>
                <a:ext cx="13958" cy="57498"/>
              </a:xfrm>
              <a:custGeom>
                <a:avLst/>
                <a:gdLst/>
                <a:ahLst/>
                <a:cxnLst/>
                <a:rect l="l" t="t" r="r" b="b"/>
                <a:pathLst>
                  <a:path w="109" h="449" extrusionOk="0">
                    <a:moveTo>
                      <a:pt x="1" y="1"/>
                    </a:moveTo>
                    <a:lnTo>
                      <a:pt x="1" y="449"/>
                    </a:lnTo>
                    <a:lnTo>
                      <a:pt x="109" y="449"/>
                    </a:lnTo>
                    <a:lnTo>
                      <a:pt x="109"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4" name="Google Shape;1634;p21"/>
              <p:cNvSpPr/>
              <p:nvPr/>
            </p:nvSpPr>
            <p:spPr>
              <a:xfrm>
                <a:off x="2316262" y="3248213"/>
                <a:ext cx="13958" cy="55833"/>
              </a:xfrm>
              <a:custGeom>
                <a:avLst/>
                <a:gdLst/>
                <a:ahLst/>
                <a:cxnLst/>
                <a:rect l="l" t="t" r="r" b="b"/>
                <a:pathLst>
                  <a:path w="109" h="436" extrusionOk="0">
                    <a:moveTo>
                      <a:pt x="1" y="1"/>
                    </a:moveTo>
                    <a:lnTo>
                      <a:pt x="1" y="435"/>
                    </a:lnTo>
                    <a:lnTo>
                      <a:pt x="109" y="435"/>
                    </a:lnTo>
                    <a:lnTo>
                      <a:pt x="109"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5" name="Google Shape;1635;p21"/>
              <p:cNvSpPr/>
              <p:nvPr/>
            </p:nvSpPr>
            <p:spPr>
              <a:xfrm>
                <a:off x="2316262" y="4714855"/>
                <a:ext cx="13958" cy="55833"/>
              </a:xfrm>
              <a:custGeom>
                <a:avLst/>
                <a:gdLst/>
                <a:ahLst/>
                <a:cxnLst/>
                <a:rect l="l" t="t" r="r" b="b"/>
                <a:pathLst>
                  <a:path w="109" h="436" extrusionOk="0">
                    <a:moveTo>
                      <a:pt x="1" y="1"/>
                    </a:moveTo>
                    <a:lnTo>
                      <a:pt x="1" y="436"/>
                    </a:lnTo>
                    <a:lnTo>
                      <a:pt x="109" y="436"/>
                    </a:lnTo>
                    <a:lnTo>
                      <a:pt x="109"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6" name="Google Shape;1636;p21"/>
              <p:cNvSpPr/>
              <p:nvPr/>
            </p:nvSpPr>
            <p:spPr>
              <a:xfrm>
                <a:off x="2316262" y="4601524"/>
                <a:ext cx="13958" cy="57370"/>
              </a:xfrm>
              <a:custGeom>
                <a:avLst/>
                <a:gdLst/>
                <a:ahLst/>
                <a:cxnLst/>
                <a:rect l="l" t="t" r="r" b="b"/>
                <a:pathLst>
                  <a:path w="109" h="448" extrusionOk="0">
                    <a:moveTo>
                      <a:pt x="1" y="0"/>
                    </a:moveTo>
                    <a:lnTo>
                      <a:pt x="1" y="448"/>
                    </a:lnTo>
                    <a:lnTo>
                      <a:pt x="109" y="448"/>
                    </a:lnTo>
                    <a:lnTo>
                      <a:pt x="109"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7" name="Google Shape;1637;p21"/>
              <p:cNvSpPr/>
              <p:nvPr/>
            </p:nvSpPr>
            <p:spPr>
              <a:xfrm>
                <a:off x="2316262" y="4489730"/>
                <a:ext cx="13958" cy="56217"/>
              </a:xfrm>
              <a:custGeom>
                <a:avLst/>
                <a:gdLst/>
                <a:ahLst/>
                <a:cxnLst/>
                <a:rect l="l" t="t" r="r" b="b"/>
                <a:pathLst>
                  <a:path w="109" h="439" extrusionOk="0">
                    <a:moveTo>
                      <a:pt x="1" y="0"/>
                    </a:moveTo>
                    <a:lnTo>
                      <a:pt x="1" y="438"/>
                    </a:lnTo>
                    <a:lnTo>
                      <a:pt x="109" y="438"/>
                    </a:lnTo>
                    <a:lnTo>
                      <a:pt x="109"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8" name="Google Shape;1638;p21"/>
              <p:cNvSpPr/>
              <p:nvPr/>
            </p:nvSpPr>
            <p:spPr>
              <a:xfrm>
                <a:off x="2316262" y="4376271"/>
                <a:ext cx="13958" cy="57882"/>
              </a:xfrm>
              <a:custGeom>
                <a:avLst/>
                <a:gdLst/>
                <a:ahLst/>
                <a:cxnLst/>
                <a:rect l="l" t="t" r="r" b="b"/>
                <a:pathLst>
                  <a:path w="109" h="452" extrusionOk="0">
                    <a:moveTo>
                      <a:pt x="1" y="1"/>
                    </a:moveTo>
                    <a:lnTo>
                      <a:pt x="1" y="452"/>
                    </a:lnTo>
                    <a:lnTo>
                      <a:pt x="109" y="452"/>
                    </a:lnTo>
                    <a:lnTo>
                      <a:pt x="109"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9" name="Google Shape;1639;p21"/>
              <p:cNvSpPr/>
              <p:nvPr/>
            </p:nvSpPr>
            <p:spPr>
              <a:xfrm>
                <a:off x="2316262" y="4264989"/>
                <a:ext cx="13958" cy="55705"/>
              </a:xfrm>
              <a:custGeom>
                <a:avLst/>
                <a:gdLst/>
                <a:ahLst/>
                <a:cxnLst/>
                <a:rect l="l" t="t" r="r" b="b"/>
                <a:pathLst>
                  <a:path w="109" h="435" extrusionOk="0">
                    <a:moveTo>
                      <a:pt x="1" y="0"/>
                    </a:moveTo>
                    <a:lnTo>
                      <a:pt x="1" y="435"/>
                    </a:lnTo>
                    <a:lnTo>
                      <a:pt x="109" y="435"/>
                    </a:lnTo>
                    <a:lnTo>
                      <a:pt x="109"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0" name="Google Shape;1640;p21"/>
              <p:cNvSpPr/>
              <p:nvPr/>
            </p:nvSpPr>
            <p:spPr>
              <a:xfrm>
                <a:off x="2316262" y="4151530"/>
                <a:ext cx="13958" cy="55833"/>
              </a:xfrm>
              <a:custGeom>
                <a:avLst/>
                <a:gdLst/>
                <a:ahLst/>
                <a:cxnLst/>
                <a:rect l="l" t="t" r="r" b="b"/>
                <a:pathLst>
                  <a:path w="109" h="436" extrusionOk="0">
                    <a:moveTo>
                      <a:pt x="1" y="0"/>
                    </a:moveTo>
                    <a:lnTo>
                      <a:pt x="1" y="435"/>
                    </a:lnTo>
                    <a:lnTo>
                      <a:pt x="109" y="435"/>
                    </a:lnTo>
                    <a:lnTo>
                      <a:pt x="109"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1" name="Google Shape;1641;p21"/>
              <p:cNvSpPr/>
              <p:nvPr/>
            </p:nvSpPr>
            <p:spPr>
              <a:xfrm>
                <a:off x="1901100" y="2081225"/>
                <a:ext cx="57882" cy="29837"/>
              </a:xfrm>
              <a:custGeom>
                <a:avLst/>
                <a:gdLst/>
                <a:ahLst/>
                <a:cxnLst/>
                <a:rect l="l" t="t" r="r" b="b"/>
                <a:pathLst>
                  <a:path w="452" h="233" extrusionOk="0">
                    <a:moveTo>
                      <a:pt x="422" y="1"/>
                    </a:moveTo>
                    <a:cubicBezTo>
                      <a:pt x="288" y="27"/>
                      <a:pt x="138" y="82"/>
                      <a:pt x="0" y="138"/>
                    </a:cubicBezTo>
                    <a:lnTo>
                      <a:pt x="43" y="233"/>
                    </a:lnTo>
                    <a:cubicBezTo>
                      <a:pt x="177" y="177"/>
                      <a:pt x="314" y="138"/>
                      <a:pt x="451" y="95"/>
                    </a:cubicBezTo>
                    <a:lnTo>
                      <a:pt x="422"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2" name="Google Shape;1642;p21"/>
              <p:cNvSpPr/>
              <p:nvPr/>
            </p:nvSpPr>
            <p:spPr>
              <a:xfrm>
                <a:off x="1718105" y="2764795"/>
                <a:ext cx="13958" cy="56217"/>
              </a:xfrm>
              <a:custGeom>
                <a:avLst/>
                <a:gdLst/>
                <a:ahLst/>
                <a:cxnLst/>
                <a:rect l="l" t="t" r="r" b="b"/>
                <a:pathLst>
                  <a:path w="109" h="439" extrusionOk="0">
                    <a:moveTo>
                      <a:pt x="1" y="0"/>
                    </a:moveTo>
                    <a:lnTo>
                      <a:pt x="1" y="438"/>
                    </a:lnTo>
                    <a:lnTo>
                      <a:pt x="109" y="438"/>
                    </a:lnTo>
                    <a:lnTo>
                      <a:pt x="109"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3" name="Google Shape;1643;p21"/>
              <p:cNvSpPr/>
              <p:nvPr/>
            </p:nvSpPr>
            <p:spPr>
              <a:xfrm>
                <a:off x="1718105" y="2878254"/>
                <a:ext cx="13958" cy="56217"/>
              </a:xfrm>
              <a:custGeom>
                <a:avLst/>
                <a:gdLst/>
                <a:ahLst/>
                <a:cxnLst/>
                <a:rect l="l" t="t" r="r" b="b"/>
                <a:pathLst>
                  <a:path w="109" h="439" extrusionOk="0">
                    <a:moveTo>
                      <a:pt x="1" y="0"/>
                    </a:moveTo>
                    <a:lnTo>
                      <a:pt x="1" y="438"/>
                    </a:lnTo>
                    <a:lnTo>
                      <a:pt x="109" y="438"/>
                    </a:lnTo>
                    <a:lnTo>
                      <a:pt x="109"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4" name="Google Shape;1644;p21"/>
              <p:cNvSpPr/>
              <p:nvPr/>
            </p:nvSpPr>
            <p:spPr>
              <a:xfrm>
                <a:off x="1718105" y="2540055"/>
                <a:ext cx="13958" cy="55705"/>
              </a:xfrm>
              <a:custGeom>
                <a:avLst/>
                <a:gdLst/>
                <a:ahLst/>
                <a:cxnLst/>
                <a:rect l="l" t="t" r="r" b="b"/>
                <a:pathLst>
                  <a:path w="109" h="435" extrusionOk="0">
                    <a:moveTo>
                      <a:pt x="1" y="0"/>
                    </a:moveTo>
                    <a:lnTo>
                      <a:pt x="1" y="435"/>
                    </a:lnTo>
                    <a:lnTo>
                      <a:pt x="109" y="435"/>
                    </a:lnTo>
                    <a:lnTo>
                      <a:pt x="109"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5" name="Google Shape;1645;p21"/>
              <p:cNvSpPr/>
              <p:nvPr/>
            </p:nvSpPr>
            <p:spPr>
              <a:xfrm>
                <a:off x="1742436" y="2208514"/>
                <a:ext cx="40338" cy="56217"/>
              </a:xfrm>
              <a:custGeom>
                <a:avLst/>
                <a:gdLst/>
                <a:ahLst/>
                <a:cxnLst/>
                <a:rect l="l" t="t" r="r" b="b"/>
                <a:pathLst>
                  <a:path w="315" h="439" extrusionOk="0">
                    <a:moveTo>
                      <a:pt x="220" y="0"/>
                    </a:moveTo>
                    <a:cubicBezTo>
                      <a:pt x="138" y="124"/>
                      <a:pt x="69" y="258"/>
                      <a:pt x="1" y="396"/>
                    </a:cubicBezTo>
                    <a:lnTo>
                      <a:pt x="108" y="438"/>
                    </a:lnTo>
                    <a:cubicBezTo>
                      <a:pt x="164" y="301"/>
                      <a:pt x="233" y="177"/>
                      <a:pt x="314" y="56"/>
                    </a:cubicBezTo>
                    <a:lnTo>
                      <a:pt x="220"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6" name="Google Shape;1646;p21"/>
              <p:cNvSpPr/>
              <p:nvPr/>
            </p:nvSpPr>
            <p:spPr>
              <a:xfrm>
                <a:off x="1718105" y="2426596"/>
                <a:ext cx="13958" cy="57882"/>
              </a:xfrm>
              <a:custGeom>
                <a:avLst/>
                <a:gdLst/>
                <a:ahLst/>
                <a:cxnLst/>
                <a:rect l="l" t="t" r="r" b="b"/>
                <a:pathLst>
                  <a:path w="109" h="452" extrusionOk="0">
                    <a:moveTo>
                      <a:pt x="1" y="0"/>
                    </a:moveTo>
                    <a:lnTo>
                      <a:pt x="1" y="451"/>
                    </a:lnTo>
                    <a:lnTo>
                      <a:pt x="109" y="451"/>
                    </a:lnTo>
                    <a:lnTo>
                      <a:pt x="109"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7" name="Google Shape;1647;p21"/>
              <p:cNvSpPr/>
              <p:nvPr/>
            </p:nvSpPr>
            <p:spPr>
              <a:xfrm>
                <a:off x="1806849" y="2126429"/>
                <a:ext cx="52504" cy="47381"/>
              </a:xfrm>
              <a:custGeom>
                <a:avLst/>
                <a:gdLst/>
                <a:ahLst/>
                <a:cxnLst/>
                <a:rect l="l" t="t" r="r" b="b"/>
                <a:pathLst>
                  <a:path w="410" h="370" extrusionOk="0">
                    <a:moveTo>
                      <a:pt x="341" y="1"/>
                    </a:moveTo>
                    <a:cubicBezTo>
                      <a:pt x="220" y="82"/>
                      <a:pt x="109" y="180"/>
                      <a:pt x="1" y="288"/>
                    </a:cubicBezTo>
                    <a:lnTo>
                      <a:pt x="83" y="370"/>
                    </a:lnTo>
                    <a:cubicBezTo>
                      <a:pt x="177" y="275"/>
                      <a:pt x="289" y="180"/>
                      <a:pt x="409" y="99"/>
                    </a:cubicBezTo>
                    <a:lnTo>
                      <a:pt x="341"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8" name="Google Shape;1648;p21"/>
              <p:cNvSpPr/>
              <p:nvPr/>
            </p:nvSpPr>
            <p:spPr>
              <a:xfrm>
                <a:off x="1718105" y="2313137"/>
                <a:ext cx="21129" cy="57882"/>
              </a:xfrm>
              <a:custGeom>
                <a:avLst/>
                <a:gdLst/>
                <a:ahLst/>
                <a:cxnLst/>
                <a:rect l="l" t="t" r="r" b="b"/>
                <a:pathLst>
                  <a:path w="165" h="452" extrusionOk="0">
                    <a:moveTo>
                      <a:pt x="53" y="0"/>
                    </a:moveTo>
                    <a:cubicBezTo>
                      <a:pt x="27" y="151"/>
                      <a:pt x="14" y="301"/>
                      <a:pt x="1" y="451"/>
                    </a:cubicBezTo>
                    <a:lnTo>
                      <a:pt x="109" y="451"/>
                    </a:lnTo>
                    <a:cubicBezTo>
                      <a:pt x="122" y="314"/>
                      <a:pt x="135" y="164"/>
                      <a:pt x="164" y="30"/>
                    </a:cubicBezTo>
                    <a:lnTo>
                      <a:pt x="53"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9" name="Google Shape;1649;p21"/>
              <p:cNvSpPr/>
              <p:nvPr/>
            </p:nvSpPr>
            <p:spPr>
              <a:xfrm>
                <a:off x="1718105" y="2653385"/>
                <a:ext cx="13958" cy="55833"/>
              </a:xfrm>
              <a:custGeom>
                <a:avLst/>
                <a:gdLst/>
                <a:ahLst/>
                <a:cxnLst/>
                <a:rect l="l" t="t" r="r" b="b"/>
                <a:pathLst>
                  <a:path w="109" h="436" extrusionOk="0">
                    <a:moveTo>
                      <a:pt x="1" y="1"/>
                    </a:moveTo>
                    <a:lnTo>
                      <a:pt x="1" y="436"/>
                    </a:lnTo>
                    <a:lnTo>
                      <a:pt x="109" y="436"/>
                    </a:lnTo>
                    <a:lnTo>
                      <a:pt x="109"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0" name="Google Shape;1650;p21"/>
              <p:cNvSpPr/>
              <p:nvPr/>
            </p:nvSpPr>
            <p:spPr>
              <a:xfrm>
                <a:off x="1718105" y="3553374"/>
                <a:ext cx="13958" cy="55833"/>
              </a:xfrm>
              <a:custGeom>
                <a:avLst/>
                <a:gdLst/>
                <a:ahLst/>
                <a:cxnLst/>
                <a:rect l="l" t="t" r="r" b="b"/>
                <a:pathLst>
                  <a:path w="109" h="436" extrusionOk="0">
                    <a:moveTo>
                      <a:pt x="1" y="0"/>
                    </a:moveTo>
                    <a:lnTo>
                      <a:pt x="1" y="435"/>
                    </a:lnTo>
                    <a:lnTo>
                      <a:pt x="109" y="435"/>
                    </a:lnTo>
                    <a:lnTo>
                      <a:pt x="109"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1" name="Google Shape;1651;p21"/>
              <p:cNvSpPr/>
              <p:nvPr/>
            </p:nvSpPr>
            <p:spPr>
              <a:xfrm>
                <a:off x="1718105" y="3666833"/>
                <a:ext cx="13958" cy="55705"/>
              </a:xfrm>
              <a:custGeom>
                <a:avLst/>
                <a:gdLst/>
                <a:ahLst/>
                <a:cxnLst/>
                <a:rect l="l" t="t" r="r" b="b"/>
                <a:pathLst>
                  <a:path w="109" h="435" extrusionOk="0">
                    <a:moveTo>
                      <a:pt x="1" y="0"/>
                    </a:moveTo>
                    <a:lnTo>
                      <a:pt x="1" y="435"/>
                    </a:lnTo>
                    <a:lnTo>
                      <a:pt x="109" y="435"/>
                    </a:lnTo>
                    <a:lnTo>
                      <a:pt x="109"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2" name="Google Shape;1652;p21"/>
              <p:cNvSpPr/>
              <p:nvPr/>
            </p:nvSpPr>
            <p:spPr>
              <a:xfrm>
                <a:off x="1718105" y="2989921"/>
                <a:ext cx="13958" cy="57498"/>
              </a:xfrm>
              <a:custGeom>
                <a:avLst/>
                <a:gdLst/>
                <a:ahLst/>
                <a:cxnLst/>
                <a:rect l="l" t="t" r="r" b="b"/>
                <a:pathLst>
                  <a:path w="109" h="449" extrusionOk="0">
                    <a:moveTo>
                      <a:pt x="1" y="1"/>
                    </a:moveTo>
                    <a:lnTo>
                      <a:pt x="1" y="449"/>
                    </a:lnTo>
                    <a:lnTo>
                      <a:pt x="109" y="449"/>
                    </a:lnTo>
                    <a:lnTo>
                      <a:pt x="109"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3" name="Google Shape;1653;p21"/>
              <p:cNvSpPr/>
              <p:nvPr/>
            </p:nvSpPr>
            <p:spPr>
              <a:xfrm>
                <a:off x="1718105" y="3778114"/>
                <a:ext cx="13958" cy="57882"/>
              </a:xfrm>
              <a:custGeom>
                <a:avLst/>
                <a:gdLst/>
                <a:ahLst/>
                <a:cxnLst/>
                <a:rect l="l" t="t" r="r" b="b"/>
                <a:pathLst>
                  <a:path w="109" h="452" extrusionOk="0">
                    <a:moveTo>
                      <a:pt x="1" y="1"/>
                    </a:moveTo>
                    <a:lnTo>
                      <a:pt x="1" y="452"/>
                    </a:lnTo>
                    <a:lnTo>
                      <a:pt x="109" y="452"/>
                    </a:lnTo>
                    <a:lnTo>
                      <a:pt x="109"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4" name="Google Shape;1654;p21"/>
              <p:cNvSpPr/>
              <p:nvPr/>
            </p:nvSpPr>
            <p:spPr>
              <a:xfrm>
                <a:off x="1718105" y="3103380"/>
                <a:ext cx="13958" cy="55833"/>
              </a:xfrm>
              <a:custGeom>
                <a:avLst/>
                <a:gdLst/>
                <a:ahLst/>
                <a:cxnLst/>
                <a:rect l="l" t="t" r="r" b="b"/>
                <a:pathLst>
                  <a:path w="109" h="436" extrusionOk="0">
                    <a:moveTo>
                      <a:pt x="1" y="1"/>
                    </a:moveTo>
                    <a:lnTo>
                      <a:pt x="1" y="435"/>
                    </a:lnTo>
                    <a:lnTo>
                      <a:pt x="109" y="435"/>
                    </a:lnTo>
                    <a:lnTo>
                      <a:pt x="109"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5" name="Google Shape;1655;p21"/>
              <p:cNvSpPr/>
              <p:nvPr/>
            </p:nvSpPr>
            <p:spPr>
              <a:xfrm>
                <a:off x="1718105" y="3214790"/>
                <a:ext cx="13958" cy="57882"/>
              </a:xfrm>
              <a:custGeom>
                <a:avLst/>
                <a:gdLst/>
                <a:ahLst/>
                <a:cxnLst/>
                <a:rect l="l" t="t" r="r" b="b"/>
                <a:pathLst>
                  <a:path w="109" h="452" extrusionOk="0">
                    <a:moveTo>
                      <a:pt x="1" y="0"/>
                    </a:moveTo>
                    <a:lnTo>
                      <a:pt x="1" y="451"/>
                    </a:lnTo>
                    <a:lnTo>
                      <a:pt x="109" y="451"/>
                    </a:lnTo>
                    <a:lnTo>
                      <a:pt x="109"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6" name="Google Shape;1656;p21"/>
              <p:cNvSpPr/>
              <p:nvPr/>
            </p:nvSpPr>
            <p:spPr>
              <a:xfrm>
                <a:off x="1718105" y="3441579"/>
                <a:ext cx="13958" cy="55833"/>
              </a:xfrm>
              <a:custGeom>
                <a:avLst/>
                <a:gdLst/>
                <a:ahLst/>
                <a:cxnLst/>
                <a:rect l="l" t="t" r="r" b="b"/>
                <a:pathLst>
                  <a:path w="109" h="436" extrusionOk="0">
                    <a:moveTo>
                      <a:pt x="1" y="1"/>
                    </a:moveTo>
                    <a:lnTo>
                      <a:pt x="1" y="435"/>
                    </a:lnTo>
                    <a:lnTo>
                      <a:pt x="109" y="435"/>
                    </a:lnTo>
                    <a:lnTo>
                      <a:pt x="109"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7" name="Google Shape;1657;p21"/>
              <p:cNvSpPr/>
              <p:nvPr/>
            </p:nvSpPr>
            <p:spPr>
              <a:xfrm>
                <a:off x="1718105" y="3328120"/>
                <a:ext cx="13958" cy="56217"/>
              </a:xfrm>
              <a:custGeom>
                <a:avLst/>
                <a:gdLst/>
                <a:ahLst/>
                <a:cxnLst/>
                <a:rect l="l" t="t" r="r" b="b"/>
                <a:pathLst>
                  <a:path w="109" h="439" extrusionOk="0">
                    <a:moveTo>
                      <a:pt x="1" y="1"/>
                    </a:moveTo>
                    <a:lnTo>
                      <a:pt x="1" y="439"/>
                    </a:lnTo>
                    <a:lnTo>
                      <a:pt x="109" y="439"/>
                    </a:lnTo>
                    <a:lnTo>
                      <a:pt x="109"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8" name="Google Shape;1658;p21"/>
              <p:cNvSpPr/>
              <p:nvPr/>
            </p:nvSpPr>
            <p:spPr>
              <a:xfrm>
                <a:off x="2316262" y="2459634"/>
                <a:ext cx="13958" cy="57882"/>
              </a:xfrm>
              <a:custGeom>
                <a:avLst/>
                <a:gdLst/>
                <a:ahLst/>
                <a:cxnLst/>
                <a:rect l="l" t="t" r="r" b="b"/>
                <a:pathLst>
                  <a:path w="109" h="452" extrusionOk="0">
                    <a:moveTo>
                      <a:pt x="1" y="0"/>
                    </a:moveTo>
                    <a:lnTo>
                      <a:pt x="1" y="452"/>
                    </a:lnTo>
                    <a:lnTo>
                      <a:pt x="109" y="452"/>
                    </a:lnTo>
                    <a:lnTo>
                      <a:pt x="109"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9" name="Google Shape;1659;p21"/>
              <p:cNvSpPr/>
              <p:nvPr/>
            </p:nvSpPr>
            <p:spPr>
              <a:xfrm>
                <a:off x="2316262" y="2573093"/>
                <a:ext cx="13958" cy="55705"/>
              </a:xfrm>
              <a:custGeom>
                <a:avLst/>
                <a:gdLst/>
                <a:ahLst/>
                <a:cxnLst/>
                <a:rect l="l" t="t" r="r" b="b"/>
                <a:pathLst>
                  <a:path w="109" h="435" extrusionOk="0">
                    <a:moveTo>
                      <a:pt x="1" y="0"/>
                    </a:moveTo>
                    <a:lnTo>
                      <a:pt x="1" y="435"/>
                    </a:lnTo>
                    <a:lnTo>
                      <a:pt x="109" y="435"/>
                    </a:lnTo>
                    <a:lnTo>
                      <a:pt x="109"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0" name="Google Shape;1660;p21"/>
              <p:cNvSpPr/>
              <p:nvPr/>
            </p:nvSpPr>
            <p:spPr>
              <a:xfrm>
                <a:off x="2316262" y="2686552"/>
                <a:ext cx="13958" cy="55705"/>
              </a:xfrm>
              <a:custGeom>
                <a:avLst/>
                <a:gdLst/>
                <a:ahLst/>
                <a:cxnLst/>
                <a:rect l="l" t="t" r="r" b="b"/>
                <a:pathLst>
                  <a:path w="109" h="435" extrusionOk="0">
                    <a:moveTo>
                      <a:pt x="1" y="0"/>
                    </a:moveTo>
                    <a:lnTo>
                      <a:pt x="1" y="435"/>
                    </a:lnTo>
                    <a:lnTo>
                      <a:pt x="109" y="435"/>
                    </a:lnTo>
                    <a:lnTo>
                      <a:pt x="109"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1" name="Google Shape;1661;p21"/>
              <p:cNvSpPr/>
              <p:nvPr/>
            </p:nvSpPr>
            <p:spPr>
              <a:xfrm>
                <a:off x="2316262" y="2798218"/>
                <a:ext cx="13958" cy="55833"/>
              </a:xfrm>
              <a:custGeom>
                <a:avLst/>
                <a:gdLst/>
                <a:ahLst/>
                <a:cxnLst/>
                <a:rect l="l" t="t" r="r" b="b"/>
                <a:pathLst>
                  <a:path w="109" h="436" extrusionOk="0">
                    <a:moveTo>
                      <a:pt x="1" y="1"/>
                    </a:moveTo>
                    <a:lnTo>
                      <a:pt x="1" y="436"/>
                    </a:lnTo>
                    <a:lnTo>
                      <a:pt x="109" y="436"/>
                    </a:lnTo>
                    <a:lnTo>
                      <a:pt x="109"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2" name="Google Shape;1662;p21"/>
              <p:cNvSpPr/>
              <p:nvPr/>
            </p:nvSpPr>
            <p:spPr>
              <a:xfrm>
                <a:off x="2012894" y="2072389"/>
                <a:ext cx="57370" cy="17800"/>
              </a:xfrm>
              <a:custGeom>
                <a:avLst/>
                <a:gdLst/>
                <a:ahLst/>
                <a:cxnLst/>
                <a:rect l="l" t="t" r="r" b="b"/>
                <a:pathLst>
                  <a:path w="448" h="139" extrusionOk="0">
                    <a:moveTo>
                      <a:pt x="0" y="1"/>
                    </a:moveTo>
                    <a:lnTo>
                      <a:pt x="0" y="112"/>
                    </a:lnTo>
                    <a:lnTo>
                      <a:pt x="95" y="112"/>
                    </a:lnTo>
                    <a:cubicBezTo>
                      <a:pt x="203" y="112"/>
                      <a:pt x="327" y="125"/>
                      <a:pt x="435" y="138"/>
                    </a:cubicBezTo>
                    <a:lnTo>
                      <a:pt x="448" y="30"/>
                    </a:lnTo>
                    <a:cubicBezTo>
                      <a:pt x="327" y="14"/>
                      <a:pt x="216" y="1"/>
                      <a:pt x="95"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3" name="Google Shape;1663;p21"/>
              <p:cNvSpPr/>
              <p:nvPr/>
            </p:nvSpPr>
            <p:spPr>
              <a:xfrm>
                <a:off x="2314597" y="2346176"/>
                <a:ext cx="15623" cy="57882"/>
              </a:xfrm>
              <a:custGeom>
                <a:avLst/>
                <a:gdLst/>
                <a:ahLst/>
                <a:cxnLst/>
                <a:rect l="l" t="t" r="r" b="b"/>
                <a:pathLst>
                  <a:path w="122" h="452" extrusionOk="0">
                    <a:moveTo>
                      <a:pt x="109" y="1"/>
                    </a:moveTo>
                    <a:lnTo>
                      <a:pt x="1" y="17"/>
                    </a:lnTo>
                    <a:cubicBezTo>
                      <a:pt x="14" y="99"/>
                      <a:pt x="14" y="180"/>
                      <a:pt x="14" y="262"/>
                    </a:cubicBezTo>
                    <a:lnTo>
                      <a:pt x="14" y="452"/>
                    </a:lnTo>
                    <a:lnTo>
                      <a:pt x="122" y="452"/>
                    </a:lnTo>
                    <a:lnTo>
                      <a:pt x="122" y="262"/>
                    </a:lnTo>
                    <a:cubicBezTo>
                      <a:pt x="122" y="180"/>
                      <a:pt x="122" y="99"/>
                      <a:pt x="109"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4" name="Google Shape;1664;p21"/>
              <p:cNvSpPr/>
              <p:nvPr/>
            </p:nvSpPr>
            <p:spPr>
              <a:xfrm>
                <a:off x="2283223" y="2238223"/>
                <a:ext cx="34832" cy="55833"/>
              </a:xfrm>
              <a:custGeom>
                <a:avLst/>
                <a:gdLst/>
                <a:ahLst/>
                <a:cxnLst/>
                <a:rect l="l" t="t" r="r" b="b"/>
                <a:pathLst>
                  <a:path w="272" h="436" extrusionOk="0">
                    <a:moveTo>
                      <a:pt x="108" y="0"/>
                    </a:moveTo>
                    <a:lnTo>
                      <a:pt x="1" y="43"/>
                    </a:lnTo>
                    <a:cubicBezTo>
                      <a:pt x="66" y="177"/>
                      <a:pt x="122" y="301"/>
                      <a:pt x="164" y="435"/>
                    </a:cubicBezTo>
                    <a:lnTo>
                      <a:pt x="272" y="409"/>
                    </a:lnTo>
                    <a:cubicBezTo>
                      <a:pt x="229" y="272"/>
                      <a:pt x="177" y="125"/>
                      <a:pt x="108"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5" name="Google Shape;1665;p21"/>
              <p:cNvSpPr/>
              <p:nvPr/>
            </p:nvSpPr>
            <p:spPr>
              <a:xfrm>
                <a:off x="2216633" y="2147430"/>
                <a:ext cx="49174" cy="50711"/>
              </a:xfrm>
              <a:custGeom>
                <a:avLst/>
                <a:gdLst/>
                <a:ahLst/>
                <a:cxnLst/>
                <a:rect l="l" t="t" r="r" b="b"/>
                <a:pathLst>
                  <a:path w="384" h="396" extrusionOk="0">
                    <a:moveTo>
                      <a:pt x="70" y="0"/>
                    </a:moveTo>
                    <a:lnTo>
                      <a:pt x="1" y="82"/>
                    </a:lnTo>
                    <a:cubicBezTo>
                      <a:pt x="96" y="180"/>
                      <a:pt x="207" y="288"/>
                      <a:pt x="289" y="396"/>
                    </a:cubicBezTo>
                    <a:lnTo>
                      <a:pt x="383" y="327"/>
                    </a:lnTo>
                    <a:cubicBezTo>
                      <a:pt x="289" y="206"/>
                      <a:pt x="177" y="98"/>
                      <a:pt x="70"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6" name="Google Shape;1666;p21"/>
              <p:cNvSpPr/>
              <p:nvPr/>
            </p:nvSpPr>
            <p:spPr>
              <a:xfrm>
                <a:off x="2120846" y="2090061"/>
                <a:ext cx="57882" cy="36496"/>
              </a:xfrm>
              <a:custGeom>
                <a:avLst/>
                <a:gdLst/>
                <a:ahLst/>
                <a:cxnLst/>
                <a:rect l="l" t="t" r="r" b="b"/>
                <a:pathLst>
                  <a:path w="452" h="285" extrusionOk="0">
                    <a:moveTo>
                      <a:pt x="43" y="0"/>
                    </a:moveTo>
                    <a:lnTo>
                      <a:pt x="0" y="108"/>
                    </a:lnTo>
                    <a:cubicBezTo>
                      <a:pt x="138" y="151"/>
                      <a:pt x="272" y="219"/>
                      <a:pt x="396" y="285"/>
                    </a:cubicBezTo>
                    <a:lnTo>
                      <a:pt x="451" y="190"/>
                    </a:lnTo>
                    <a:cubicBezTo>
                      <a:pt x="314" y="108"/>
                      <a:pt x="177" y="56"/>
                      <a:pt x="43"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7" name="Google Shape;1667;p21"/>
              <p:cNvSpPr/>
              <p:nvPr/>
            </p:nvSpPr>
            <p:spPr>
              <a:xfrm>
                <a:off x="2316262" y="2911293"/>
                <a:ext cx="13958" cy="56217"/>
              </a:xfrm>
              <a:custGeom>
                <a:avLst/>
                <a:gdLst/>
                <a:ahLst/>
                <a:cxnLst/>
                <a:rect l="l" t="t" r="r" b="b"/>
                <a:pathLst>
                  <a:path w="109" h="439" extrusionOk="0">
                    <a:moveTo>
                      <a:pt x="1" y="0"/>
                    </a:moveTo>
                    <a:lnTo>
                      <a:pt x="1" y="438"/>
                    </a:lnTo>
                    <a:lnTo>
                      <a:pt x="109" y="438"/>
                    </a:lnTo>
                    <a:lnTo>
                      <a:pt x="109"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8" name="Google Shape;1668;p21"/>
              <p:cNvSpPr/>
              <p:nvPr/>
            </p:nvSpPr>
            <p:spPr>
              <a:xfrm>
                <a:off x="1718105" y="4003368"/>
                <a:ext cx="15623" cy="55705"/>
              </a:xfrm>
              <a:custGeom>
                <a:avLst/>
                <a:gdLst/>
                <a:ahLst/>
                <a:cxnLst/>
                <a:rect l="l" t="t" r="r" b="b"/>
                <a:pathLst>
                  <a:path w="122" h="435" extrusionOk="0">
                    <a:moveTo>
                      <a:pt x="1" y="0"/>
                    </a:moveTo>
                    <a:lnTo>
                      <a:pt x="1" y="435"/>
                    </a:lnTo>
                    <a:lnTo>
                      <a:pt x="122" y="435"/>
                    </a:lnTo>
                    <a:lnTo>
                      <a:pt x="122"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9" name="Google Shape;1669;p21"/>
              <p:cNvSpPr/>
              <p:nvPr/>
            </p:nvSpPr>
            <p:spPr>
              <a:xfrm>
                <a:off x="1718105" y="4114650"/>
                <a:ext cx="15623" cy="57882"/>
              </a:xfrm>
              <a:custGeom>
                <a:avLst/>
                <a:gdLst/>
                <a:ahLst/>
                <a:cxnLst/>
                <a:rect l="l" t="t" r="r" b="b"/>
                <a:pathLst>
                  <a:path w="122" h="452" extrusionOk="0">
                    <a:moveTo>
                      <a:pt x="1" y="1"/>
                    </a:moveTo>
                    <a:lnTo>
                      <a:pt x="1" y="452"/>
                    </a:lnTo>
                    <a:lnTo>
                      <a:pt x="122" y="452"/>
                    </a:lnTo>
                    <a:lnTo>
                      <a:pt x="122"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0" name="Google Shape;1670;p21"/>
              <p:cNvSpPr/>
              <p:nvPr/>
            </p:nvSpPr>
            <p:spPr>
              <a:xfrm>
                <a:off x="1718105" y="3889909"/>
                <a:ext cx="15623" cy="57498"/>
              </a:xfrm>
              <a:custGeom>
                <a:avLst/>
                <a:gdLst/>
                <a:ahLst/>
                <a:cxnLst/>
                <a:rect l="l" t="t" r="r" b="b"/>
                <a:pathLst>
                  <a:path w="122" h="449" extrusionOk="0">
                    <a:moveTo>
                      <a:pt x="1" y="0"/>
                    </a:moveTo>
                    <a:lnTo>
                      <a:pt x="1" y="14"/>
                    </a:lnTo>
                    <a:lnTo>
                      <a:pt x="1" y="177"/>
                    </a:lnTo>
                    <a:lnTo>
                      <a:pt x="1" y="448"/>
                    </a:lnTo>
                    <a:lnTo>
                      <a:pt x="122" y="448"/>
                    </a:lnTo>
                    <a:lnTo>
                      <a:pt x="122"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1" name="Google Shape;1671;p21"/>
              <p:cNvSpPr/>
              <p:nvPr/>
            </p:nvSpPr>
            <p:spPr>
              <a:xfrm>
                <a:off x="1718105" y="4228109"/>
                <a:ext cx="15623" cy="56217"/>
              </a:xfrm>
              <a:custGeom>
                <a:avLst/>
                <a:gdLst/>
                <a:ahLst/>
                <a:cxnLst/>
                <a:rect l="l" t="t" r="r" b="b"/>
                <a:pathLst>
                  <a:path w="122" h="439" extrusionOk="0">
                    <a:moveTo>
                      <a:pt x="1" y="0"/>
                    </a:moveTo>
                    <a:lnTo>
                      <a:pt x="1" y="438"/>
                    </a:lnTo>
                    <a:lnTo>
                      <a:pt x="122" y="438"/>
                    </a:lnTo>
                    <a:lnTo>
                      <a:pt x="122"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2" name="Google Shape;1672;p21"/>
              <p:cNvSpPr/>
              <p:nvPr/>
            </p:nvSpPr>
            <p:spPr>
              <a:xfrm>
                <a:off x="1718105" y="4341568"/>
                <a:ext cx="15623" cy="55833"/>
              </a:xfrm>
              <a:custGeom>
                <a:avLst/>
                <a:gdLst/>
                <a:ahLst/>
                <a:cxnLst/>
                <a:rect l="l" t="t" r="r" b="b"/>
                <a:pathLst>
                  <a:path w="122" h="436" extrusionOk="0">
                    <a:moveTo>
                      <a:pt x="1" y="0"/>
                    </a:moveTo>
                    <a:lnTo>
                      <a:pt x="1" y="435"/>
                    </a:lnTo>
                    <a:lnTo>
                      <a:pt x="122" y="435"/>
                    </a:lnTo>
                    <a:lnTo>
                      <a:pt x="122"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3" name="Google Shape;1673;p21"/>
              <p:cNvSpPr/>
              <p:nvPr/>
            </p:nvSpPr>
            <p:spPr>
              <a:xfrm>
                <a:off x="1718105" y="4453362"/>
                <a:ext cx="15623" cy="55705"/>
              </a:xfrm>
              <a:custGeom>
                <a:avLst/>
                <a:gdLst/>
                <a:ahLst/>
                <a:cxnLst/>
                <a:rect l="l" t="t" r="r" b="b"/>
                <a:pathLst>
                  <a:path w="122" h="435" extrusionOk="0">
                    <a:moveTo>
                      <a:pt x="1" y="0"/>
                    </a:moveTo>
                    <a:lnTo>
                      <a:pt x="1" y="435"/>
                    </a:lnTo>
                    <a:lnTo>
                      <a:pt x="122" y="435"/>
                    </a:lnTo>
                    <a:lnTo>
                      <a:pt x="122"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4" name="Google Shape;1674;p21"/>
              <p:cNvSpPr/>
              <p:nvPr/>
            </p:nvSpPr>
            <p:spPr>
              <a:xfrm>
                <a:off x="1718105" y="4678103"/>
                <a:ext cx="15623" cy="59547"/>
              </a:xfrm>
              <a:custGeom>
                <a:avLst/>
                <a:gdLst/>
                <a:ahLst/>
                <a:cxnLst/>
                <a:rect l="l" t="t" r="r" b="b"/>
                <a:pathLst>
                  <a:path w="122" h="465" extrusionOk="0">
                    <a:moveTo>
                      <a:pt x="1" y="0"/>
                    </a:moveTo>
                    <a:lnTo>
                      <a:pt x="1" y="30"/>
                    </a:lnTo>
                    <a:lnTo>
                      <a:pt x="1" y="451"/>
                    </a:lnTo>
                    <a:lnTo>
                      <a:pt x="1" y="464"/>
                    </a:lnTo>
                    <a:lnTo>
                      <a:pt x="122" y="464"/>
                    </a:lnTo>
                    <a:lnTo>
                      <a:pt x="122" y="451"/>
                    </a:lnTo>
                    <a:lnTo>
                      <a:pt x="122" y="30"/>
                    </a:lnTo>
                    <a:lnTo>
                      <a:pt x="122"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5" name="Google Shape;1675;p21"/>
              <p:cNvSpPr/>
              <p:nvPr/>
            </p:nvSpPr>
            <p:spPr>
              <a:xfrm>
                <a:off x="1718105" y="4566693"/>
                <a:ext cx="15623" cy="55833"/>
              </a:xfrm>
              <a:custGeom>
                <a:avLst/>
                <a:gdLst/>
                <a:ahLst/>
                <a:cxnLst/>
                <a:rect l="l" t="t" r="r" b="b"/>
                <a:pathLst>
                  <a:path w="122" h="436" extrusionOk="0">
                    <a:moveTo>
                      <a:pt x="1" y="1"/>
                    </a:moveTo>
                    <a:lnTo>
                      <a:pt x="1" y="436"/>
                    </a:lnTo>
                    <a:lnTo>
                      <a:pt x="122" y="436"/>
                    </a:lnTo>
                    <a:lnTo>
                      <a:pt x="122"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676" name="Google Shape;1676;p21"/>
          <p:cNvGrpSpPr/>
          <p:nvPr/>
        </p:nvGrpSpPr>
        <p:grpSpPr>
          <a:xfrm flipH="1">
            <a:off x="8070193" y="4512987"/>
            <a:ext cx="514249" cy="630515"/>
            <a:chOff x="1551613" y="4513162"/>
            <a:chExt cx="514249" cy="630515"/>
          </a:xfrm>
        </p:grpSpPr>
        <p:grpSp>
          <p:nvGrpSpPr>
            <p:cNvPr id="1677" name="Google Shape;1677;p21"/>
            <p:cNvGrpSpPr/>
            <p:nvPr/>
          </p:nvGrpSpPr>
          <p:grpSpPr>
            <a:xfrm>
              <a:off x="1551613" y="4513162"/>
              <a:ext cx="347653" cy="630515"/>
              <a:chOff x="3816307" y="2352225"/>
              <a:chExt cx="1213027" cy="2199981"/>
            </a:xfrm>
          </p:grpSpPr>
          <p:sp>
            <p:nvSpPr>
              <p:cNvPr id="1678" name="Google Shape;1678;p21"/>
              <p:cNvSpPr/>
              <p:nvPr/>
            </p:nvSpPr>
            <p:spPr>
              <a:xfrm>
                <a:off x="3816307" y="2353110"/>
                <a:ext cx="1213027" cy="1210194"/>
              </a:xfrm>
              <a:custGeom>
                <a:avLst/>
                <a:gdLst/>
                <a:ahLst/>
                <a:cxnLst/>
                <a:rect l="l" t="t" r="r" b="b"/>
                <a:pathLst>
                  <a:path w="6852" h="6836" extrusionOk="0">
                    <a:moveTo>
                      <a:pt x="3422" y="1"/>
                    </a:moveTo>
                    <a:cubicBezTo>
                      <a:pt x="1540" y="1"/>
                      <a:pt x="14" y="1519"/>
                      <a:pt x="1" y="3404"/>
                    </a:cubicBezTo>
                    <a:cubicBezTo>
                      <a:pt x="1" y="5299"/>
                      <a:pt x="1524" y="6836"/>
                      <a:pt x="3420" y="6836"/>
                    </a:cubicBezTo>
                    <a:cubicBezTo>
                      <a:pt x="3430" y="6836"/>
                      <a:pt x="3440" y="6836"/>
                      <a:pt x="3450" y="6836"/>
                    </a:cubicBezTo>
                    <a:cubicBezTo>
                      <a:pt x="5316" y="6836"/>
                      <a:pt x="6836" y="5315"/>
                      <a:pt x="6852" y="3433"/>
                    </a:cubicBezTo>
                    <a:cubicBezTo>
                      <a:pt x="6852" y="1540"/>
                      <a:pt x="5326" y="1"/>
                      <a:pt x="3446" y="1"/>
                    </a:cubicBezTo>
                    <a:cubicBezTo>
                      <a:pt x="3438" y="1"/>
                      <a:pt x="3430" y="1"/>
                      <a:pt x="342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9" name="Google Shape;1679;p21"/>
              <p:cNvSpPr/>
              <p:nvPr/>
            </p:nvSpPr>
            <p:spPr>
              <a:xfrm>
                <a:off x="4199402" y="2832867"/>
                <a:ext cx="361854" cy="1719340"/>
              </a:xfrm>
              <a:custGeom>
                <a:avLst/>
                <a:gdLst/>
                <a:ahLst/>
                <a:cxnLst/>
                <a:rect l="l" t="t" r="r" b="b"/>
                <a:pathLst>
                  <a:path w="2044" h="9712" extrusionOk="0">
                    <a:moveTo>
                      <a:pt x="1187" y="1"/>
                    </a:moveTo>
                    <a:lnTo>
                      <a:pt x="929" y="3420"/>
                    </a:lnTo>
                    <a:lnTo>
                      <a:pt x="14" y="2262"/>
                    </a:lnTo>
                    <a:lnTo>
                      <a:pt x="1" y="2276"/>
                    </a:lnTo>
                    <a:lnTo>
                      <a:pt x="900" y="3815"/>
                    </a:lnTo>
                    <a:lnTo>
                      <a:pt x="736" y="9712"/>
                    </a:lnTo>
                    <a:lnTo>
                      <a:pt x="1635" y="9712"/>
                    </a:lnTo>
                    <a:lnTo>
                      <a:pt x="1364" y="1854"/>
                    </a:lnTo>
                    <a:lnTo>
                      <a:pt x="2044" y="1020"/>
                    </a:lnTo>
                    <a:lnTo>
                      <a:pt x="2031" y="1007"/>
                    </a:lnTo>
                    <a:lnTo>
                      <a:pt x="1351" y="1648"/>
                    </a:lnTo>
                    <a:lnTo>
                      <a:pt x="1240" y="14"/>
                    </a:lnTo>
                    <a:lnTo>
                      <a:pt x="118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0" name="Google Shape;1680;p21"/>
              <p:cNvSpPr/>
              <p:nvPr/>
            </p:nvSpPr>
            <p:spPr>
              <a:xfrm>
                <a:off x="4331999" y="2352225"/>
                <a:ext cx="697331" cy="1211079"/>
              </a:xfrm>
              <a:custGeom>
                <a:avLst/>
                <a:gdLst/>
                <a:ahLst/>
                <a:cxnLst/>
                <a:rect l="l" t="t" r="r" b="b"/>
                <a:pathLst>
                  <a:path w="3939" h="6841" extrusionOk="0">
                    <a:moveTo>
                      <a:pt x="383" y="1"/>
                    </a:moveTo>
                    <a:cubicBezTo>
                      <a:pt x="248" y="1"/>
                      <a:pt x="120" y="13"/>
                      <a:pt x="0" y="32"/>
                    </a:cubicBezTo>
                    <a:cubicBezTo>
                      <a:pt x="1651" y="290"/>
                      <a:pt x="2903" y="1722"/>
                      <a:pt x="2903" y="3438"/>
                    </a:cubicBezTo>
                    <a:cubicBezTo>
                      <a:pt x="2890" y="5141"/>
                      <a:pt x="1635" y="6556"/>
                      <a:pt x="0" y="6801"/>
                    </a:cubicBezTo>
                    <a:cubicBezTo>
                      <a:pt x="164" y="6828"/>
                      <a:pt x="327" y="6841"/>
                      <a:pt x="507" y="6841"/>
                    </a:cubicBezTo>
                    <a:cubicBezTo>
                      <a:pt x="517" y="6841"/>
                      <a:pt x="527" y="6841"/>
                      <a:pt x="537" y="6841"/>
                    </a:cubicBezTo>
                    <a:cubicBezTo>
                      <a:pt x="2403" y="6841"/>
                      <a:pt x="3923" y="5320"/>
                      <a:pt x="3939" y="3438"/>
                    </a:cubicBezTo>
                    <a:cubicBezTo>
                      <a:pt x="3939" y="1545"/>
                      <a:pt x="2413" y="6"/>
                      <a:pt x="533" y="6"/>
                    </a:cubicBezTo>
                    <a:cubicBezTo>
                      <a:pt x="482" y="2"/>
                      <a:pt x="432" y="1"/>
                      <a:pt x="383" y="1"/>
                    </a:cubicBezTo>
                    <a:close/>
                  </a:path>
                </a:pathLst>
              </a:custGeom>
              <a:solidFill>
                <a:srgbClr val="473A50">
                  <a:alpha val="434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681" name="Google Shape;1681;p21"/>
            <p:cNvGrpSpPr/>
            <p:nvPr/>
          </p:nvGrpSpPr>
          <p:grpSpPr>
            <a:xfrm>
              <a:off x="1899071" y="4839761"/>
              <a:ext cx="166791" cy="302717"/>
              <a:chOff x="3816307" y="2352225"/>
              <a:chExt cx="1213027" cy="2199981"/>
            </a:xfrm>
          </p:grpSpPr>
          <p:sp>
            <p:nvSpPr>
              <p:cNvPr id="1682" name="Google Shape;1682;p21"/>
              <p:cNvSpPr/>
              <p:nvPr/>
            </p:nvSpPr>
            <p:spPr>
              <a:xfrm>
                <a:off x="3816307" y="2353110"/>
                <a:ext cx="1213027" cy="1210194"/>
              </a:xfrm>
              <a:custGeom>
                <a:avLst/>
                <a:gdLst/>
                <a:ahLst/>
                <a:cxnLst/>
                <a:rect l="l" t="t" r="r" b="b"/>
                <a:pathLst>
                  <a:path w="6852" h="6836" extrusionOk="0">
                    <a:moveTo>
                      <a:pt x="3422" y="1"/>
                    </a:moveTo>
                    <a:cubicBezTo>
                      <a:pt x="1540" y="1"/>
                      <a:pt x="14" y="1519"/>
                      <a:pt x="1" y="3404"/>
                    </a:cubicBezTo>
                    <a:cubicBezTo>
                      <a:pt x="1" y="5299"/>
                      <a:pt x="1524" y="6836"/>
                      <a:pt x="3420" y="6836"/>
                    </a:cubicBezTo>
                    <a:cubicBezTo>
                      <a:pt x="3430" y="6836"/>
                      <a:pt x="3440" y="6836"/>
                      <a:pt x="3450" y="6836"/>
                    </a:cubicBezTo>
                    <a:cubicBezTo>
                      <a:pt x="5316" y="6836"/>
                      <a:pt x="6836" y="5315"/>
                      <a:pt x="6852" y="3433"/>
                    </a:cubicBezTo>
                    <a:cubicBezTo>
                      <a:pt x="6852" y="1540"/>
                      <a:pt x="5326" y="1"/>
                      <a:pt x="3446" y="1"/>
                    </a:cubicBezTo>
                    <a:cubicBezTo>
                      <a:pt x="3438" y="1"/>
                      <a:pt x="3430" y="1"/>
                      <a:pt x="342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3" name="Google Shape;1683;p21"/>
              <p:cNvSpPr/>
              <p:nvPr/>
            </p:nvSpPr>
            <p:spPr>
              <a:xfrm>
                <a:off x="4199402" y="2832867"/>
                <a:ext cx="361854" cy="1719340"/>
              </a:xfrm>
              <a:custGeom>
                <a:avLst/>
                <a:gdLst/>
                <a:ahLst/>
                <a:cxnLst/>
                <a:rect l="l" t="t" r="r" b="b"/>
                <a:pathLst>
                  <a:path w="2044" h="9712" extrusionOk="0">
                    <a:moveTo>
                      <a:pt x="1187" y="1"/>
                    </a:moveTo>
                    <a:lnTo>
                      <a:pt x="929" y="3420"/>
                    </a:lnTo>
                    <a:lnTo>
                      <a:pt x="14" y="2262"/>
                    </a:lnTo>
                    <a:lnTo>
                      <a:pt x="1" y="2276"/>
                    </a:lnTo>
                    <a:lnTo>
                      <a:pt x="900" y="3815"/>
                    </a:lnTo>
                    <a:lnTo>
                      <a:pt x="736" y="9712"/>
                    </a:lnTo>
                    <a:lnTo>
                      <a:pt x="1635" y="9712"/>
                    </a:lnTo>
                    <a:lnTo>
                      <a:pt x="1364" y="1854"/>
                    </a:lnTo>
                    <a:lnTo>
                      <a:pt x="2044" y="1020"/>
                    </a:lnTo>
                    <a:lnTo>
                      <a:pt x="2031" y="1007"/>
                    </a:lnTo>
                    <a:lnTo>
                      <a:pt x="1351" y="1648"/>
                    </a:lnTo>
                    <a:lnTo>
                      <a:pt x="1240" y="14"/>
                    </a:lnTo>
                    <a:lnTo>
                      <a:pt x="118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4" name="Google Shape;1684;p21"/>
              <p:cNvSpPr/>
              <p:nvPr/>
            </p:nvSpPr>
            <p:spPr>
              <a:xfrm>
                <a:off x="4331999" y="2352225"/>
                <a:ext cx="697331" cy="1211079"/>
              </a:xfrm>
              <a:custGeom>
                <a:avLst/>
                <a:gdLst/>
                <a:ahLst/>
                <a:cxnLst/>
                <a:rect l="l" t="t" r="r" b="b"/>
                <a:pathLst>
                  <a:path w="3939" h="6841" extrusionOk="0">
                    <a:moveTo>
                      <a:pt x="383" y="1"/>
                    </a:moveTo>
                    <a:cubicBezTo>
                      <a:pt x="248" y="1"/>
                      <a:pt x="120" y="13"/>
                      <a:pt x="0" y="32"/>
                    </a:cubicBezTo>
                    <a:cubicBezTo>
                      <a:pt x="1651" y="290"/>
                      <a:pt x="2903" y="1722"/>
                      <a:pt x="2903" y="3438"/>
                    </a:cubicBezTo>
                    <a:cubicBezTo>
                      <a:pt x="2890" y="5141"/>
                      <a:pt x="1635" y="6556"/>
                      <a:pt x="0" y="6801"/>
                    </a:cubicBezTo>
                    <a:cubicBezTo>
                      <a:pt x="164" y="6828"/>
                      <a:pt x="327" y="6841"/>
                      <a:pt x="507" y="6841"/>
                    </a:cubicBezTo>
                    <a:cubicBezTo>
                      <a:pt x="517" y="6841"/>
                      <a:pt x="527" y="6841"/>
                      <a:pt x="537" y="6841"/>
                    </a:cubicBezTo>
                    <a:cubicBezTo>
                      <a:pt x="2403" y="6841"/>
                      <a:pt x="3923" y="5320"/>
                      <a:pt x="3939" y="3438"/>
                    </a:cubicBezTo>
                    <a:cubicBezTo>
                      <a:pt x="3939" y="1545"/>
                      <a:pt x="2413" y="6"/>
                      <a:pt x="533" y="6"/>
                    </a:cubicBezTo>
                    <a:cubicBezTo>
                      <a:pt x="482" y="2"/>
                      <a:pt x="432" y="1"/>
                      <a:pt x="383" y="1"/>
                    </a:cubicBezTo>
                    <a:close/>
                  </a:path>
                </a:pathLst>
              </a:custGeom>
              <a:solidFill>
                <a:srgbClr val="473A50">
                  <a:alpha val="434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685" name="Google Shape;1685;p21"/>
          <p:cNvGrpSpPr/>
          <p:nvPr/>
        </p:nvGrpSpPr>
        <p:grpSpPr>
          <a:xfrm>
            <a:off x="338564" y="2885170"/>
            <a:ext cx="374657" cy="463150"/>
            <a:chOff x="8243489" y="4050570"/>
            <a:chExt cx="374657" cy="463150"/>
          </a:xfrm>
        </p:grpSpPr>
        <p:sp>
          <p:nvSpPr>
            <p:cNvPr id="1686" name="Google Shape;1686;p21"/>
            <p:cNvSpPr/>
            <p:nvPr/>
          </p:nvSpPr>
          <p:spPr>
            <a:xfrm>
              <a:off x="8243489" y="4051225"/>
              <a:ext cx="374657" cy="461828"/>
            </a:xfrm>
            <a:custGeom>
              <a:avLst/>
              <a:gdLst/>
              <a:ahLst/>
              <a:cxnLst/>
              <a:rect l="l" t="t" r="r" b="b"/>
              <a:pathLst>
                <a:path w="107815" h="132900" extrusionOk="0">
                  <a:moveTo>
                    <a:pt x="53908" y="30499"/>
                  </a:moveTo>
                  <a:cubicBezTo>
                    <a:pt x="65243" y="30499"/>
                    <a:pt x="74444" y="39725"/>
                    <a:pt x="74444" y="51162"/>
                  </a:cubicBezTo>
                  <a:cubicBezTo>
                    <a:pt x="74444" y="62472"/>
                    <a:pt x="65243" y="71698"/>
                    <a:pt x="53908" y="71698"/>
                  </a:cubicBezTo>
                  <a:cubicBezTo>
                    <a:pt x="42572" y="71698"/>
                    <a:pt x="33372" y="62472"/>
                    <a:pt x="33372" y="51162"/>
                  </a:cubicBezTo>
                  <a:cubicBezTo>
                    <a:pt x="33372" y="39725"/>
                    <a:pt x="42572" y="30499"/>
                    <a:pt x="53908" y="30499"/>
                  </a:cubicBezTo>
                  <a:close/>
                  <a:moveTo>
                    <a:pt x="53908" y="0"/>
                  </a:moveTo>
                  <a:cubicBezTo>
                    <a:pt x="24146" y="0"/>
                    <a:pt x="1" y="24145"/>
                    <a:pt x="1" y="53907"/>
                  </a:cubicBezTo>
                  <a:cubicBezTo>
                    <a:pt x="1" y="72867"/>
                    <a:pt x="9125" y="89489"/>
                    <a:pt x="19800" y="102629"/>
                  </a:cubicBezTo>
                  <a:cubicBezTo>
                    <a:pt x="35176" y="121462"/>
                    <a:pt x="53908" y="132899"/>
                    <a:pt x="53908" y="132899"/>
                  </a:cubicBezTo>
                  <a:cubicBezTo>
                    <a:pt x="53908" y="132899"/>
                    <a:pt x="107815" y="101460"/>
                    <a:pt x="107815" y="53907"/>
                  </a:cubicBezTo>
                  <a:cubicBezTo>
                    <a:pt x="107815" y="49993"/>
                    <a:pt x="107383" y="46282"/>
                    <a:pt x="106646" y="42571"/>
                  </a:cubicBezTo>
                  <a:cubicBezTo>
                    <a:pt x="101461" y="18223"/>
                    <a:pt x="79857" y="0"/>
                    <a:pt x="5390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7" name="Google Shape;1687;p21"/>
            <p:cNvSpPr/>
            <p:nvPr/>
          </p:nvSpPr>
          <p:spPr>
            <a:xfrm>
              <a:off x="8244307" y="4050570"/>
              <a:ext cx="257600" cy="463150"/>
            </a:xfrm>
            <a:custGeom>
              <a:avLst/>
              <a:gdLst/>
              <a:ahLst/>
              <a:cxnLst/>
              <a:rect l="l" t="t" r="r" b="b"/>
              <a:pathLst>
                <a:path w="10304" h="18526" extrusionOk="0">
                  <a:moveTo>
                    <a:pt x="10304" y="569"/>
                  </a:moveTo>
                  <a:cubicBezTo>
                    <a:pt x="10352" y="391"/>
                    <a:pt x="7780" y="-157"/>
                    <a:pt x="6521" y="43"/>
                  </a:cubicBezTo>
                  <a:cubicBezTo>
                    <a:pt x="5262" y="243"/>
                    <a:pt x="3802" y="856"/>
                    <a:pt x="2749" y="1767"/>
                  </a:cubicBezTo>
                  <a:cubicBezTo>
                    <a:pt x="1697" y="2678"/>
                    <a:pt x="575" y="4056"/>
                    <a:pt x="206" y="5509"/>
                  </a:cubicBezTo>
                  <a:cubicBezTo>
                    <a:pt x="-163" y="6962"/>
                    <a:pt x="-24" y="8869"/>
                    <a:pt x="533" y="10485"/>
                  </a:cubicBezTo>
                  <a:cubicBezTo>
                    <a:pt x="1090" y="12102"/>
                    <a:pt x="2383" y="13868"/>
                    <a:pt x="3548" y="15208"/>
                  </a:cubicBezTo>
                  <a:cubicBezTo>
                    <a:pt x="4713" y="16548"/>
                    <a:pt x="7296" y="18466"/>
                    <a:pt x="7523" y="18525"/>
                  </a:cubicBezTo>
                  <a:cubicBezTo>
                    <a:pt x="7750" y="18584"/>
                    <a:pt x="5678" y="16542"/>
                    <a:pt x="4908" y="15561"/>
                  </a:cubicBezTo>
                  <a:cubicBezTo>
                    <a:pt x="4138" y="14580"/>
                    <a:pt x="3455" y="13897"/>
                    <a:pt x="2903" y="12640"/>
                  </a:cubicBezTo>
                  <a:cubicBezTo>
                    <a:pt x="2351" y="11383"/>
                    <a:pt x="1592" y="9536"/>
                    <a:pt x="1595" y="8020"/>
                  </a:cubicBezTo>
                  <a:cubicBezTo>
                    <a:pt x="1598" y="6504"/>
                    <a:pt x="2149" y="4697"/>
                    <a:pt x="2922" y="3546"/>
                  </a:cubicBezTo>
                  <a:cubicBezTo>
                    <a:pt x="3696" y="2395"/>
                    <a:pt x="5006" y="1609"/>
                    <a:pt x="6236" y="1113"/>
                  </a:cubicBezTo>
                  <a:cubicBezTo>
                    <a:pt x="7466" y="617"/>
                    <a:pt x="10257" y="747"/>
                    <a:pt x="10304" y="569"/>
                  </a:cubicBezTo>
                  <a:close/>
                </a:path>
              </a:pathLst>
            </a:custGeom>
            <a:solidFill>
              <a:srgbClr val="8162A7">
                <a:alpha val="45910"/>
              </a:srgbClr>
            </a:solidFill>
            <a:ln>
              <a:noFill/>
            </a:ln>
          </p:spPr>
        </p:sp>
      </p:gr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Thanks">
  <p:cSld name="CUSTOM_3_1">
    <p:spTree>
      <p:nvGrpSpPr>
        <p:cNvPr id="1" name="Shape 1688"/>
        <p:cNvGrpSpPr/>
        <p:nvPr/>
      </p:nvGrpSpPr>
      <p:grpSpPr>
        <a:xfrm>
          <a:off x="0" y="0"/>
          <a:ext cx="0" cy="0"/>
          <a:chOff x="0" y="0"/>
          <a:chExt cx="0" cy="0"/>
        </a:xfrm>
      </p:grpSpPr>
      <p:sp>
        <p:nvSpPr>
          <p:cNvPr id="1689" name="Google Shape;1689;p22"/>
          <p:cNvSpPr txBox="1">
            <a:spLocks noGrp="1"/>
          </p:cNvSpPr>
          <p:nvPr>
            <p:ph type="title"/>
          </p:nvPr>
        </p:nvSpPr>
        <p:spPr>
          <a:xfrm>
            <a:off x="713263" y="447100"/>
            <a:ext cx="4448100" cy="1058700"/>
          </a:xfrm>
          <a:prstGeom prst="rect">
            <a:avLst/>
          </a:prstGeom>
        </p:spPr>
        <p:txBody>
          <a:bodyPr spcFirstLastPara="1" wrap="square" lIns="91425" tIns="91425" rIns="91425" bIns="91425" anchor="t" anchorCtr="0">
            <a:noAutofit/>
          </a:bodyPr>
          <a:lstStyle>
            <a:lvl1pPr lvl="0" algn="l" rtl="0">
              <a:spcBef>
                <a:spcPts val="0"/>
              </a:spcBef>
              <a:spcAft>
                <a:spcPts val="0"/>
              </a:spcAft>
              <a:buSzPts val="3000"/>
              <a:buNone/>
              <a:defRPr sz="5500"/>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1690" name="Google Shape;1690;p22"/>
          <p:cNvSpPr txBox="1">
            <a:spLocks noGrp="1"/>
          </p:cNvSpPr>
          <p:nvPr>
            <p:ph type="subTitle" idx="1"/>
          </p:nvPr>
        </p:nvSpPr>
        <p:spPr>
          <a:xfrm>
            <a:off x="713225" y="1386425"/>
            <a:ext cx="4448100" cy="10587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1600"/>
              </a:spcBef>
              <a:spcAft>
                <a:spcPts val="0"/>
              </a:spcAft>
              <a:buSzPts val="1200"/>
              <a:buNone/>
              <a:defRPr/>
            </a:lvl3pPr>
            <a:lvl4pPr lvl="3" algn="ctr" rtl="0">
              <a:lnSpc>
                <a:spcPct val="100000"/>
              </a:lnSpc>
              <a:spcBef>
                <a:spcPts val="1600"/>
              </a:spcBef>
              <a:spcAft>
                <a:spcPts val="0"/>
              </a:spcAft>
              <a:buSzPts val="1200"/>
              <a:buNone/>
              <a:defRPr/>
            </a:lvl4pPr>
            <a:lvl5pPr lvl="4" algn="ctr" rtl="0">
              <a:lnSpc>
                <a:spcPct val="100000"/>
              </a:lnSpc>
              <a:spcBef>
                <a:spcPts val="1600"/>
              </a:spcBef>
              <a:spcAft>
                <a:spcPts val="0"/>
              </a:spcAft>
              <a:buSzPts val="1200"/>
              <a:buNone/>
              <a:defRPr/>
            </a:lvl5pPr>
            <a:lvl6pPr lvl="5" algn="ctr" rtl="0">
              <a:lnSpc>
                <a:spcPct val="100000"/>
              </a:lnSpc>
              <a:spcBef>
                <a:spcPts val="1600"/>
              </a:spcBef>
              <a:spcAft>
                <a:spcPts val="0"/>
              </a:spcAft>
              <a:buSzPts val="1200"/>
              <a:buNone/>
              <a:defRPr/>
            </a:lvl6pPr>
            <a:lvl7pPr lvl="6" algn="ctr" rtl="0">
              <a:lnSpc>
                <a:spcPct val="100000"/>
              </a:lnSpc>
              <a:spcBef>
                <a:spcPts val="1600"/>
              </a:spcBef>
              <a:spcAft>
                <a:spcPts val="0"/>
              </a:spcAft>
              <a:buSzPts val="1200"/>
              <a:buNone/>
              <a:defRPr/>
            </a:lvl7pPr>
            <a:lvl8pPr lvl="7" algn="ctr" rtl="0">
              <a:lnSpc>
                <a:spcPct val="100000"/>
              </a:lnSpc>
              <a:spcBef>
                <a:spcPts val="1600"/>
              </a:spcBef>
              <a:spcAft>
                <a:spcPts val="0"/>
              </a:spcAft>
              <a:buSzPts val="1200"/>
              <a:buNone/>
              <a:defRPr/>
            </a:lvl8pPr>
            <a:lvl9pPr lvl="8" algn="ctr" rtl="0">
              <a:lnSpc>
                <a:spcPct val="100000"/>
              </a:lnSpc>
              <a:spcBef>
                <a:spcPts val="1600"/>
              </a:spcBef>
              <a:spcAft>
                <a:spcPts val="1600"/>
              </a:spcAft>
              <a:buSzPts val="1200"/>
              <a:buNone/>
              <a:defRPr/>
            </a:lvl9pPr>
          </a:lstStyle>
          <a:p>
            <a:endParaRPr/>
          </a:p>
        </p:txBody>
      </p:sp>
      <p:sp>
        <p:nvSpPr>
          <p:cNvPr id="1691" name="Google Shape;1691;p22"/>
          <p:cNvSpPr txBox="1"/>
          <p:nvPr/>
        </p:nvSpPr>
        <p:spPr>
          <a:xfrm>
            <a:off x="713225" y="3365350"/>
            <a:ext cx="4945800" cy="556200"/>
          </a:xfrm>
          <a:prstGeom prst="rect">
            <a:avLst/>
          </a:prstGeom>
          <a:noFill/>
          <a:ln>
            <a:noFill/>
          </a:ln>
        </p:spPr>
        <p:txBody>
          <a:bodyPr spcFirstLastPara="1" wrap="square" lIns="91425" tIns="91425" rIns="91425" bIns="91425" anchor="t" anchorCtr="0">
            <a:noAutofit/>
          </a:bodyPr>
          <a:lstStyle/>
          <a:p>
            <a:pPr marL="0" lvl="0" indent="0" algn="l" rtl="0">
              <a:spcBef>
                <a:spcPts val="300"/>
              </a:spcBef>
              <a:spcAft>
                <a:spcPts val="0"/>
              </a:spcAft>
              <a:buNone/>
            </a:pPr>
            <a:r>
              <a:rPr lang="en" sz="1200" b="1">
                <a:solidFill>
                  <a:schemeClr val="dk1"/>
                </a:solidFill>
                <a:latin typeface="DM Sans"/>
                <a:ea typeface="DM Sans"/>
                <a:cs typeface="DM Sans"/>
                <a:sym typeface="DM Sans"/>
              </a:rPr>
              <a:t>CREDITS:</a:t>
            </a:r>
            <a:r>
              <a:rPr lang="en" sz="1200">
                <a:solidFill>
                  <a:schemeClr val="dk1"/>
                </a:solidFill>
                <a:latin typeface="DM Sans"/>
                <a:ea typeface="DM Sans"/>
                <a:cs typeface="DM Sans"/>
                <a:sym typeface="DM Sans"/>
              </a:rPr>
              <a:t> This presentation template was created by </a:t>
            </a:r>
            <a:r>
              <a:rPr lang="en" sz="1200" b="1" u="sng">
                <a:solidFill>
                  <a:schemeClr val="dk1"/>
                </a:solidFill>
                <a:latin typeface="DM Sans"/>
                <a:ea typeface="DM Sans"/>
                <a:cs typeface="DM Sans"/>
                <a:sym typeface="DM Sans"/>
                <a:hlinkClick r:id="rId2">
                  <a:extLst>
                    <a:ext uri="{A12FA001-AC4F-418D-AE19-62706E023703}">
                      <ahyp:hlinkClr xmlns:ahyp="http://schemas.microsoft.com/office/drawing/2018/hyperlinkcolor" val="tx"/>
                    </a:ext>
                  </a:extLst>
                </a:hlinkClick>
              </a:rPr>
              <a:t>Slidesgo</a:t>
            </a:r>
            <a:r>
              <a:rPr lang="en" sz="1200">
                <a:solidFill>
                  <a:schemeClr val="dk1"/>
                </a:solidFill>
                <a:latin typeface="DM Sans"/>
                <a:ea typeface="DM Sans"/>
                <a:cs typeface="DM Sans"/>
                <a:sym typeface="DM Sans"/>
              </a:rPr>
              <a:t>, and includes icons by </a:t>
            </a:r>
            <a:r>
              <a:rPr lang="en" sz="1200" b="1" u="sng">
                <a:solidFill>
                  <a:schemeClr val="dk1"/>
                </a:solidFill>
                <a:latin typeface="DM Sans"/>
                <a:ea typeface="DM Sans"/>
                <a:cs typeface="DM Sans"/>
                <a:sym typeface="DM Sans"/>
                <a:hlinkClick r:id="rId3">
                  <a:extLst>
                    <a:ext uri="{A12FA001-AC4F-418D-AE19-62706E023703}">
                      <ahyp:hlinkClr xmlns:ahyp="http://schemas.microsoft.com/office/drawing/2018/hyperlinkcolor" val="tx"/>
                    </a:ext>
                  </a:extLst>
                </a:hlinkClick>
              </a:rPr>
              <a:t>Flaticon</a:t>
            </a:r>
            <a:r>
              <a:rPr lang="en" sz="1200">
                <a:solidFill>
                  <a:schemeClr val="dk1"/>
                </a:solidFill>
                <a:latin typeface="DM Sans"/>
                <a:ea typeface="DM Sans"/>
                <a:cs typeface="DM Sans"/>
                <a:sym typeface="DM Sans"/>
              </a:rPr>
              <a:t>, and infographics &amp; images by </a:t>
            </a:r>
            <a:r>
              <a:rPr lang="en" sz="1200" b="1" u="sng">
                <a:solidFill>
                  <a:schemeClr val="dk1"/>
                </a:solidFill>
                <a:latin typeface="DM Sans"/>
                <a:ea typeface="DM Sans"/>
                <a:cs typeface="DM Sans"/>
                <a:sym typeface="DM Sans"/>
                <a:hlinkClick r:id="rId4">
                  <a:extLst>
                    <a:ext uri="{A12FA001-AC4F-418D-AE19-62706E023703}">
                      <ahyp:hlinkClr xmlns:ahyp="http://schemas.microsoft.com/office/drawing/2018/hyperlinkcolor" val="tx"/>
                    </a:ext>
                  </a:extLst>
                </a:hlinkClick>
              </a:rPr>
              <a:t>Freepik</a:t>
            </a:r>
            <a:r>
              <a:rPr lang="en" sz="1200" u="sng">
                <a:solidFill>
                  <a:schemeClr val="dk1"/>
                </a:solidFill>
                <a:latin typeface="DM Sans"/>
                <a:ea typeface="DM Sans"/>
                <a:cs typeface="DM Sans"/>
                <a:sym typeface="DM Sans"/>
              </a:rPr>
              <a:t> </a:t>
            </a:r>
            <a:endParaRPr sz="1200" b="1" u="sng">
              <a:solidFill>
                <a:schemeClr val="dk1"/>
              </a:solidFill>
              <a:latin typeface="DM Sans"/>
              <a:ea typeface="DM Sans"/>
              <a:cs typeface="DM Sans"/>
              <a:sym typeface="DM Sans"/>
            </a:endParaRPr>
          </a:p>
        </p:txBody>
      </p:sp>
      <p:sp>
        <p:nvSpPr>
          <p:cNvPr id="1692" name="Google Shape;1692;p22"/>
          <p:cNvSpPr/>
          <p:nvPr/>
        </p:nvSpPr>
        <p:spPr>
          <a:xfrm>
            <a:off x="515138" y="4603988"/>
            <a:ext cx="3059100" cy="3059100"/>
          </a:xfrm>
          <a:prstGeom prst="ellipse">
            <a:avLst/>
          </a:prstGeom>
          <a:solidFill>
            <a:srgbClr val="897FBB">
              <a:alpha val="291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693" name="Google Shape;1693;p22"/>
          <p:cNvGrpSpPr/>
          <p:nvPr/>
        </p:nvGrpSpPr>
        <p:grpSpPr>
          <a:xfrm>
            <a:off x="2889706" y="4604004"/>
            <a:ext cx="6382937" cy="1623549"/>
            <a:chOff x="713181" y="3935229"/>
            <a:chExt cx="6382937" cy="1623549"/>
          </a:xfrm>
        </p:grpSpPr>
        <p:sp>
          <p:nvSpPr>
            <p:cNvPr id="1694" name="Google Shape;1694;p22"/>
            <p:cNvSpPr/>
            <p:nvPr/>
          </p:nvSpPr>
          <p:spPr>
            <a:xfrm rot="5400000" flipH="1">
              <a:off x="3092875" y="1555535"/>
              <a:ext cx="1623549" cy="6382937"/>
            </a:xfrm>
            <a:custGeom>
              <a:avLst/>
              <a:gdLst/>
              <a:ahLst/>
              <a:cxnLst/>
              <a:rect l="l" t="t" r="r" b="b"/>
              <a:pathLst>
                <a:path w="12220" h="44059" extrusionOk="0">
                  <a:moveTo>
                    <a:pt x="9359" y="0"/>
                  </a:moveTo>
                  <a:lnTo>
                    <a:pt x="9359" y="18593"/>
                  </a:lnTo>
                  <a:lnTo>
                    <a:pt x="9359" y="27156"/>
                  </a:lnTo>
                  <a:cubicBezTo>
                    <a:pt x="9359" y="27621"/>
                    <a:pt x="9003" y="28003"/>
                    <a:pt x="8568" y="28055"/>
                  </a:cubicBezTo>
                  <a:lnTo>
                    <a:pt x="8444" y="28055"/>
                  </a:lnTo>
                  <a:cubicBezTo>
                    <a:pt x="7940" y="28055"/>
                    <a:pt x="7532" y="27647"/>
                    <a:pt x="7532" y="27156"/>
                  </a:cubicBezTo>
                  <a:lnTo>
                    <a:pt x="7532" y="18168"/>
                  </a:lnTo>
                  <a:cubicBezTo>
                    <a:pt x="7532" y="16099"/>
                    <a:pt x="5845" y="14409"/>
                    <a:pt x="3773" y="14409"/>
                  </a:cubicBezTo>
                  <a:cubicBezTo>
                    <a:pt x="1704" y="14409"/>
                    <a:pt x="1" y="16099"/>
                    <a:pt x="1" y="18168"/>
                  </a:cubicBezTo>
                  <a:lnTo>
                    <a:pt x="1" y="30141"/>
                  </a:lnTo>
                  <a:lnTo>
                    <a:pt x="1" y="44059"/>
                  </a:lnTo>
                  <a:lnTo>
                    <a:pt x="2861" y="44059"/>
                  </a:lnTo>
                  <a:lnTo>
                    <a:pt x="2861" y="29065"/>
                  </a:lnTo>
                  <a:lnTo>
                    <a:pt x="2861" y="18168"/>
                  </a:lnTo>
                  <a:cubicBezTo>
                    <a:pt x="2861" y="17677"/>
                    <a:pt x="3270" y="17269"/>
                    <a:pt x="3773" y="17269"/>
                  </a:cubicBezTo>
                  <a:cubicBezTo>
                    <a:pt x="4276" y="17269"/>
                    <a:pt x="4685" y="17677"/>
                    <a:pt x="4685" y="18168"/>
                  </a:cubicBezTo>
                  <a:lnTo>
                    <a:pt x="4685" y="27156"/>
                  </a:lnTo>
                  <a:cubicBezTo>
                    <a:pt x="4685" y="29186"/>
                    <a:pt x="6306" y="30863"/>
                    <a:pt x="8336" y="30915"/>
                  </a:cubicBezTo>
                  <a:cubicBezTo>
                    <a:pt x="8378" y="30915"/>
                    <a:pt x="8405" y="30932"/>
                    <a:pt x="8444" y="30932"/>
                  </a:cubicBezTo>
                  <a:cubicBezTo>
                    <a:pt x="10529" y="30932"/>
                    <a:pt x="12219" y="29229"/>
                    <a:pt x="12219" y="27156"/>
                  </a:cubicBezTo>
                  <a:lnTo>
                    <a:pt x="12219" y="18619"/>
                  </a:lnTo>
                  <a:lnTo>
                    <a:pt x="12219" y="0"/>
                  </a:lnTo>
                  <a:close/>
                </a:path>
              </a:pathLst>
            </a:custGeom>
            <a:solidFill>
              <a:schemeClr val="accent5"/>
            </a:solidFill>
            <a:ln>
              <a:noFill/>
            </a:ln>
            <a:effectLst>
              <a:outerShdw dist="57150" dir="6300000" algn="bl" rotWithShape="0">
                <a:schemeClr val="dk1">
                  <a:alpha val="35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695" name="Google Shape;1695;p22"/>
            <p:cNvGrpSpPr/>
            <p:nvPr/>
          </p:nvGrpSpPr>
          <p:grpSpPr>
            <a:xfrm rot="5400000" flipH="1">
              <a:off x="3392071" y="1847512"/>
              <a:ext cx="1257637" cy="5799004"/>
              <a:chOff x="3563222" y="101822"/>
              <a:chExt cx="1212180" cy="5125965"/>
            </a:xfrm>
          </p:grpSpPr>
          <p:sp>
            <p:nvSpPr>
              <p:cNvPr id="1696" name="Google Shape;1696;p22"/>
              <p:cNvSpPr/>
              <p:nvPr/>
            </p:nvSpPr>
            <p:spPr>
              <a:xfrm>
                <a:off x="3563222" y="4946702"/>
                <a:ext cx="13830" cy="55833"/>
              </a:xfrm>
              <a:custGeom>
                <a:avLst/>
                <a:gdLst/>
                <a:ahLst/>
                <a:cxnLst/>
                <a:rect l="l" t="t" r="r" b="b"/>
                <a:pathLst>
                  <a:path w="108" h="436" extrusionOk="0">
                    <a:moveTo>
                      <a:pt x="0" y="1"/>
                    </a:moveTo>
                    <a:lnTo>
                      <a:pt x="0" y="436"/>
                    </a:lnTo>
                    <a:lnTo>
                      <a:pt x="108" y="436"/>
                    </a:lnTo>
                    <a:lnTo>
                      <a:pt x="108"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7" name="Google Shape;1697;p22"/>
              <p:cNvSpPr/>
              <p:nvPr/>
            </p:nvSpPr>
            <p:spPr>
              <a:xfrm>
                <a:off x="3563222" y="5060160"/>
                <a:ext cx="13830" cy="55833"/>
              </a:xfrm>
              <a:custGeom>
                <a:avLst/>
                <a:gdLst/>
                <a:ahLst/>
                <a:cxnLst/>
                <a:rect l="l" t="t" r="r" b="b"/>
                <a:pathLst>
                  <a:path w="108" h="436" extrusionOk="0">
                    <a:moveTo>
                      <a:pt x="0" y="1"/>
                    </a:moveTo>
                    <a:lnTo>
                      <a:pt x="0" y="435"/>
                    </a:lnTo>
                    <a:lnTo>
                      <a:pt x="108" y="435"/>
                    </a:lnTo>
                    <a:lnTo>
                      <a:pt x="108"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8" name="Google Shape;1698;p22"/>
              <p:cNvSpPr/>
              <p:nvPr/>
            </p:nvSpPr>
            <p:spPr>
              <a:xfrm>
                <a:off x="3563222" y="4833244"/>
                <a:ext cx="13830" cy="58010"/>
              </a:xfrm>
              <a:custGeom>
                <a:avLst/>
                <a:gdLst/>
                <a:ahLst/>
                <a:cxnLst/>
                <a:rect l="l" t="t" r="r" b="b"/>
                <a:pathLst>
                  <a:path w="108" h="453" extrusionOk="0">
                    <a:moveTo>
                      <a:pt x="0" y="1"/>
                    </a:moveTo>
                    <a:lnTo>
                      <a:pt x="0" y="452"/>
                    </a:lnTo>
                    <a:lnTo>
                      <a:pt x="108" y="452"/>
                    </a:lnTo>
                    <a:lnTo>
                      <a:pt x="108"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9" name="Google Shape;1699;p22"/>
              <p:cNvSpPr/>
              <p:nvPr/>
            </p:nvSpPr>
            <p:spPr>
              <a:xfrm>
                <a:off x="3563222" y="5171569"/>
                <a:ext cx="13830" cy="56217"/>
              </a:xfrm>
              <a:custGeom>
                <a:avLst/>
                <a:gdLst/>
                <a:ahLst/>
                <a:cxnLst/>
                <a:rect l="l" t="t" r="r" b="b"/>
                <a:pathLst>
                  <a:path w="108" h="439" extrusionOk="0">
                    <a:moveTo>
                      <a:pt x="0" y="0"/>
                    </a:moveTo>
                    <a:lnTo>
                      <a:pt x="0" y="438"/>
                    </a:lnTo>
                    <a:lnTo>
                      <a:pt x="108" y="438"/>
                    </a:lnTo>
                    <a:lnTo>
                      <a:pt x="108"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0" name="Google Shape;1700;p22"/>
              <p:cNvSpPr/>
              <p:nvPr/>
            </p:nvSpPr>
            <p:spPr>
              <a:xfrm>
                <a:off x="3563222" y="4043522"/>
                <a:ext cx="13830" cy="55705"/>
              </a:xfrm>
              <a:custGeom>
                <a:avLst/>
                <a:gdLst/>
                <a:ahLst/>
                <a:cxnLst/>
                <a:rect l="l" t="t" r="r" b="b"/>
                <a:pathLst>
                  <a:path w="108" h="435" extrusionOk="0">
                    <a:moveTo>
                      <a:pt x="0" y="0"/>
                    </a:moveTo>
                    <a:lnTo>
                      <a:pt x="0" y="435"/>
                    </a:lnTo>
                    <a:lnTo>
                      <a:pt x="108" y="435"/>
                    </a:lnTo>
                    <a:lnTo>
                      <a:pt x="108"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1" name="Google Shape;1701;p22"/>
              <p:cNvSpPr/>
              <p:nvPr/>
            </p:nvSpPr>
            <p:spPr>
              <a:xfrm>
                <a:off x="3563222" y="4154802"/>
                <a:ext cx="13830" cy="57882"/>
              </a:xfrm>
              <a:custGeom>
                <a:avLst/>
                <a:gdLst/>
                <a:ahLst/>
                <a:cxnLst/>
                <a:rect l="l" t="t" r="r" b="b"/>
                <a:pathLst>
                  <a:path w="108" h="452" extrusionOk="0">
                    <a:moveTo>
                      <a:pt x="0" y="0"/>
                    </a:moveTo>
                    <a:lnTo>
                      <a:pt x="0" y="452"/>
                    </a:lnTo>
                    <a:lnTo>
                      <a:pt x="108" y="452"/>
                    </a:lnTo>
                    <a:lnTo>
                      <a:pt x="108"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2" name="Google Shape;1702;p22"/>
              <p:cNvSpPr/>
              <p:nvPr/>
            </p:nvSpPr>
            <p:spPr>
              <a:xfrm>
                <a:off x="3563222" y="3818271"/>
                <a:ext cx="13830" cy="55833"/>
              </a:xfrm>
              <a:custGeom>
                <a:avLst/>
                <a:gdLst/>
                <a:ahLst/>
                <a:cxnLst/>
                <a:rect l="l" t="t" r="r" b="b"/>
                <a:pathLst>
                  <a:path w="108" h="436" extrusionOk="0">
                    <a:moveTo>
                      <a:pt x="0" y="0"/>
                    </a:moveTo>
                    <a:lnTo>
                      <a:pt x="0" y="435"/>
                    </a:lnTo>
                    <a:lnTo>
                      <a:pt x="108" y="435"/>
                    </a:lnTo>
                    <a:lnTo>
                      <a:pt x="108"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3" name="Google Shape;1703;p22"/>
              <p:cNvSpPr/>
              <p:nvPr/>
            </p:nvSpPr>
            <p:spPr>
              <a:xfrm>
                <a:off x="3563222" y="3930064"/>
                <a:ext cx="13830" cy="55705"/>
              </a:xfrm>
              <a:custGeom>
                <a:avLst/>
                <a:gdLst/>
                <a:ahLst/>
                <a:cxnLst/>
                <a:rect l="l" t="t" r="r" b="b"/>
                <a:pathLst>
                  <a:path w="108" h="435" extrusionOk="0">
                    <a:moveTo>
                      <a:pt x="0" y="0"/>
                    </a:moveTo>
                    <a:lnTo>
                      <a:pt x="0" y="435"/>
                    </a:lnTo>
                    <a:lnTo>
                      <a:pt x="108" y="435"/>
                    </a:lnTo>
                    <a:lnTo>
                      <a:pt x="108"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4" name="Google Shape;1704;p22"/>
              <p:cNvSpPr/>
              <p:nvPr/>
            </p:nvSpPr>
            <p:spPr>
              <a:xfrm>
                <a:off x="3563222" y="4268260"/>
                <a:ext cx="13830" cy="55833"/>
              </a:xfrm>
              <a:custGeom>
                <a:avLst/>
                <a:gdLst/>
                <a:ahLst/>
                <a:cxnLst/>
                <a:rect l="l" t="t" r="r" b="b"/>
                <a:pathLst>
                  <a:path w="108" h="436" extrusionOk="0">
                    <a:moveTo>
                      <a:pt x="0" y="0"/>
                    </a:moveTo>
                    <a:lnTo>
                      <a:pt x="0" y="435"/>
                    </a:lnTo>
                    <a:lnTo>
                      <a:pt x="108" y="435"/>
                    </a:lnTo>
                    <a:lnTo>
                      <a:pt x="108"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5" name="Google Shape;1705;p22"/>
              <p:cNvSpPr/>
              <p:nvPr/>
            </p:nvSpPr>
            <p:spPr>
              <a:xfrm>
                <a:off x="3563222" y="4380053"/>
                <a:ext cx="13830" cy="57370"/>
              </a:xfrm>
              <a:custGeom>
                <a:avLst/>
                <a:gdLst/>
                <a:ahLst/>
                <a:cxnLst/>
                <a:rect l="l" t="t" r="r" b="b"/>
                <a:pathLst>
                  <a:path w="108" h="448" extrusionOk="0">
                    <a:moveTo>
                      <a:pt x="0" y="0"/>
                    </a:moveTo>
                    <a:lnTo>
                      <a:pt x="0" y="448"/>
                    </a:lnTo>
                    <a:lnTo>
                      <a:pt x="108" y="448"/>
                    </a:lnTo>
                    <a:lnTo>
                      <a:pt x="108"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6" name="Google Shape;1706;p22"/>
              <p:cNvSpPr/>
              <p:nvPr/>
            </p:nvSpPr>
            <p:spPr>
              <a:xfrm>
                <a:off x="3563222" y="4493383"/>
                <a:ext cx="13830" cy="55833"/>
              </a:xfrm>
              <a:custGeom>
                <a:avLst/>
                <a:gdLst/>
                <a:ahLst/>
                <a:cxnLst/>
                <a:rect l="l" t="t" r="r" b="b"/>
                <a:pathLst>
                  <a:path w="108" h="436" extrusionOk="0">
                    <a:moveTo>
                      <a:pt x="0" y="1"/>
                    </a:moveTo>
                    <a:lnTo>
                      <a:pt x="0" y="436"/>
                    </a:lnTo>
                    <a:lnTo>
                      <a:pt x="108" y="436"/>
                    </a:lnTo>
                    <a:lnTo>
                      <a:pt x="108"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7" name="Google Shape;1707;p22"/>
              <p:cNvSpPr/>
              <p:nvPr/>
            </p:nvSpPr>
            <p:spPr>
              <a:xfrm>
                <a:off x="3563222" y="4718250"/>
                <a:ext cx="13830" cy="59547"/>
              </a:xfrm>
              <a:custGeom>
                <a:avLst/>
                <a:gdLst/>
                <a:ahLst/>
                <a:cxnLst/>
                <a:rect l="l" t="t" r="r" b="b"/>
                <a:pathLst>
                  <a:path w="108" h="465" extrusionOk="0">
                    <a:moveTo>
                      <a:pt x="0" y="0"/>
                    </a:moveTo>
                    <a:lnTo>
                      <a:pt x="0" y="26"/>
                    </a:lnTo>
                    <a:lnTo>
                      <a:pt x="0" y="435"/>
                    </a:lnTo>
                    <a:lnTo>
                      <a:pt x="0" y="464"/>
                    </a:lnTo>
                    <a:lnTo>
                      <a:pt x="108" y="464"/>
                    </a:lnTo>
                    <a:lnTo>
                      <a:pt x="108" y="435"/>
                    </a:lnTo>
                    <a:lnTo>
                      <a:pt x="108" y="26"/>
                    </a:lnTo>
                    <a:lnTo>
                      <a:pt x="108"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8" name="Google Shape;1708;p22"/>
              <p:cNvSpPr/>
              <p:nvPr/>
            </p:nvSpPr>
            <p:spPr>
              <a:xfrm>
                <a:off x="3563222" y="4606457"/>
                <a:ext cx="13830" cy="56217"/>
              </a:xfrm>
              <a:custGeom>
                <a:avLst/>
                <a:gdLst/>
                <a:ahLst/>
                <a:cxnLst/>
                <a:rect l="l" t="t" r="r" b="b"/>
                <a:pathLst>
                  <a:path w="108" h="439" extrusionOk="0">
                    <a:moveTo>
                      <a:pt x="0" y="0"/>
                    </a:moveTo>
                    <a:lnTo>
                      <a:pt x="0" y="438"/>
                    </a:lnTo>
                    <a:lnTo>
                      <a:pt x="108" y="438"/>
                    </a:lnTo>
                    <a:lnTo>
                      <a:pt x="108"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9" name="Google Shape;1709;p22"/>
              <p:cNvSpPr/>
              <p:nvPr/>
            </p:nvSpPr>
            <p:spPr>
              <a:xfrm>
                <a:off x="3746086" y="1978230"/>
                <a:ext cx="57882" cy="31502"/>
              </a:xfrm>
              <a:custGeom>
                <a:avLst/>
                <a:gdLst/>
                <a:ahLst/>
                <a:cxnLst/>
                <a:rect l="l" t="t" r="r" b="b"/>
                <a:pathLst>
                  <a:path w="452" h="246" extrusionOk="0">
                    <a:moveTo>
                      <a:pt x="438" y="0"/>
                    </a:moveTo>
                    <a:cubicBezTo>
                      <a:pt x="288" y="43"/>
                      <a:pt x="138" y="82"/>
                      <a:pt x="0" y="151"/>
                    </a:cubicBezTo>
                    <a:lnTo>
                      <a:pt x="43" y="246"/>
                    </a:lnTo>
                    <a:cubicBezTo>
                      <a:pt x="180" y="193"/>
                      <a:pt x="314" y="151"/>
                      <a:pt x="451" y="112"/>
                    </a:cubicBezTo>
                    <a:lnTo>
                      <a:pt x="438"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0" name="Google Shape;1710;p22"/>
              <p:cNvSpPr/>
              <p:nvPr/>
            </p:nvSpPr>
            <p:spPr>
              <a:xfrm>
                <a:off x="3563222" y="2663843"/>
                <a:ext cx="13830" cy="55833"/>
              </a:xfrm>
              <a:custGeom>
                <a:avLst/>
                <a:gdLst/>
                <a:ahLst/>
                <a:cxnLst/>
                <a:rect l="l" t="t" r="r" b="b"/>
                <a:pathLst>
                  <a:path w="108" h="436" extrusionOk="0">
                    <a:moveTo>
                      <a:pt x="0" y="1"/>
                    </a:moveTo>
                    <a:lnTo>
                      <a:pt x="0" y="435"/>
                    </a:lnTo>
                    <a:lnTo>
                      <a:pt x="108" y="435"/>
                    </a:lnTo>
                    <a:lnTo>
                      <a:pt x="108"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1" name="Google Shape;1711;p22"/>
              <p:cNvSpPr/>
              <p:nvPr/>
            </p:nvSpPr>
            <p:spPr>
              <a:xfrm>
                <a:off x="3563222" y="2777301"/>
                <a:ext cx="13830" cy="55833"/>
              </a:xfrm>
              <a:custGeom>
                <a:avLst/>
                <a:gdLst/>
                <a:ahLst/>
                <a:cxnLst/>
                <a:rect l="l" t="t" r="r" b="b"/>
                <a:pathLst>
                  <a:path w="108" h="436" extrusionOk="0">
                    <a:moveTo>
                      <a:pt x="0" y="0"/>
                    </a:moveTo>
                    <a:lnTo>
                      <a:pt x="0" y="435"/>
                    </a:lnTo>
                    <a:lnTo>
                      <a:pt x="108" y="435"/>
                    </a:lnTo>
                    <a:lnTo>
                      <a:pt x="108"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2" name="Google Shape;1712;p22"/>
              <p:cNvSpPr/>
              <p:nvPr/>
            </p:nvSpPr>
            <p:spPr>
              <a:xfrm>
                <a:off x="3563222" y="2438721"/>
                <a:ext cx="13830" cy="56089"/>
              </a:xfrm>
              <a:custGeom>
                <a:avLst/>
                <a:gdLst/>
                <a:ahLst/>
                <a:cxnLst/>
                <a:rect l="l" t="t" r="r" b="b"/>
                <a:pathLst>
                  <a:path w="108" h="438" extrusionOk="0">
                    <a:moveTo>
                      <a:pt x="0" y="0"/>
                    </a:moveTo>
                    <a:lnTo>
                      <a:pt x="0" y="438"/>
                    </a:lnTo>
                    <a:lnTo>
                      <a:pt x="108" y="438"/>
                    </a:lnTo>
                    <a:lnTo>
                      <a:pt x="108"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3" name="Google Shape;1713;p22"/>
              <p:cNvSpPr/>
              <p:nvPr/>
            </p:nvSpPr>
            <p:spPr>
              <a:xfrm>
                <a:off x="3587424" y="2107567"/>
                <a:ext cx="40338" cy="55833"/>
              </a:xfrm>
              <a:custGeom>
                <a:avLst/>
                <a:gdLst/>
                <a:ahLst/>
                <a:cxnLst/>
                <a:rect l="l" t="t" r="r" b="b"/>
                <a:pathLst>
                  <a:path w="315" h="436" extrusionOk="0">
                    <a:moveTo>
                      <a:pt x="220" y="1"/>
                    </a:moveTo>
                    <a:cubicBezTo>
                      <a:pt x="138" y="121"/>
                      <a:pt x="69" y="259"/>
                      <a:pt x="1" y="393"/>
                    </a:cubicBezTo>
                    <a:lnTo>
                      <a:pt x="112" y="435"/>
                    </a:lnTo>
                    <a:cubicBezTo>
                      <a:pt x="164" y="298"/>
                      <a:pt x="233" y="177"/>
                      <a:pt x="314" y="53"/>
                    </a:cubicBezTo>
                    <a:lnTo>
                      <a:pt x="220"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4" name="Google Shape;1714;p22"/>
              <p:cNvSpPr/>
              <p:nvPr/>
            </p:nvSpPr>
            <p:spPr>
              <a:xfrm>
                <a:off x="3563222" y="2325263"/>
                <a:ext cx="13830" cy="57882"/>
              </a:xfrm>
              <a:custGeom>
                <a:avLst/>
                <a:gdLst/>
                <a:ahLst/>
                <a:cxnLst/>
                <a:rect l="l" t="t" r="r" b="b"/>
                <a:pathLst>
                  <a:path w="108" h="452" extrusionOk="0">
                    <a:moveTo>
                      <a:pt x="0" y="0"/>
                    </a:moveTo>
                    <a:lnTo>
                      <a:pt x="0" y="451"/>
                    </a:lnTo>
                    <a:lnTo>
                      <a:pt x="108" y="451"/>
                    </a:lnTo>
                    <a:lnTo>
                      <a:pt x="108"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5" name="Google Shape;1715;p22"/>
              <p:cNvSpPr/>
              <p:nvPr/>
            </p:nvSpPr>
            <p:spPr>
              <a:xfrm>
                <a:off x="3651837" y="2025483"/>
                <a:ext cx="52504" cy="46997"/>
              </a:xfrm>
              <a:custGeom>
                <a:avLst/>
                <a:gdLst/>
                <a:ahLst/>
                <a:cxnLst/>
                <a:rect l="l" t="t" r="r" b="b"/>
                <a:pathLst>
                  <a:path w="410" h="367" extrusionOk="0">
                    <a:moveTo>
                      <a:pt x="344" y="1"/>
                    </a:moveTo>
                    <a:cubicBezTo>
                      <a:pt x="220" y="83"/>
                      <a:pt x="112" y="177"/>
                      <a:pt x="1" y="285"/>
                    </a:cubicBezTo>
                    <a:lnTo>
                      <a:pt x="83" y="367"/>
                    </a:lnTo>
                    <a:cubicBezTo>
                      <a:pt x="181" y="259"/>
                      <a:pt x="289" y="177"/>
                      <a:pt x="410" y="96"/>
                    </a:cubicBezTo>
                    <a:lnTo>
                      <a:pt x="344"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6" name="Google Shape;1716;p22"/>
              <p:cNvSpPr/>
              <p:nvPr/>
            </p:nvSpPr>
            <p:spPr>
              <a:xfrm>
                <a:off x="3563222" y="2212189"/>
                <a:ext cx="21001" cy="57498"/>
              </a:xfrm>
              <a:custGeom>
                <a:avLst/>
                <a:gdLst/>
                <a:ahLst/>
                <a:cxnLst/>
                <a:rect l="l" t="t" r="r" b="b"/>
                <a:pathLst>
                  <a:path w="164" h="449" extrusionOk="0">
                    <a:moveTo>
                      <a:pt x="56" y="1"/>
                    </a:moveTo>
                    <a:cubicBezTo>
                      <a:pt x="26" y="148"/>
                      <a:pt x="13" y="298"/>
                      <a:pt x="0" y="448"/>
                    </a:cubicBezTo>
                    <a:lnTo>
                      <a:pt x="121" y="448"/>
                    </a:lnTo>
                    <a:cubicBezTo>
                      <a:pt x="121" y="311"/>
                      <a:pt x="137" y="164"/>
                      <a:pt x="163" y="27"/>
                    </a:cubicBezTo>
                    <a:lnTo>
                      <a:pt x="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7" name="Google Shape;1717;p22"/>
              <p:cNvSpPr/>
              <p:nvPr/>
            </p:nvSpPr>
            <p:spPr>
              <a:xfrm>
                <a:off x="3563222" y="2550386"/>
                <a:ext cx="13830" cy="57498"/>
              </a:xfrm>
              <a:custGeom>
                <a:avLst/>
                <a:gdLst/>
                <a:ahLst/>
                <a:cxnLst/>
                <a:rect l="l" t="t" r="r" b="b"/>
                <a:pathLst>
                  <a:path w="108" h="449" extrusionOk="0">
                    <a:moveTo>
                      <a:pt x="0" y="1"/>
                    </a:moveTo>
                    <a:lnTo>
                      <a:pt x="0" y="449"/>
                    </a:lnTo>
                    <a:lnTo>
                      <a:pt x="108" y="449"/>
                    </a:lnTo>
                    <a:lnTo>
                      <a:pt x="108"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8" name="Google Shape;1718;p22"/>
              <p:cNvSpPr/>
              <p:nvPr/>
            </p:nvSpPr>
            <p:spPr>
              <a:xfrm>
                <a:off x="3563222" y="3452030"/>
                <a:ext cx="13830" cy="55833"/>
              </a:xfrm>
              <a:custGeom>
                <a:avLst/>
                <a:gdLst/>
                <a:ahLst/>
                <a:cxnLst/>
                <a:rect l="l" t="t" r="r" b="b"/>
                <a:pathLst>
                  <a:path w="108" h="436" extrusionOk="0">
                    <a:moveTo>
                      <a:pt x="0" y="0"/>
                    </a:moveTo>
                    <a:lnTo>
                      <a:pt x="0" y="435"/>
                    </a:lnTo>
                    <a:lnTo>
                      <a:pt x="108" y="435"/>
                    </a:lnTo>
                    <a:lnTo>
                      <a:pt x="108"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9" name="Google Shape;1719;p22"/>
              <p:cNvSpPr/>
              <p:nvPr/>
            </p:nvSpPr>
            <p:spPr>
              <a:xfrm>
                <a:off x="3563222" y="3565488"/>
                <a:ext cx="13830" cy="55705"/>
              </a:xfrm>
              <a:custGeom>
                <a:avLst/>
                <a:gdLst/>
                <a:ahLst/>
                <a:cxnLst/>
                <a:rect l="l" t="t" r="r" b="b"/>
                <a:pathLst>
                  <a:path w="108" h="435" extrusionOk="0">
                    <a:moveTo>
                      <a:pt x="0" y="0"/>
                    </a:moveTo>
                    <a:lnTo>
                      <a:pt x="0" y="435"/>
                    </a:lnTo>
                    <a:lnTo>
                      <a:pt x="108" y="435"/>
                    </a:lnTo>
                    <a:lnTo>
                      <a:pt x="108"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0" name="Google Shape;1720;p22"/>
              <p:cNvSpPr/>
              <p:nvPr/>
            </p:nvSpPr>
            <p:spPr>
              <a:xfrm>
                <a:off x="3563222" y="2888582"/>
                <a:ext cx="13830" cy="56217"/>
              </a:xfrm>
              <a:custGeom>
                <a:avLst/>
                <a:gdLst/>
                <a:ahLst/>
                <a:cxnLst/>
                <a:rect l="l" t="t" r="r" b="b"/>
                <a:pathLst>
                  <a:path w="108" h="439" extrusionOk="0">
                    <a:moveTo>
                      <a:pt x="0" y="1"/>
                    </a:moveTo>
                    <a:lnTo>
                      <a:pt x="0" y="439"/>
                    </a:lnTo>
                    <a:lnTo>
                      <a:pt x="108" y="439"/>
                    </a:lnTo>
                    <a:lnTo>
                      <a:pt x="108"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1" name="Google Shape;1721;p22"/>
              <p:cNvSpPr/>
              <p:nvPr/>
            </p:nvSpPr>
            <p:spPr>
              <a:xfrm>
                <a:off x="3563222" y="3790226"/>
                <a:ext cx="13830" cy="19337"/>
              </a:xfrm>
              <a:custGeom>
                <a:avLst/>
                <a:gdLst/>
                <a:ahLst/>
                <a:cxnLst/>
                <a:rect l="l" t="t" r="r" b="b"/>
                <a:pathLst>
                  <a:path w="108" h="151" extrusionOk="0">
                    <a:moveTo>
                      <a:pt x="0" y="0"/>
                    </a:moveTo>
                    <a:lnTo>
                      <a:pt x="0" y="151"/>
                    </a:lnTo>
                    <a:lnTo>
                      <a:pt x="108" y="151"/>
                    </a:lnTo>
                    <a:lnTo>
                      <a:pt x="108"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2" name="Google Shape;1722;p22"/>
              <p:cNvSpPr/>
              <p:nvPr/>
            </p:nvSpPr>
            <p:spPr>
              <a:xfrm>
                <a:off x="3563222" y="3677153"/>
                <a:ext cx="13830" cy="55833"/>
              </a:xfrm>
              <a:custGeom>
                <a:avLst/>
                <a:gdLst/>
                <a:ahLst/>
                <a:cxnLst/>
                <a:rect l="l" t="t" r="r" b="b"/>
                <a:pathLst>
                  <a:path w="108" h="436" extrusionOk="0">
                    <a:moveTo>
                      <a:pt x="0" y="1"/>
                    </a:moveTo>
                    <a:lnTo>
                      <a:pt x="0" y="436"/>
                    </a:lnTo>
                    <a:lnTo>
                      <a:pt x="108" y="436"/>
                    </a:lnTo>
                    <a:lnTo>
                      <a:pt x="108"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3" name="Google Shape;1723;p22"/>
              <p:cNvSpPr/>
              <p:nvPr/>
            </p:nvSpPr>
            <p:spPr>
              <a:xfrm>
                <a:off x="3563222" y="3002040"/>
                <a:ext cx="13830" cy="55833"/>
              </a:xfrm>
              <a:custGeom>
                <a:avLst/>
                <a:gdLst/>
                <a:ahLst/>
                <a:cxnLst/>
                <a:rect l="l" t="t" r="r" b="b"/>
                <a:pathLst>
                  <a:path w="108" h="436" extrusionOk="0">
                    <a:moveTo>
                      <a:pt x="0" y="1"/>
                    </a:moveTo>
                    <a:lnTo>
                      <a:pt x="0" y="435"/>
                    </a:lnTo>
                    <a:lnTo>
                      <a:pt x="108" y="435"/>
                    </a:lnTo>
                    <a:lnTo>
                      <a:pt x="108"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4" name="Google Shape;1724;p22"/>
              <p:cNvSpPr/>
              <p:nvPr/>
            </p:nvSpPr>
            <p:spPr>
              <a:xfrm>
                <a:off x="3563222" y="3113833"/>
                <a:ext cx="13830" cy="57498"/>
              </a:xfrm>
              <a:custGeom>
                <a:avLst/>
                <a:gdLst/>
                <a:ahLst/>
                <a:cxnLst/>
                <a:rect l="l" t="t" r="r" b="b"/>
                <a:pathLst>
                  <a:path w="108" h="449" extrusionOk="0">
                    <a:moveTo>
                      <a:pt x="0" y="0"/>
                    </a:moveTo>
                    <a:lnTo>
                      <a:pt x="0" y="448"/>
                    </a:lnTo>
                    <a:lnTo>
                      <a:pt x="108" y="448"/>
                    </a:lnTo>
                    <a:lnTo>
                      <a:pt x="108"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5" name="Google Shape;1725;p22"/>
              <p:cNvSpPr/>
              <p:nvPr/>
            </p:nvSpPr>
            <p:spPr>
              <a:xfrm>
                <a:off x="3563222" y="3338572"/>
                <a:ext cx="13830" cy="57882"/>
              </a:xfrm>
              <a:custGeom>
                <a:avLst/>
                <a:gdLst/>
                <a:ahLst/>
                <a:cxnLst/>
                <a:rect l="l" t="t" r="r" b="b"/>
                <a:pathLst>
                  <a:path w="108" h="452" extrusionOk="0">
                    <a:moveTo>
                      <a:pt x="0" y="1"/>
                    </a:moveTo>
                    <a:lnTo>
                      <a:pt x="0" y="452"/>
                    </a:lnTo>
                    <a:lnTo>
                      <a:pt x="108" y="452"/>
                    </a:lnTo>
                    <a:lnTo>
                      <a:pt x="108"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6" name="Google Shape;1726;p22"/>
              <p:cNvSpPr/>
              <p:nvPr/>
            </p:nvSpPr>
            <p:spPr>
              <a:xfrm>
                <a:off x="3563222" y="3227291"/>
                <a:ext cx="13830" cy="55705"/>
              </a:xfrm>
              <a:custGeom>
                <a:avLst/>
                <a:gdLst/>
                <a:ahLst/>
                <a:cxnLst/>
                <a:rect l="l" t="t" r="r" b="b"/>
                <a:pathLst>
                  <a:path w="108" h="435" extrusionOk="0">
                    <a:moveTo>
                      <a:pt x="0" y="0"/>
                    </a:moveTo>
                    <a:lnTo>
                      <a:pt x="0" y="435"/>
                    </a:lnTo>
                    <a:lnTo>
                      <a:pt x="108" y="435"/>
                    </a:lnTo>
                    <a:lnTo>
                      <a:pt x="108"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7" name="Google Shape;1727;p22"/>
              <p:cNvSpPr/>
              <p:nvPr/>
            </p:nvSpPr>
            <p:spPr>
              <a:xfrm>
                <a:off x="4161244" y="2921749"/>
                <a:ext cx="16135" cy="56217"/>
              </a:xfrm>
              <a:custGeom>
                <a:avLst/>
                <a:gdLst/>
                <a:ahLst/>
                <a:cxnLst/>
                <a:rect l="l" t="t" r="r" b="b"/>
                <a:pathLst>
                  <a:path w="126" h="439" extrusionOk="0">
                    <a:moveTo>
                      <a:pt x="1" y="0"/>
                    </a:moveTo>
                    <a:lnTo>
                      <a:pt x="1" y="438"/>
                    </a:lnTo>
                    <a:lnTo>
                      <a:pt x="125" y="438"/>
                    </a:lnTo>
                    <a:lnTo>
                      <a:pt x="12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8" name="Google Shape;1728;p22"/>
              <p:cNvSpPr/>
              <p:nvPr/>
            </p:nvSpPr>
            <p:spPr>
              <a:xfrm>
                <a:off x="4161244" y="2358685"/>
                <a:ext cx="16135" cy="57498"/>
              </a:xfrm>
              <a:custGeom>
                <a:avLst/>
                <a:gdLst/>
                <a:ahLst/>
                <a:cxnLst/>
                <a:rect l="l" t="t" r="r" b="b"/>
                <a:pathLst>
                  <a:path w="126" h="449" extrusionOk="0">
                    <a:moveTo>
                      <a:pt x="1" y="1"/>
                    </a:moveTo>
                    <a:lnTo>
                      <a:pt x="1" y="449"/>
                    </a:lnTo>
                    <a:lnTo>
                      <a:pt x="125" y="449"/>
                    </a:lnTo>
                    <a:lnTo>
                      <a:pt x="12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9" name="Google Shape;1729;p22"/>
              <p:cNvSpPr/>
              <p:nvPr/>
            </p:nvSpPr>
            <p:spPr>
              <a:xfrm>
                <a:off x="4161244" y="2471759"/>
                <a:ext cx="16135" cy="56217"/>
              </a:xfrm>
              <a:custGeom>
                <a:avLst/>
                <a:gdLst/>
                <a:ahLst/>
                <a:cxnLst/>
                <a:rect l="l" t="t" r="r" b="b"/>
                <a:pathLst>
                  <a:path w="126" h="439" extrusionOk="0">
                    <a:moveTo>
                      <a:pt x="1" y="0"/>
                    </a:moveTo>
                    <a:lnTo>
                      <a:pt x="1" y="438"/>
                    </a:lnTo>
                    <a:lnTo>
                      <a:pt x="125" y="438"/>
                    </a:lnTo>
                    <a:lnTo>
                      <a:pt x="12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0" name="Google Shape;1730;p22"/>
              <p:cNvSpPr/>
              <p:nvPr/>
            </p:nvSpPr>
            <p:spPr>
              <a:xfrm>
                <a:off x="4161244" y="2583424"/>
                <a:ext cx="16135" cy="58010"/>
              </a:xfrm>
              <a:custGeom>
                <a:avLst/>
                <a:gdLst/>
                <a:ahLst/>
                <a:cxnLst/>
                <a:rect l="l" t="t" r="r" b="b"/>
                <a:pathLst>
                  <a:path w="126" h="453" extrusionOk="0">
                    <a:moveTo>
                      <a:pt x="1" y="1"/>
                    </a:moveTo>
                    <a:lnTo>
                      <a:pt x="1" y="452"/>
                    </a:lnTo>
                    <a:lnTo>
                      <a:pt x="125" y="452"/>
                    </a:lnTo>
                    <a:lnTo>
                      <a:pt x="12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1" name="Google Shape;1731;p22"/>
              <p:cNvSpPr/>
              <p:nvPr/>
            </p:nvSpPr>
            <p:spPr>
              <a:xfrm>
                <a:off x="4161244" y="3373787"/>
                <a:ext cx="16135" cy="55705"/>
              </a:xfrm>
              <a:custGeom>
                <a:avLst/>
                <a:gdLst/>
                <a:ahLst/>
                <a:cxnLst/>
                <a:rect l="l" t="t" r="r" b="b"/>
                <a:pathLst>
                  <a:path w="126" h="435" extrusionOk="0">
                    <a:moveTo>
                      <a:pt x="1" y="0"/>
                    </a:moveTo>
                    <a:lnTo>
                      <a:pt x="1" y="422"/>
                    </a:lnTo>
                    <a:lnTo>
                      <a:pt x="1" y="435"/>
                    </a:lnTo>
                    <a:lnTo>
                      <a:pt x="125" y="435"/>
                    </a:lnTo>
                    <a:lnTo>
                      <a:pt x="125" y="422"/>
                    </a:lnTo>
                    <a:lnTo>
                      <a:pt x="12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2" name="Google Shape;1732;p22"/>
              <p:cNvSpPr/>
              <p:nvPr/>
            </p:nvSpPr>
            <p:spPr>
              <a:xfrm>
                <a:off x="4393154" y="3710319"/>
                <a:ext cx="57882" cy="22666"/>
              </a:xfrm>
              <a:custGeom>
                <a:avLst/>
                <a:gdLst/>
                <a:ahLst/>
                <a:cxnLst/>
                <a:rect l="l" t="t" r="r" b="b"/>
                <a:pathLst>
                  <a:path w="452" h="177" extrusionOk="0">
                    <a:moveTo>
                      <a:pt x="30" y="0"/>
                    </a:moveTo>
                    <a:lnTo>
                      <a:pt x="1" y="108"/>
                    </a:lnTo>
                    <a:cubicBezTo>
                      <a:pt x="138" y="151"/>
                      <a:pt x="288" y="177"/>
                      <a:pt x="439" y="177"/>
                    </a:cubicBezTo>
                    <a:lnTo>
                      <a:pt x="452" y="69"/>
                    </a:lnTo>
                    <a:cubicBezTo>
                      <a:pt x="301" y="52"/>
                      <a:pt x="164" y="39"/>
                      <a:pt x="3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3" name="Google Shape;1733;p22"/>
              <p:cNvSpPr/>
              <p:nvPr/>
            </p:nvSpPr>
            <p:spPr>
              <a:xfrm>
                <a:off x="4161244" y="2696882"/>
                <a:ext cx="16135" cy="55833"/>
              </a:xfrm>
              <a:custGeom>
                <a:avLst/>
                <a:gdLst/>
                <a:ahLst/>
                <a:cxnLst/>
                <a:rect l="l" t="t" r="r" b="b"/>
                <a:pathLst>
                  <a:path w="126" h="436" extrusionOk="0">
                    <a:moveTo>
                      <a:pt x="1" y="1"/>
                    </a:moveTo>
                    <a:lnTo>
                      <a:pt x="1" y="435"/>
                    </a:lnTo>
                    <a:lnTo>
                      <a:pt x="125" y="435"/>
                    </a:lnTo>
                    <a:lnTo>
                      <a:pt x="12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4" name="Google Shape;1734;p22"/>
              <p:cNvSpPr/>
              <p:nvPr/>
            </p:nvSpPr>
            <p:spPr>
              <a:xfrm>
                <a:off x="4168415" y="3483403"/>
                <a:ext cx="29837" cy="57882"/>
              </a:xfrm>
              <a:custGeom>
                <a:avLst/>
                <a:gdLst/>
                <a:ahLst/>
                <a:cxnLst/>
                <a:rect l="l" t="t" r="r" b="b"/>
                <a:pathLst>
                  <a:path w="233" h="452" extrusionOk="0">
                    <a:moveTo>
                      <a:pt x="108" y="1"/>
                    </a:moveTo>
                    <a:lnTo>
                      <a:pt x="0" y="27"/>
                    </a:lnTo>
                    <a:cubicBezTo>
                      <a:pt x="27" y="164"/>
                      <a:pt x="69" y="314"/>
                      <a:pt x="121" y="452"/>
                    </a:cubicBezTo>
                    <a:lnTo>
                      <a:pt x="233" y="409"/>
                    </a:lnTo>
                    <a:cubicBezTo>
                      <a:pt x="177" y="288"/>
                      <a:pt x="134" y="138"/>
                      <a:pt x="10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5" name="Google Shape;1735;p22"/>
              <p:cNvSpPr/>
              <p:nvPr/>
            </p:nvSpPr>
            <p:spPr>
              <a:xfrm>
                <a:off x="4288532" y="3664603"/>
                <a:ext cx="56217" cy="40338"/>
              </a:xfrm>
              <a:custGeom>
                <a:avLst/>
                <a:gdLst/>
                <a:ahLst/>
                <a:cxnLst/>
                <a:rect l="l" t="t" r="r" b="b"/>
                <a:pathLst>
                  <a:path w="439" h="315" extrusionOk="0">
                    <a:moveTo>
                      <a:pt x="69" y="1"/>
                    </a:moveTo>
                    <a:lnTo>
                      <a:pt x="1" y="83"/>
                    </a:lnTo>
                    <a:cubicBezTo>
                      <a:pt x="125" y="181"/>
                      <a:pt x="259" y="246"/>
                      <a:pt x="396" y="315"/>
                    </a:cubicBezTo>
                    <a:lnTo>
                      <a:pt x="439" y="220"/>
                    </a:lnTo>
                    <a:cubicBezTo>
                      <a:pt x="314" y="151"/>
                      <a:pt x="193" y="83"/>
                      <a:pt x="6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6" name="Google Shape;1736;p22"/>
              <p:cNvSpPr/>
              <p:nvPr/>
            </p:nvSpPr>
            <p:spPr>
              <a:xfrm>
                <a:off x="4210290" y="3584696"/>
                <a:ext cx="45332" cy="54168"/>
              </a:xfrm>
              <a:custGeom>
                <a:avLst/>
                <a:gdLst/>
                <a:ahLst/>
                <a:cxnLst/>
                <a:rect l="l" t="t" r="r" b="b"/>
                <a:pathLst>
                  <a:path w="354" h="423" extrusionOk="0">
                    <a:moveTo>
                      <a:pt x="95" y="1"/>
                    </a:moveTo>
                    <a:lnTo>
                      <a:pt x="0" y="69"/>
                    </a:lnTo>
                    <a:cubicBezTo>
                      <a:pt x="82" y="190"/>
                      <a:pt x="177" y="314"/>
                      <a:pt x="285" y="422"/>
                    </a:cubicBezTo>
                    <a:lnTo>
                      <a:pt x="353" y="341"/>
                    </a:lnTo>
                    <a:cubicBezTo>
                      <a:pt x="259" y="233"/>
                      <a:pt x="177" y="122"/>
                      <a:pt x="9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7" name="Google Shape;1737;p22"/>
              <p:cNvSpPr/>
              <p:nvPr/>
            </p:nvSpPr>
            <p:spPr>
              <a:xfrm>
                <a:off x="3857879" y="1971571"/>
                <a:ext cx="57882" cy="17288"/>
              </a:xfrm>
              <a:custGeom>
                <a:avLst/>
                <a:gdLst/>
                <a:ahLst/>
                <a:cxnLst/>
                <a:rect l="l" t="t" r="r" b="b"/>
                <a:pathLst>
                  <a:path w="452" h="135" extrusionOk="0">
                    <a:moveTo>
                      <a:pt x="0" y="0"/>
                    </a:moveTo>
                    <a:lnTo>
                      <a:pt x="13" y="108"/>
                    </a:lnTo>
                    <a:lnTo>
                      <a:pt x="95" y="108"/>
                    </a:lnTo>
                    <a:cubicBezTo>
                      <a:pt x="206" y="108"/>
                      <a:pt x="327" y="121"/>
                      <a:pt x="435" y="134"/>
                    </a:cubicBezTo>
                    <a:lnTo>
                      <a:pt x="451" y="26"/>
                    </a:lnTo>
                    <a:cubicBezTo>
                      <a:pt x="340" y="13"/>
                      <a:pt x="219" y="0"/>
                      <a:pt x="9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8" name="Google Shape;1738;p22"/>
              <p:cNvSpPr/>
              <p:nvPr/>
            </p:nvSpPr>
            <p:spPr>
              <a:xfrm>
                <a:off x="4161244" y="2245228"/>
                <a:ext cx="16135" cy="57498"/>
              </a:xfrm>
              <a:custGeom>
                <a:avLst/>
                <a:gdLst/>
                <a:ahLst/>
                <a:cxnLst/>
                <a:rect l="l" t="t" r="r" b="b"/>
                <a:pathLst>
                  <a:path w="126" h="449" extrusionOk="0">
                    <a:moveTo>
                      <a:pt x="109" y="1"/>
                    </a:moveTo>
                    <a:lnTo>
                      <a:pt x="1" y="14"/>
                    </a:lnTo>
                    <a:lnTo>
                      <a:pt x="1" y="259"/>
                    </a:lnTo>
                    <a:lnTo>
                      <a:pt x="1" y="449"/>
                    </a:lnTo>
                    <a:lnTo>
                      <a:pt x="125" y="449"/>
                    </a:lnTo>
                    <a:lnTo>
                      <a:pt x="125" y="259"/>
                    </a:lnTo>
                    <a:cubicBezTo>
                      <a:pt x="125" y="164"/>
                      <a:pt x="109" y="83"/>
                      <a:pt x="10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9" name="Google Shape;1739;p22"/>
              <p:cNvSpPr/>
              <p:nvPr/>
            </p:nvSpPr>
            <p:spPr>
              <a:xfrm>
                <a:off x="4129870" y="2135227"/>
                <a:ext cx="33167" cy="57882"/>
              </a:xfrm>
              <a:custGeom>
                <a:avLst/>
                <a:gdLst/>
                <a:ahLst/>
                <a:cxnLst/>
                <a:rect l="l" t="t" r="r" b="b"/>
                <a:pathLst>
                  <a:path w="259" h="452" extrusionOk="0">
                    <a:moveTo>
                      <a:pt x="96" y="0"/>
                    </a:moveTo>
                    <a:lnTo>
                      <a:pt x="1" y="56"/>
                    </a:lnTo>
                    <a:cubicBezTo>
                      <a:pt x="56" y="177"/>
                      <a:pt x="109" y="314"/>
                      <a:pt x="151" y="451"/>
                    </a:cubicBezTo>
                    <a:lnTo>
                      <a:pt x="259" y="422"/>
                    </a:lnTo>
                    <a:cubicBezTo>
                      <a:pt x="220" y="275"/>
                      <a:pt x="164" y="138"/>
                      <a:pt x="9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0" name="Google Shape;1740;p22"/>
              <p:cNvSpPr/>
              <p:nvPr/>
            </p:nvSpPr>
            <p:spPr>
              <a:xfrm>
                <a:off x="4062129" y="2046484"/>
                <a:ext cx="48662" cy="50711"/>
              </a:xfrm>
              <a:custGeom>
                <a:avLst/>
                <a:gdLst/>
                <a:ahLst/>
                <a:cxnLst/>
                <a:rect l="l" t="t" r="r" b="b"/>
                <a:pathLst>
                  <a:path w="380" h="396" extrusionOk="0">
                    <a:moveTo>
                      <a:pt x="66" y="0"/>
                    </a:moveTo>
                    <a:lnTo>
                      <a:pt x="0" y="82"/>
                    </a:lnTo>
                    <a:cubicBezTo>
                      <a:pt x="108" y="177"/>
                      <a:pt x="203" y="285"/>
                      <a:pt x="285" y="396"/>
                    </a:cubicBezTo>
                    <a:lnTo>
                      <a:pt x="379" y="327"/>
                    </a:lnTo>
                    <a:cubicBezTo>
                      <a:pt x="285" y="203"/>
                      <a:pt x="177" y="95"/>
                      <a:pt x="6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1" name="Google Shape;1741;p22"/>
              <p:cNvSpPr/>
              <p:nvPr/>
            </p:nvSpPr>
            <p:spPr>
              <a:xfrm>
                <a:off x="3965830" y="1988731"/>
                <a:ext cx="57882" cy="36881"/>
              </a:xfrm>
              <a:custGeom>
                <a:avLst/>
                <a:gdLst/>
                <a:ahLst/>
                <a:cxnLst/>
                <a:rect l="l" t="t" r="r" b="b"/>
                <a:pathLst>
                  <a:path w="452" h="288" extrusionOk="0">
                    <a:moveTo>
                      <a:pt x="43" y="0"/>
                    </a:moveTo>
                    <a:lnTo>
                      <a:pt x="0" y="95"/>
                    </a:lnTo>
                    <a:cubicBezTo>
                      <a:pt x="138" y="151"/>
                      <a:pt x="275" y="206"/>
                      <a:pt x="396" y="288"/>
                    </a:cubicBezTo>
                    <a:lnTo>
                      <a:pt x="452" y="193"/>
                    </a:lnTo>
                    <a:cubicBezTo>
                      <a:pt x="327" y="111"/>
                      <a:pt x="193" y="56"/>
                      <a:pt x="43"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2" name="Google Shape;1742;p22"/>
              <p:cNvSpPr/>
              <p:nvPr/>
            </p:nvSpPr>
            <p:spPr>
              <a:xfrm>
                <a:off x="4161244" y="3260329"/>
                <a:ext cx="16135" cy="55833"/>
              </a:xfrm>
              <a:custGeom>
                <a:avLst/>
                <a:gdLst/>
                <a:ahLst/>
                <a:cxnLst/>
                <a:rect l="l" t="t" r="r" b="b"/>
                <a:pathLst>
                  <a:path w="126" h="436" extrusionOk="0">
                    <a:moveTo>
                      <a:pt x="1" y="0"/>
                    </a:moveTo>
                    <a:lnTo>
                      <a:pt x="1" y="435"/>
                    </a:lnTo>
                    <a:lnTo>
                      <a:pt x="125" y="435"/>
                    </a:lnTo>
                    <a:lnTo>
                      <a:pt x="12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3" name="Google Shape;1743;p22"/>
              <p:cNvSpPr/>
              <p:nvPr/>
            </p:nvSpPr>
            <p:spPr>
              <a:xfrm>
                <a:off x="4161244" y="3035079"/>
                <a:ext cx="16135" cy="56217"/>
              </a:xfrm>
              <a:custGeom>
                <a:avLst/>
                <a:gdLst/>
                <a:ahLst/>
                <a:cxnLst/>
                <a:rect l="l" t="t" r="r" b="b"/>
                <a:pathLst>
                  <a:path w="126" h="439" extrusionOk="0">
                    <a:moveTo>
                      <a:pt x="1" y="1"/>
                    </a:moveTo>
                    <a:lnTo>
                      <a:pt x="1" y="439"/>
                    </a:lnTo>
                    <a:lnTo>
                      <a:pt x="125" y="439"/>
                    </a:lnTo>
                    <a:lnTo>
                      <a:pt x="12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4" name="Google Shape;1744;p22"/>
              <p:cNvSpPr/>
              <p:nvPr/>
            </p:nvSpPr>
            <p:spPr>
              <a:xfrm>
                <a:off x="4161244" y="2810340"/>
                <a:ext cx="16135" cy="55833"/>
              </a:xfrm>
              <a:custGeom>
                <a:avLst/>
                <a:gdLst/>
                <a:ahLst/>
                <a:cxnLst/>
                <a:rect l="l" t="t" r="r" b="b"/>
                <a:pathLst>
                  <a:path w="126" h="436" extrusionOk="0">
                    <a:moveTo>
                      <a:pt x="1" y="1"/>
                    </a:moveTo>
                    <a:lnTo>
                      <a:pt x="1" y="435"/>
                    </a:lnTo>
                    <a:lnTo>
                      <a:pt x="125" y="435"/>
                    </a:lnTo>
                    <a:lnTo>
                      <a:pt x="12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5" name="Google Shape;1745;p22"/>
              <p:cNvSpPr/>
              <p:nvPr/>
            </p:nvSpPr>
            <p:spPr>
              <a:xfrm>
                <a:off x="4161244" y="3146872"/>
                <a:ext cx="16135" cy="57498"/>
              </a:xfrm>
              <a:custGeom>
                <a:avLst/>
                <a:gdLst/>
                <a:ahLst/>
                <a:cxnLst/>
                <a:rect l="l" t="t" r="r" b="b"/>
                <a:pathLst>
                  <a:path w="126" h="449" extrusionOk="0">
                    <a:moveTo>
                      <a:pt x="1" y="1"/>
                    </a:moveTo>
                    <a:lnTo>
                      <a:pt x="1" y="448"/>
                    </a:lnTo>
                    <a:lnTo>
                      <a:pt x="125" y="448"/>
                    </a:lnTo>
                    <a:lnTo>
                      <a:pt x="12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6" name="Google Shape;1746;p22"/>
              <p:cNvSpPr/>
              <p:nvPr/>
            </p:nvSpPr>
            <p:spPr>
              <a:xfrm>
                <a:off x="4761060" y="1231918"/>
                <a:ext cx="14342" cy="55833"/>
              </a:xfrm>
              <a:custGeom>
                <a:avLst/>
                <a:gdLst/>
                <a:ahLst/>
                <a:cxnLst/>
                <a:rect l="l" t="t" r="r" b="b"/>
                <a:pathLst>
                  <a:path w="112" h="436" extrusionOk="0">
                    <a:moveTo>
                      <a:pt x="1" y="0"/>
                    </a:moveTo>
                    <a:lnTo>
                      <a:pt x="1" y="435"/>
                    </a:lnTo>
                    <a:lnTo>
                      <a:pt x="112" y="435"/>
                    </a:lnTo>
                    <a:lnTo>
                      <a:pt x="112"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7" name="Google Shape;1747;p22"/>
              <p:cNvSpPr/>
              <p:nvPr/>
            </p:nvSpPr>
            <p:spPr>
              <a:xfrm>
                <a:off x="4761060" y="1343711"/>
                <a:ext cx="14342" cy="57498"/>
              </a:xfrm>
              <a:custGeom>
                <a:avLst/>
                <a:gdLst/>
                <a:ahLst/>
                <a:cxnLst/>
                <a:rect l="l" t="t" r="r" b="b"/>
                <a:pathLst>
                  <a:path w="112" h="449" extrusionOk="0">
                    <a:moveTo>
                      <a:pt x="1" y="0"/>
                    </a:moveTo>
                    <a:lnTo>
                      <a:pt x="1" y="448"/>
                    </a:lnTo>
                    <a:lnTo>
                      <a:pt x="112" y="448"/>
                    </a:lnTo>
                    <a:lnTo>
                      <a:pt x="112"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8" name="Google Shape;1748;p22"/>
              <p:cNvSpPr/>
              <p:nvPr/>
            </p:nvSpPr>
            <p:spPr>
              <a:xfrm>
                <a:off x="4761060" y="1003338"/>
                <a:ext cx="14342" cy="59547"/>
              </a:xfrm>
              <a:custGeom>
                <a:avLst/>
                <a:gdLst/>
                <a:ahLst/>
                <a:cxnLst/>
                <a:rect l="l" t="t" r="r" b="b"/>
                <a:pathLst>
                  <a:path w="112" h="465" extrusionOk="0">
                    <a:moveTo>
                      <a:pt x="1" y="1"/>
                    </a:moveTo>
                    <a:lnTo>
                      <a:pt x="1" y="27"/>
                    </a:lnTo>
                    <a:lnTo>
                      <a:pt x="1" y="436"/>
                    </a:lnTo>
                    <a:lnTo>
                      <a:pt x="1" y="465"/>
                    </a:lnTo>
                    <a:lnTo>
                      <a:pt x="112" y="465"/>
                    </a:lnTo>
                    <a:lnTo>
                      <a:pt x="112" y="436"/>
                    </a:lnTo>
                    <a:lnTo>
                      <a:pt x="112" y="27"/>
                    </a:lnTo>
                    <a:lnTo>
                      <a:pt x="112"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9" name="Google Shape;1749;p22"/>
              <p:cNvSpPr/>
              <p:nvPr/>
            </p:nvSpPr>
            <p:spPr>
              <a:xfrm>
                <a:off x="4761060" y="1118460"/>
                <a:ext cx="14342" cy="57882"/>
              </a:xfrm>
              <a:custGeom>
                <a:avLst/>
                <a:gdLst/>
                <a:ahLst/>
                <a:cxnLst/>
                <a:rect l="l" t="t" r="r" b="b"/>
                <a:pathLst>
                  <a:path w="112" h="452" extrusionOk="0">
                    <a:moveTo>
                      <a:pt x="1" y="1"/>
                    </a:moveTo>
                    <a:lnTo>
                      <a:pt x="1" y="452"/>
                    </a:lnTo>
                    <a:lnTo>
                      <a:pt x="112" y="452"/>
                    </a:lnTo>
                    <a:lnTo>
                      <a:pt x="112"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0" name="Google Shape;1750;p22"/>
              <p:cNvSpPr/>
              <p:nvPr/>
            </p:nvSpPr>
            <p:spPr>
              <a:xfrm>
                <a:off x="4761060" y="2020105"/>
                <a:ext cx="14342" cy="56217"/>
              </a:xfrm>
              <a:custGeom>
                <a:avLst/>
                <a:gdLst/>
                <a:ahLst/>
                <a:cxnLst/>
                <a:rect l="l" t="t" r="r" b="b"/>
                <a:pathLst>
                  <a:path w="112" h="439" extrusionOk="0">
                    <a:moveTo>
                      <a:pt x="1" y="0"/>
                    </a:moveTo>
                    <a:lnTo>
                      <a:pt x="1" y="438"/>
                    </a:lnTo>
                    <a:lnTo>
                      <a:pt x="112" y="438"/>
                    </a:lnTo>
                    <a:lnTo>
                      <a:pt x="112"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1" name="Google Shape;1751;p22"/>
              <p:cNvSpPr/>
              <p:nvPr/>
            </p:nvSpPr>
            <p:spPr>
              <a:xfrm>
                <a:off x="4761060" y="2131898"/>
                <a:ext cx="14342" cy="57370"/>
              </a:xfrm>
              <a:custGeom>
                <a:avLst/>
                <a:gdLst/>
                <a:ahLst/>
                <a:cxnLst/>
                <a:rect l="l" t="t" r="r" b="b"/>
                <a:pathLst>
                  <a:path w="112" h="448" extrusionOk="0">
                    <a:moveTo>
                      <a:pt x="1" y="0"/>
                    </a:moveTo>
                    <a:lnTo>
                      <a:pt x="1" y="448"/>
                    </a:lnTo>
                    <a:lnTo>
                      <a:pt x="112" y="448"/>
                    </a:lnTo>
                    <a:lnTo>
                      <a:pt x="112"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2" name="Google Shape;1752;p22"/>
              <p:cNvSpPr/>
              <p:nvPr/>
            </p:nvSpPr>
            <p:spPr>
              <a:xfrm>
                <a:off x="4761060" y="1456657"/>
                <a:ext cx="14342" cy="56217"/>
              </a:xfrm>
              <a:custGeom>
                <a:avLst/>
                <a:gdLst/>
                <a:ahLst/>
                <a:cxnLst/>
                <a:rect l="l" t="t" r="r" b="b"/>
                <a:pathLst>
                  <a:path w="112" h="439" extrusionOk="0">
                    <a:moveTo>
                      <a:pt x="1" y="1"/>
                    </a:moveTo>
                    <a:lnTo>
                      <a:pt x="1" y="439"/>
                    </a:lnTo>
                    <a:lnTo>
                      <a:pt x="112" y="439"/>
                    </a:lnTo>
                    <a:lnTo>
                      <a:pt x="112"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3" name="Google Shape;1753;p22"/>
              <p:cNvSpPr/>
              <p:nvPr/>
            </p:nvSpPr>
            <p:spPr>
              <a:xfrm>
                <a:off x="4761060" y="2245228"/>
                <a:ext cx="14342" cy="55833"/>
              </a:xfrm>
              <a:custGeom>
                <a:avLst/>
                <a:gdLst/>
                <a:ahLst/>
                <a:cxnLst/>
                <a:rect l="l" t="t" r="r" b="b"/>
                <a:pathLst>
                  <a:path w="112" h="436" extrusionOk="0">
                    <a:moveTo>
                      <a:pt x="1" y="1"/>
                    </a:moveTo>
                    <a:lnTo>
                      <a:pt x="1" y="436"/>
                    </a:lnTo>
                    <a:lnTo>
                      <a:pt x="112" y="436"/>
                    </a:lnTo>
                    <a:lnTo>
                      <a:pt x="112"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4" name="Google Shape;1754;p22"/>
              <p:cNvSpPr/>
              <p:nvPr/>
            </p:nvSpPr>
            <p:spPr>
              <a:xfrm>
                <a:off x="4761060" y="1570115"/>
                <a:ext cx="14342" cy="56217"/>
              </a:xfrm>
              <a:custGeom>
                <a:avLst/>
                <a:gdLst/>
                <a:ahLst/>
                <a:cxnLst/>
                <a:rect l="l" t="t" r="r" b="b"/>
                <a:pathLst>
                  <a:path w="112" h="439" extrusionOk="0">
                    <a:moveTo>
                      <a:pt x="1" y="1"/>
                    </a:moveTo>
                    <a:lnTo>
                      <a:pt x="1" y="439"/>
                    </a:lnTo>
                    <a:lnTo>
                      <a:pt x="112" y="439"/>
                    </a:lnTo>
                    <a:lnTo>
                      <a:pt x="112"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5" name="Google Shape;1755;p22"/>
              <p:cNvSpPr/>
              <p:nvPr/>
            </p:nvSpPr>
            <p:spPr>
              <a:xfrm>
                <a:off x="4761060" y="1681908"/>
                <a:ext cx="14342" cy="55833"/>
              </a:xfrm>
              <a:custGeom>
                <a:avLst/>
                <a:gdLst/>
                <a:ahLst/>
                <a:cxnLst/>
                <a:rect l="l" t="t" r="r" b="b"/>
                <a:pathLst>
                  <a:path w="112" h="436" extrusionOk="0">
                    <a:moveTo>
                      <a:pt x="1" y="0"/>
                    </a:moveTo>
                    <a:lnTo>
                      <a:pt x="1" y="435"/>
                    </a:lnTo>
                    <a:lnTo>
                      <a:pt x="112" y="435"/>
                    </a:lnTo>
                    <a:lnTo>
                      <a:pt x="112"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6" name="Google Shape;1756;p22"/>
              <p:cNvSpPr/>
              <p:nvPr/>
            </p:nvSpPr>
            <p:spPr>
              <a:xfrm>
                <a:off x="4761060" y="1906647"/>
                <a:ext cx="14342" cy="57882"/>
              </a:xfrm>
              <a:custGeom>
                <a:avLst/>
                <a:gdLst/>
                <a:ahLst/>
                <a:cxnLst/>
                <a:rect l="l" t="t" r="r" b="b"/>
                <a:pathLst>
                  <a:path w="112" h="452" extrusionOk="0">
                    <a:moveTo>
                      <a:pt x="1" y="1"/>
                    </a:moveTo>
                    <a:lnTo>
                      <a:pt x="1" y="452"/>
                    </a:lnTo>
                    <a:lnTo>
                      <a:pt x="112" y="452"/>
                    </a:lnTo>
                    <a:lnTo>
                      <a:pt x="112"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7" name="Google Shape;1757;p22"/>
              <p:cNvSpPr/>
              <p:nvPr/>
            </p:nvSpPr>
            <p:spPr>
              <a:xfrm>
                <a:off x="4761060" y="1795366"/>
                <a:ext cx="14342" cy="55705"/>
              </a:xfrm>
              <a:custGeom>
                <a:avLst/>
                <a:gdLst/>
                <a:ahLst/>
                <a:cxnLst/>
                <a:rect l="l" t="t" r="r" b="b"/>
                <a:pathLst>
                  <a:path w="112" h="435" extrusionOk="0">
                    <a:moveTo>
                      <a:pt x="1" y="0"/>
                    </a:moveTo>
                    <a:lnTo>
                      <a:pt x="1" y="435"/>
                    </a:lnTo>
                    <a:lnTo>
                      <a:pt x="112" y="435"/>
                    </a:lnTo>
                    <a:lnTo>
                      <a:pt x="112"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8" name="Google Shape;1758;p22"/>
              <p:cNvSpPr/>
              <p:nvPr/>
            </p:nvSpPr>
            <p:spPr>
              <a:xfrm>
                <a:off x="4761060" y="328609"/>
                <a:ext cx="14342" cy="55833"/>
              </a:xfrm>
              <a:custGeom>
                <a:avLst/>
                <a:gdLst/>
                <a:ahLst/>
                <a:cxnLst/>
                <a:rect l="l" t="t" r="r" b="b"/>
                <a:pathLst>
                  <a:path w="112" h="436" extrusionOk="0">
                    <a:moveTo>
                      <a:pt x="1" y="1"/>
                    </a:moveTo>
                    <a:lnTo>
                      <a:pt x="1" y="435"/>
                    </a:lnTo>
                    <a:lnTo>
                      <a:pt x="112" y="435"/>
                    </a:lnTo>
                    <a:lnTo>
                      <a:pt x="112"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9" name="Google Shape;1759;p22"/>
              <p:cNvSpPr/>
              <p:nvPr/>
            </p:nvSpPr>
            <p:spPr>
              <a:xfrm>
                <a:off x="4761060" y="440018"/>
                <a:ext cx="14342" cy="56217"/>
              </a:xfrm>
              <a:custGeom>
                <a:avLst/>
                <a:gdLst/>
                <a:ahLst/>
                <a:cxnLst/>
                <a:rect l="l" t="t" r="r" b="b"/>
                <a:pathLst>
                  <a:path w="112" h="439" extrusionOk="0">
                    <a:moveTo>
                      <a:pt x="1" y="0"/>
                    </a:moveTo>
                    <a:lnTo>
                      <a:pt x="1" y="438"/>
                    </a:lnTo>
                    <a:lnTo>
                      <a:pt x="112" y="438"/>
                    </a:lnTo>
                    <a:lnTo>
                      <a:pt x="112"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0" name="Google Shape;1760;p22"/>
              <p:cNvSpPr/>
              <p:nvPr/>
            </p:nvSpPr>
            <p:spPr>
              <a:xfrm>
                <a:off x="4761060" y="101822"/>
                <a:ext cx="14342" cy="57370"/>
              </a:xfrm>
              <a:custGeom>
                <a:avLst/>
                <a:gdLst/>
                <a:ahLst/>
                <a:cxnLst/>
                <a:rect l="l" t="t" r="r" b="b"/>
                <a:pathLst>
                  <a:path w="112" h="448" extrusionOk="0">
                    <a:moveTo>
                      <a:pt x="1" y="0"/>
                    </a:moveTo>
                    <a:lnTo>
                      <a:pt x="1" y="448"/>
                    </a:lnTo>
                    <a:lnTo>
                      <a:pt x="112" y="448"/>
                    </a:lnTo>
                    <a:lnTo>
                      <a:pt x="112"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1" name="Google Shape;1761;p22"/>
              <p:cNvSpPr/>
              <p:nvPr/>
            </p:nvSpPr>
            <p:spPr>
              <a:xfrm>
                <a:off x="4761060" y="215152"/>
                <a:ext cx="14342" cy="55833"/>
              </a:xfrm>
              <a:custGeom>
                <a:avLst/>
                <a:gdLst/>
                <a:ahLst/>
                <a:cxnLst/>
                <a:rect l="l" t="t" r="r" b="b"/>
                <a:pathLst>
                  <a:path w="112" h="436" extrusionOk="0">
                    <a:moveTo>
                      <a:pt x="1" y="1"/>
                    </a:moveTo>
                    <a:lnTo>
                      <a:pt x="1" y="436"/>
                    </a:lnTo>
                    <a:lnTo>
                      <a:pt x="112" y="436"/>
                    </a:lnTo>
                    <a:lnTo>
                      <a:pt x="112"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2" name="Google Shape;1762;p22"/>
              <p:cNvSpPr/>
              <p:nvPr/>
            </p:nvSpPr>
            <p:spPr>
              <a:xfrm>
                <a:off x="4761060" y="553476"/>
                <a:ext cx="14342" cy="55705"/>
              </a:xfrm>
              <a:custGeom>
                <a:avLst/>
                <a:gdLst/>
                <a:ahLst/>
                <a:cxnLst/>
                <a:rect l="l" t="t" r="r" b="b"/>
                <a:pathLst>
                  <a:path w="112" h="435" extrusionOk="0">
                    <a:moveTo>
                      <a:pt x="1" y="0"/>
                    </a:moveTo>
                    <a:lnTo>
                      <a:pt x="1" y="435"/>
                    </a:lnTo>
                    <a:lnTo>
                      <a:pt x="112" y="435"/>
                    </a:lnTo>
                    <a:lnTo>
                      <a:pt x="112"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3" name="Google Shape;1763;p22"/>
              <p:cNvSpPr/>
              <p:nvPr/>
            </p:nvSpPr>
            <p:spPr>
              <a:xfrm>
                <a:off x="4761060" y="665141"/>
                <a:ext cx="14342" cy="57498"/>
              </a:xfrm>
              <a:custGeom>
                <a:avLst/>
                <a:gdLst/>
                <a:ahLst/>
                <a:cxnLst/>
                <a:rect l="l" t="t" r="r" b="b"/>
                <a:pathLst>
                  <a:path w="112" h="449" extrusionOk="0">
                    <a:moveTo>
                      <a:pt x="1" y="1"/>
                    </a:moveTo>
                    <a:lnTo>
                      <a:pt x="1" y="449"/>
                    </a:lnTo>
                    <a:lnTo>
                      <a:pt x="112" y="449"/>
                    </a:lnTo>
                    <a:lnTo>
                      <a:pt x="112"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4" name="Google Shape;1764;p22"/>
              <p:cNvSpPr/>
              <p:nvPr/>
            </p:nvSpPr>
            <p:spPr>
              <a:xfrm>
                <a:off x="4761060" y="778599"/>
                <a:ext cx="14342" cy="55833"/>
              </a:xfrm>
              <a:custGeom>
                <a:avLst/>
                <a:gdLst/>
                <a:ahLst/>
                <a:cxnLst/>
                <a:rect l="l" t="t" r="r" b="b"/>
                <a:pathLst>
                  <a:path w="112" h="436" extrusionOk="0">
                    <a:moveTo>
                      <a:pt x="1" y="1"/>
                    </a:moveTo>
                    <a:lnTo>
                      <a:pt x="1" y="435"/>
                    </a:lnTo>
                    <a:lnTo>
                      <a:pt x="112" y="435"/>
                    </a:lnTo>
                    <a:lnTo>
                      <a:pt x="112"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5" name="Google Shape;1765;p22"/>
              <p:cNvSpPr/>
              <p:nvPr/>
            </p:nvSpPr>
            <p:spPr>
              <a:xfrm>
                <a:off x="4761060" y="889880"/>
                <a:ext cx="14342" cy="58010"/>
              </a:xfrm>
              <a:custGeom>
                <a:avLst/>
                <a:gdLst/>
                <a:ahLst/>
                <a:cxnLst/>
                <a:rect l="l" t="t" r="r" b="b"/>
                <a:pathLst>
                  <a:path w="112" h="453" extrusionOk="0">
                    <a:moveTo>
                      <a:pt x="1" y="1"/>
                    </a:moveTo>
                    <a:lnTo>
                      <a:pt x="1" y="452"/>
                    </a:lnTo>
                    <a:lnTo>
                      <a:pt x="112" y="452"/>
                    </a:lnTo>
                    <a:lnTo>
                      <a:pt x="112"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6" name="Google Shape;1766;p22"/>
              <p:cNvSpPr/>
              <p:nvPr/>
            </p:nvSpPr>
            <p:spPr>
              <a:xfrm>
                <a:off x="4761060" y="2921749"/>
                <a:ext cx="14342" cy="56217"/>
              </a:xfrm>
              <a:custGeom>
                <a:avLst/>
                <a:gdLst/>
                <a:ahLst/>
                <a:cxnLst/>
                <a:rect l="l" t="t" r="r" b="b"/>
                <a:pathLst>
                  <a:path w="112" h="439" extrusionOk="0">
                    <a:moveTo>
                      <a:pt x="1" y="0"/>
                    </a:moveTo>
                    <a:lnTo>
                      <a:pt x="1" y="438"/>
                    </a:lnTo>
                    <a:lnTo>
                      <a:pt x="112" y="438"/>
                    </a:lnTo>
                    <a:lnTo>
                      <a:pt x="112"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7" name="Google Shape;1767;p22"/>
              <p:cNvSpPr/>
              <p:nvPr/>
            </p:nvSpPr>
            <p:spPr>
              <a:xfrm>
                <a:off x="4761060" y="2358685"/>
                <a:ext cx="14342" cy="55833"/>
              </a:xfrm>
              <a:custGeom>
                <a:avLst/>
                <a:gdLst/>
                <a:ahLst/>
                <a:cxnLst/>
                <a:rect l="l" t="t" r="r" b="b"/>
                <a:pathLst>
                  <a:path w="112" h="436" extrusionOk="0">
                    <a:moveTo>
                      <a:pt x="1" y="1"/>
                    </a:moveTo>
                    <a:lnTo>
                      <a:pt x="1" y="435"/>
                    </a:lnTo>
                    <a:lnTo>
                      <a:pt x="112" y="435"/>
                    </a:lnTo>
                    <a:lnTo>
                      <a:pt x="112" y="148"/>
                    </a:lnTo>
                    <a:lnTo>
                      <a:pt x="112"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8" name="Google Shape;1768;p22"/>
              <p:cNvSpPr/>
              <p:nvPr/>
            </p:nvSpPr>
            <p:spPr>
              <a:xfrm>
                <a:off x="4761060" y="2470094"/>
                <a:ext cx="14342" cy="57882"/>
              </a:xfrm>
              <a:custGeom>
                <a:avLst/>
                <a:gdLst/>
                <a:ahLst/>
                <a:cxnLst/>
                <a:rect l="l" t="t" r="r" b="b"/>
                <a:pathLst>
                  <a:path w="112" h="452" extrusionOk="0">
                    <a:moveTo>
                      <a:pt x="1" y="0"/>
                    </a:moveTo>
                    <a:lnTo>
                      <a:pt x="1" y="451"/>
                    </a:lnTo>
                    <a:lnTo>
                      <a:pt x="112" y="451"/>
                    </a:lnTo>
                    <a:lnTo>
                      <a:pt x="112"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9" name="Google Shape;1769;p22"/>
              <p:cNvSpPr/>
              <p:nvPr/>
            </p:nvSpPr>
            <p:spPr>
              <a:xfrm>
                <a:off x="4761060" y="2583424"/>
                <a:ext cx="14342" cy="55833"/>
              </a:xfrm>
              <a:custGeom>
                <a:avLst/>
                <a:gdLst/>
                <a:ahLst/>
                <a:cxnLst/>
                <a:rect l="l" t="t" r="r" b="b"/>
                <a:pathLst>
                  <a:path w="112" h="436" extrusionOk="0">
                    <a:moveTo>
                      <a:pt x="1" y="1"/>
                    </a:moveTo>
                    <a:lnTo>
                      <a:pt x="1" y="436"/>
                    </a:lnTo>
                    <a:lnTo>
                      <a:pt x="112" y="436"/>
                    </a:lnTo>
                    <a:lnTo>
                      <a:pt x="112"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0" name="Google Shape;1770;p22"/>
              <p:cNvSpPr/>
              <p:nvPr/>
            </p:nvSpPr>
            <p:spPr>
              <a:xfrm>
                <a:off x="4761060" y="3368281"/>
                <a:ext cx="14342" cy="55833"/>
              </a:xfrm>
              <a:custGeom>
                <a:avLst/>
                <a:gdLst/>
                <a:ahLst/>
                <a:cxnLst/>
                <a:rect l="l" t="t" r="r" b="b"/>
                <a:pathLst>
                  <a:path w="112" h="436" extrusionOk="0">
                    <a:moveTo>
                      <a:pt x="1" y="1"/>
                    </a:moveTo>
                    <a:lnTo>
                      <a:pt x="1" y="422"/>
                    </a:lnTo>
                    <a:lnTo>
                      <a:pt x="1" y="435"/>
                    </a:lnTo>
                    <a:lnTo>
                      <a:pt x="112" y="435"/>
                    </a:lnTo>
                    <a:lnTo>
                      <a:pt x="112" y="422"/>
                    </a:lnTo>
                    <a:lnTo>
                      <a:pt x="112"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1" name="Google Shape;1771;p22"/>
              <p:cNvSpPr/>
              <p:nvPr/>
            </p:nvSpPr>
            <p:spPr>
              <a:xfrm>
                <a:off x="4485739" y="3710319"/>
                <a:ext cx="59547" cy="22666"/>
              </a:xfrm>
              <a:custGeom>
                <a:avLst/>
                <a:gdLst/>
                <a:ahLst/>
                <a:cxnLst/>
                <a:rect l="l" t="t" r="r" b="b"/>
                <a:pathLst>
                  <a:path w="465" h="177" extrusionOk="0">
                    <a:moveTo>
                      <a:pt x="435" y="0"/>
                    </a:moveTo>
                    <a:cubicBezTo>
                      <a:pt x="288" y="26"/>
                      <a:pt x="150" y="52"/>
                      <a:pt x="0" y="69"/>
                    </a:cubicBezTo>
                    <a:lnTo>
                      <a:pt x="13" y="177"/>
                    </a:lnTo>
                    <a:cubicBezTo>
                      <a:pt x="163" y="164"/>
                      <a:pt x="314" y="134"/>
                      <a:pt x="464" y="108"/>
                    </a:cubicBezTo>
                    <a:lnTo>
                      <a:pt x="43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2" name="Google Shape;1772;p22"/>
              <p:cNvSpPr/>
              <p:nvPr/>
            </p:nvSpPr>
            <p:spPr>
              <a:xfrm>
                <a:off x="4761060" y="2696882"/>
                <a:ext cx="14342" cy="55833"/>
              </a:xfrm>
              <a:custGeom>
                <a:avLst/>
                <a:gdLst/>
                <a:ahLst/>
                <a:cxnLst/>
                <a:rect l="l" t="t" r="r" b="b"/>
                <a:pathLst>
                  <a:path w="112" h="436" extrusionOk="0">
                    <a:moveTo>
                      <a:pt x="1" y="1"/>
                    </a:moveTo>
                    <a:lnTo>
                      <a:pt x="1" y="435"/>
                    </a:lnTo>
                    <a:lnTo>
                      <a:pt x="112" y="435"/>
                    </a:lnTo>
                    <a:lnTo>
                      <a:pt x="112"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3" name="Google Shape;1773;p22"/>
              <p:cNvSpPr/>
              <p:nvPr/>
            </p:nvSpPr>
            <p:spPr>
              <a:xfrm>
                <a:off x="4740187" y="3480074"/>
                <a:ext cx="29837" cy="57498"/>
              </a:xfrm>
              <a:custGeom>
                <a:avLst/>
                <a:gdLst/>
                <a:ahLst/>
                <a:cxnLst/>
                <a:rect l="l" t="t" r="r" b="b"/>
                <a:pathLst>
                  <a:path w="233" h="449" extrusionOk="0">
                    <a:moveTo>
                      <a:pt x="125" y="0"/>
                    </a:moveTo>
                    <a:cubicBezTo>
                      <a:pt x="98" y="134"/>
                      <a:pt x="56" y="272"/>
                      <a:pt x="0" y="409"/>
                    </a:cubicBezTo>
                    <a:lnTo>
                      <a:pt x="98" y="448"/>
                    </a:lnTo>
                    <a:cubicBezTo>
                      <a:pt x="151" y="314"/>
                      <a:pt x="206" y="164"/>
                      <a:pt x="232" y="13"/>
                    </a:cubicBezTo>
                    <a:lnTo>
                      <a:pt x="12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4" name="Google Shape;1774;p22"/>
              <p:cNvSpPr/>
              <p:nvPr/>
            </p:nvSpPr>
            <p:spPr>
              <a:xfrm>
                <a:off x="4592025" y="3662938"/>
                <a:ext cx="56217" cy="42003"/>
              </a:xfrm>
              <a:custGeom>
                <a:avLst/>
                <a:gdLst/>
                <a:ahLst/>
                <a:cxnLst/>
                <a:rect l="l" t="t" r="r" b="b"/>
                <a:pathLst>
                  <a:path w="439" h="328" extrusionOk="0">
                    <a:moveTo>
                      <a:pt x="370" y="1"/>
                    </a:moveTo>
                    <a:cubicBezTo>
                      <a:pt x="259" y="83"/>
                      <a:pt x="138" y="164"/>
                      <a:pt x="0" y="220"/>
                    </a:cubicBezTo>
                    <a:lnTo>
                      <a:pt x="56" y="328"/>
                    </a:lnTo>
                    <a:cubicBezTo>
                      <a:pt x="193" y="259"/>
                      <a:pt x="314" y="177"/>
                      <a:pt x="438" y="96"/>
                    </a:cubicBezTo>
                    <a:lnTo>
                      <a:pt x="370"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5" name="Google Shape;1775;p22"/>
              <p:cNvSpPr/>
              <p:nvPr/>
            </p:nvSpPr>
            <p:spPr>
              <a:xfrm>
                <a:off x="4681153" y="3580982"/>
                <a:ext cx="45332" cy="52376"/>
              </a:xfrm>
              <a:custGeom>
                <a:avLst/>
                <a:gdLst/>
                <a:ahLst/>
                <a:cxnLst/>
                <a:rect l="l" t="t" r="r" b="b"/>
                <a:pathLst>
                  <a:path w="354" h="409" extrusionOk="0">
                    <a:moveTo>
                      <a:pt x="259" y="0"/>
                    </a:moveTo>
                    <a:cubicBezTo>
                      <a:pt x="190" y="124"/>
                      <a:pt x="95" y="232"/>
                      <a:pt x="1" y="343"/>
                    </a:cubicBezTo>
                    <a:lnTo>
                      <a:pt x="82" y="409"/>
                    </a:lnTo>
                    <a:cubicBezTo>
                      <a:pt x="177" y="301"/>
                      <a:pt x="272" y="180"/>
                      <a:pt x="354" y="56"/>
                    </a:cubicBezTo>
                    <a:lnTo>
                      <a:pt x="259"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6" name="Google Shape;1776;p22"/>
              <p:cNvSpPr/>
              <p:nvPr/>
            </p:nvSpPr>
            <p:spPr>
              <a:xfrm>
                <a:off x="4761060" y="3260329"/>
                <a:ext cx="14342" cy="55833"/>
              </a:xfrm>
              <a:custGeom>
                <a:avLst/>
                <a:gdLst/>
                <a:ahLst/>
                <a:cxnLst/>
                <a:rect l="l" t="t" r="r" b="b"/>
                <a:pathLst>
                  <a:path w="112" h="436" extrusionOk="0">
                    <a:moveTo>
                      <a:pt x="1" y="0"/>
                    </a:moveTo>
                    <a:lnTo>
                      <a:pt x="1" y="435"/>
                    </a:lnTo>
                    <a:lnTo>
                      <a:pt x="112" y="435"/>
                    </a:lnTo>
                    <a:lnTo>
                      <a:pt x="112"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7" name="Google Shape;1777;p22"/>
              <p:cNvSpPr/>
              <p:nvPr/>
            </p:nvSpPr>
            <p:spPr>
              <a:xfrm>
                <a:off x="4761060" y="3035079"/>
                <a:ext cx="14342" cy="56217"/>
              </a:xfrm>
              <a:custGeom>
                <a:avLst/>
                <a:gdLst/>
                <a:ahLst/>
                <a:cxnLst/>
                <a:rect l="l" t="t" r="r" b="b"/>
                <a:pathLst>
                  <a:path w="112" h="439" extrusionOk="0">
                    <a:moveTo>
                      <a:pt x="1" y="1"/>
                    </a:moveTo>
                    <a:lnTo>
                      <a:pt x="1" y="439"/>
                    </a:lnTo>
                    <a:lnTo>
                      <a:pt x="112" y="439"/>
                    </a:lnTo>
                    <a:lnTo>
                      <a:pt x="112"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8" name="Google Shape;1778;p22"/>
              <p:cNvSpPr/>
              <p:nvPr/>
            </p:nvSpPr>
            <p:spPr>
              <a:xfrm>
                <a:off x="4761060" y="2808675"/>
                <a:ext cx="14342" cy="55833"/>
              </a:xfrm>
              <a:custGeom>
                <a:avLst/>
                <a:gdLst/>
                <a:ahLst/>
                <a:cxnLst/>
                <a:rect l="l" t="t" r="r" b="b"/>
                <a:pathLst>
                  <a:path w="112" h="436" extrusionOk="0">
                    <a:moveTo>
                      <a:pt x="1" y="0"/>
                    </a:moveTo>
                    <a:lnTo>
                      <a:pt x="1" y="435"/>
                    </a:lnTo>
                    <a:lnTo>
                      <a:pt x="112" y="435"/>
                    </a:lnTo>
                    <a:lnTo>
                      <a:pt x="112"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9" name="Google Shape;1779;p22"/>
              <p:cNvSpPr/>
              <p:nvPr/>
            </p:nvSpPr>
            <p:spPr>
              <a:xfrm>
                <a:off x="4761060" y="3146872"/>
                <a:ext cx="14342" cy="57498"/>
              </a:xfrm>
              <a:custGeom>
                <a:avLst/>
                <a:gdLst/>
                <a:ahLst/>
                <a:cxnLst/>
                <a:rect l="l" t="t" r="r" b="b"/>
                <a:pathLst>
                  <a:path w="112" h="449" extrusionOk="0">
                    <a:moveTo>
                      <a:pt x="1" y="1"/>
                    </a:moveTo>
                    <a:lnTo>
                      <a:pt x="1" y="448"/>
                    </a:lnTo>
                    <a:lnTo>
                      <a:pt x="112" y="448"/>
                    </a:lnTo>
                    <a:lnTo>
                      <a:pt x="112"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780" name="Google Shape;1780;p22"/>
          <p:cNvGrpSpPr/>
          <p:nvPr/>
        </p:nvGrpSpPr>
        <p:grpSpPr>
          <a:xfrm>
            <a:off x="467713" y="4562414"/>
            <a:ext cx="750012" cy="630423"/>
            <a:chOff x="1507450" y="3919292"/>
            <a:chExt cx="953486" cy="801453"/>
          </a:xfrm>
        </p:grpSpPr>
        <p:grpSp>
          <p:nvGrpSpPr>
            <p:cNvPr id="1781" name="Google Shape;1781;p22"/>
            <p:cNvGrpSpPr/>
            <p:nvPr/>
          </p:nvGrpSpPr>
          <p:grpSpPr>
            <a:xfrm>
              <a:off x="1806988" y="3919292"/>
              <a:ext cx="441906" cy="801453"/>
              <a:chOff x="3816307" y="2352225"/>
              <a:chExt cx="1213027" cy="2199981"/>
            </a:xfrm>
          </p:grpSpPr>
          <p:sp>
            <p:nvSpPr>
              <p:cNvPr id="1782" name="Google Shape;1782;p22"/>
              <p:cNvSpPr/>
              <p:nvPr/>
            </p:nvSpPr>
            <p:spPr>
              <a:xfrm>
                <a:off x="3816307" y="2353110"/>
                <a:ext cx="1213027" cy="1210194"/>
              </a:xfrm>
              <a:custGeom>
                <a:avLst/>
                <a:gdLst/>
                <a:ahLst/>
                <a:cxnLst/>
                <a:rect l="l" t="t" r="r" b="b"/>
                <a:pathLst>
                  <a:path w="6852" h="6836" extrusionOk="0">
                    <a:moveTo>
                      <a:pt x="3422" y="1"/>
                    </a:moveTo>
                    <a:cubicBezTo>
                      <a:pt x="1540" y="1"/>
                      <a:pt x="14" y="1519"/>
                      <a:pt x="1" y="3404"/>
                    </a:cubicBezTo>
                    <a:cubicBezTo>
                      <a:pt x="1" y="5299"/>
                      <a:pt x="1524" y="6836"/>
                      <a:pt x="3420" y="6836"/>
                    </a:cubicBezTo>
                    <a:cubicBezTo>
                      <a:pt x="3430" y="6836"/>
                      <a:pt x="3440" y="6836"/>
                      <a:pt x="3450" y="6836"/>
                    </a:cubicBezTo>
                    <a:cubicBezTo>
                      <a:pt x="5316" y="6836"/>
                      <a:pt x="6836" y="5315"/>
                      <a:pt x="6852" y="3433"/>
                    </a:cubicBezTo>
                    <a:cubicBezTo>
                      <a:pt x="6852" y="1540"/>
                      <a:pt x="5326" y="1"/>
                      <a:pt x="3446" y="1"/>
                    </a:cubicBezTo>
                    <a:cubicBezTo>
                      <a:pt x="3438" y="1"/>
                      <a:pt x="3430" y="1"/>
                      <a:pt x="342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3" name="Google Shape;1783;p22"/>
              <p:cNvSpPr/>
              <p:nvPr/>
            </p:nvSpPr>
            <p:spPr>
              <a:xfrm>
                <a:off x="4199402" y="2832867"/>
                <a:ext cx="361854" cy="1719340"/>
              </a:xfrm>
              <a:custGeom>
                <a:avLst/>
                <a:gdLst/>
                <a:ahLst/>
                <a:cxnLst/>
                <a:rect l="l" t="t" r="r" b="b"/>
                <a:pathLst>
                  <a:path w="2044" h="9712" extrusionOk="0">
                    <a:moveTo>
                      <a:pt x="1187" y="1"/>
                    </a:moveTo>
                    <a:lnTo>
                      <a:pt x="929" y="3420"/>
                    </a:lnTo>
                    <a:lnTo>
                      <a:pt x="14" y="2262"/>
                    </a:lnTo>
                    <a:lnTo>
                      <a:pt x="1" y="2276"/>
                    </a:lnTo>
                    <a:lnTo>
                      <a:pt x="900" y="3815"/>
                    </a:lnTo>
                    <a:lnTo>
                      <a:pt x="736" y="9712"/>
                    </a:lnTo>
                    <a:lnTo>
                      <a:pt x="1635" y="9712"/>
                    </a:lnTo>
                    <a:lnTo>
                      <a:pt x="1364" y="1854"/>
                    </a:lnTo>
                    <a:lnTo>
                      <a:pt x="2044" y="1020"/>
                    </a:lnTo>
                    <a:lnTo>
                      <a:pt x="2031" y="1007"/>
                    </a:lnTo>
                    <a:lnTo>
                      <a:pt x="1351" y="1648"/>
                    </a:lnTo>
                    <a:lnTo>
                      <a:pt x="1240" y="14"/>
                    </a:lnTo>
                    <a:lnTo>
                      <a:pt x="118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4" name="Google Shape;1784;p22"/>
              <p:cNvSpPr/>
              <p:nvPr/>
            </p:nvSpPr>
            <p:spPr>
              <a:xfrm>
                <a:off x="4331999" y="2352225"/>
                <a:ext cx="697331" cy="1211079"/>
              </a:xfrm>
              <a:custGeom>
                <a:avLst/>
                <a:gdLst/>
                <a:ahLst/>
                <a:cxnLst/>
                <a:rect l="l" t="t" r="r" b="b"/>
                <a:pathLst>
                  <a:path w="3939" h="6841" extrusionOk="0">
                    <a:moveTo>
                      <a:pt x="383" y="1"/>
                    </a:moveTo>
                    <a:cubicBezTo>
                      <a:pt x="248" y="1"/>
                      <a:pt x="120" y="13"/>
                      <a:pt x="0" y="32"/>
                    </a:cubicBezTo>
                    <a:cubicBezTo>
                      <a:pt x="1651" y="290"/>
                      <a:pt x="2903" y="1722"/>
                      <a:pt x="2903" y="3438"/>
                    </a:cubicBezTo>
                    <a:cubicBezTo>
                      <a:pt x="2890" y="5141"/>
                      <a:pt x="1635" y="6556"/>
                      <a:pt x="0" y="6801"/>
                    </a:cubicBezTo>
                    <a:cubicBezTo>
                      <a:pt x="164" y="6828"/>
                      <a:pt x="327" y="6841"/>
                      <a:pt x="507" y="6841"/>
                    </a:cubicBezTo>
                    <a:cubicBezTo>
                      <a:pt x="517" y="6841"/>
                      <a:pt x="527" y="6841"/>
                      <a:pt x="537" y="6841"/>
                    </a:cubicBezTo>
                    <a:cubicBezTo>
                      <a:pt x="2403" y="6841"/>
                      <a:pt x="3923" y="5320"/>
                      <a:pt x="3939" y="3438"/>
                    </a:cubicBezTo>
                    <a:cubicBezTo>
                      <a:pt x="3939" y="1545"/>
                      <a:pt x="2413" y="6"/>
                      <a:pt x="533" y="6"/>
                    </a:cubicBezTo>
                    <a:cubicBezTo>
                      <a:pt x="482" y="2"/>
                      <a:pt x="432" y="1"/>
                      <a:pt x="383" y="1"/>
                    </a:cubicBezTo>
                    <a:close/>
                  </a:path>
                </a:pathLst>
              </a:custGeom>
              <a:solidFill>
                <a:srgbClr val="473A50">
                  <a:alpha val="434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785" name="Google Shape;1785;p22"/>
            <p:cNvGrpSpPr/>
            <p:nvPr/>
          </p:nvGrpSpPr>
          <p:grpSpPr>
            <a:xfrm>
              <a:off x="2248899" y="4334549"/>
              <a:ext cx="212037" cy="384777"/>
              <a:chOff x="3816307" y="2352225"/>
              <a:chExt cx="1213027" cy="2199981"/>
            </a:xfrm>
          </p:grpSpPr>
          <p:sp>
            <p:nvSpPr>
              <p:cNvPr id="1786" name="Google Shape;1786;p22"/>
              <p:cNvSpPr/>
              <p:nvPr/>
            </p:nvSpPr>
            <p:spPr>
              <a:xfrm>
                <a:off x="3816307" y="2353110"/>
                <a:ext cx="1213027" cy="1210194"/>
              </a:xfrm>
              <a:custGeom>
                <a:avLst/>
                <a:gdLst/>
                <a:ahLst/>
                <a:cxnLst/>
                <a:rect l="l" t="t" r="r" b="b"/>
                <a:pathLst>
                  <a:path w="6852" h="6836" extrusionOk="0">
                    <a:moveTo>
                      <a:pt x="3422" y="1"/>
                    </a:moveTo>
                    <a:cubicBezTo>
                      <a:pt x="1540" y="1"/>
                      <a:pt x="14" y="1519"/>
                      <a:pt x="1" y="3404"/>
                    </a:cubicBezTo>
                    <a:cubicBezTo>
                      <a:pt x="1" y="5299"/>
                      <a:pt x="1524" y="6836"/>
                      <a:pt x="3420" y="6836"/>
                    </a:cubicBezTo>
                    <a:cubicBezTo>
                      <a:pt x="3430" y="6836"/>
                      <a:pt x="3440" y="6836"/>
                      <a:pt x="3450" y="6836"/>
                    </a:cubicBezTo>
                    <a:cubicBezTo>
                      <a:pt x="5316" y="6836"/>
                      <a:pt x="6836" y="5315"/>
                      <a:pt x="6852" y="3433"/>
                    </a:cubicBezTo>
                    <a:cubicBezTo>
                      <a:pt x="6852" y="1540"/>
                      <a:pt x="5326" y="1"/>
                      <a:pt x="3446" y="1"/>
                    </a:cubicBezTo>
                    <a:cubicBezTo>
                      <a:pt x="3438" y="1"/>
                      <a:pt x="3430" y="1"/>
                      <a:pt x="342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7" name="Google Shape;1787;p22"/>
              <p:cNvSpPr/>
              <p:nvPr/>
            </p:nvSpPr>
            <p:spPr>
              <a:xfrm>
                <a:off x="4199402" y="2832867"/>
                <a:ext cx="361854" cy="1719340"/>
              </a:xfrm>
              <a:custGeom>
                <a:avLst/>
                <a:gdLst/>
                <a:ahLst/>
                <a:cxnLst/>
                <a:rect l="l" t="t" r="r" b="b"/>
                <a:pathLst>
                  <a:path w="2044" h="9712" extrusionOk="0">
                    <a:moveTo>
                      <a:pt x="1187" y="1"/>
                    </a:moveTo>
                    <a:lnTo>
                      <a:pt x="929" y="3420"/>
                    </a:lnTo>
                    <a:lnTo>
                      <a:pt x="14" y="2262"/>
                    </a:lnTo>
                    <a:lnTo>
                      <a:pt x="1" y="2276"/>
                    </a:lnTo>
                    <a:lnTo>
                      <a:pt x="900" y="3815"/>
                    </a:lnTo>
                    <a:lnTo>
                      <a:pt x="736" y="9712"/>
                    </a:lnTo>
                    <a:lnTo>
                      <a:pt x="1635" y="9712"/>
                    </a:lnTo>
                    <a:lnTo>
                      <a:pt x="1364" y="1854"/>
                    </a:lnTo>
                    <a:lnTo>
                      <a:pt x="2044" y="1020"/>
                    </a:lnTo>
                    <a:lnTo>
                      <a:pt x="2031" y="1007"/>
                    </a:lnTo>
                    <a:lnTo>
                      <a:pt x="1351" y="1648"/>
                    </a:lnTo>
                    <a:lnTo>
                      <a:pt x="1240" y="14"/>
                    </a:lnTo>
                    <a:lnTo>
                      <a:pt x="118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8" name="Google Shape;1788;p22"/>
              <p:cNvSpPr/>
              <p:nvPr/>
            </p:nvSpPr>
            <p:spPr>
              <a:xfrm>
                <a:off x="4331999" y="2352225"/>
                <a:ext cx="697331" cy="1211079"/>
              </a:xfrm>
              <a:custGeom>
                <a:avLst/>
                <a:gdLst/>
                <a:ahLst/>
                <a:cxnLst/>
                <a:rect l="l" t="t" r="r" b="b"/>
                <a:pathLst>
                  <a:path w="3939" h="6841" extrusionOk="0">
                    <a:moveTo>
                      <a:pt x="383" y="1"/>
                    </a:moveTo>
                    <a:cubicBezTo>
                      <a:pt x="248" y="1"/>
                      <a:pt x="120" y="13"/>
                      <a:pt x="0" y="32"/>
                    </a:cubicBezTo>
                    <a:cubicBezTo>
                      <a:pt x="1651" y="290"/>
                      <a:pt x="2903" y="1722"/>
                      <a:pt x="2903" y="3438"/>
                    </a:cubicBezTo>
                    <a:cubicBezTo>
                      <a:pt x="2890" y="5141"/>
                      <a:pt x="1635" y="6556"/>
                      <a:pt x="0" y="6801"/>
                    </a:cubicBezTo>
                    <a:cubicBezTo>
                      <a:pt x="164" y="6828"/>
                      <a:pt x="327" y="6841"/>
                      <a:pt x="507" y="6841"/>
                    </a:cubicBezTo>
                    <a:cubicBezTo>
                      <a:pt x="517" y="6841"/>
                      <a:pt x="527" y="6841"/>
                      <a:pt x="537" y="6841"/>
                    </a:cubicBezTo>
                    <a:cubicBezTo>
                      <a:pt x="2403" y="6841"/>
                      <a:pt x="3923" y="5320"/>
                      <a:pt x="3939" y="3438"/>
                    </a:cubicBezTo>
                    <a:cubicBezTo>
                      <a:pt x="3939" y="1545"/>
                      <a:pt x="2413" y="6"/>
                      <a:pt x="533" y="6"/>
                    </a:cubicBezTo>
                    <a:cubicBezTo>
                      <a:pt x="482" y="2"/>
                      <a:pt x="432" y="1"/>
                      <a:pt x="383" y="1"/>
                    </a:cubicBezTo>
                    <a:close/>
                  </a:path>
                </a:pathLst>
              </a:custGeom>
              <a:solidFill>
                <a:srgbClr val="473A50">
                  <a:alpha val="434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789" name="Google Shape;1789;p22"/>
            <p:cNvGrpSpPr/>
            <p:nvPr/>
          </p:nvGrpSpPr>
          <p:grpSpPr>
            <a:xfrm>
              <a:off x="1507450" y="4205080"/>
              <a:ext cx="212025" cy="514245"/>
              <a:chOff x="3816313" y="1611982"/>
              <a:chExt cx="1212958" cy="2940225"/>
            </a:xfrm>
          </p:grpSpPr>
          <p:sp>
            <p:nvSpPr>
              <p:cNvPr id="1790" name="Google Shape;1790;p22"/>
              <p:cNvSpPr/>
              <p:nvPr/>
            </p:nvSpPr>
            <p:spPr>
              <a:xfrm>
                <a:off x="3816313" y="1613408"/>
                <a:ext cx="1212958" cy="1949969"/>
              </a:xfrm>
              <a:custGeom>
                <a:avLst/>
                <a:gdLst/>
                <a:ahLst/>
                <a:cxnLst/>
                <a:rect l="l" t="t" r="r" b="b"/>
                <a:pathLst>
                  <a:path w="6852" h="6836" extrusionOk="0">
                    <a:moveTo>
                      <a:pt x="3422" y="1"/>
                    </a:moveTo>
                    <a:cubicBezTo>
                      <a:pt x="1540" y="1"/>
                      <a:pt x="14" y="1519"/>
                      <a:pt x="1" y="3404"/>
                    </a:cubicBezTo>
                    <a:cubicBezTo>
                      <a:pt x="1" y="5299"/>
                      <a:pt x="1524" y="6836"/>
                      <a:pt x="3420" y="6836"/>
                    </a:cubicBezTo>
                    <a:cubicBezTo>
                      <a:pt x="3430" y="6836"/>
                      <a:pt x="3440" y="6836"/>
                      <a:pt x="3450" y="6836"/>
                    </a:cubicBezTo>
                    <a:cubicBezTo>
                      <a:pt x="5316" y="6836"/>
                      <a:pt x="6836" y="5315"/>
                      <a:pt x="6852" y="3433"/>
                    </a:cubicBezTo>
                    <a:cubicBezTo>
                      <a:pt x="6852" y="1540"/>
                      <a:pt x="5326" y="1"/>
                      <a:pt x="3446" y="1"/>
                    </a:cubicBezTo>
                    <a:cubicBezTo>
                      <a:pt x="3438" y="1"/>
                      <a:pt x="3430" y="1"/>
                      <a:pt x="342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1" name="Google Shape;1791;p22"/>
              <p:cNvSpPr/>
              <p:nvPr/>
            </p:nvSpPr>
            <p:spPr>
              <a:xfrm>
                <a:off x="4199464" y="2602232"/>
                <a:ext cx="351972" cy="1949975"/>
              </a:xfrm>
              <a:custGeom>
                <a:avLst/>
                <a:gdLst/>
                <a:ahLst/>
                <a:cxnLst/>
                <a:rect l="l" t="t" r="r" b="b"/>
                <a:pathLst>
                  <a:path w="2044" h="9712" extrusionOk="0">
                    <a:moveTo>
                      <a:pt x="1187" y="1"/>
                    </a:moveTo>
                    <a:lnTo>
                      <a:pt x="929" y="3420"/>
                    </a:lnTo>
                    <a:lnTo>
                      <a:pt x="14" y="2262"/>
                    </a:lnTo>
                    <a:lnTo>
                      <a:pt x="1" y="2276"/>
                    </a:lnTo>
                    <a:lnTo>
                      <a:pt x="900" y="3815"/>
                    </a:lnTo>
                    <a:lnTo>
                      <a:pt x="736" y="9712"/>
                    </a:lnTo>
                    <a:lnTo>
                      <a:pt x="1635" y="9712"/>
                    </a:lnTo>
                    <a:lnTo>
                      <a:pt x="1364" y="1854"/>
                    </a:lnTo>
                    <a:lnTo>
                      <a:pt x="2044" y="1020"/>
                    </a:lnTo>
                    <a:lnTo>
                      <a:pt x="2031" y="1007"/>
                    </a:lnTo>
                    <a:lnTo>
                      <a:pt x="1351" y="1648"/>
                    </a:lnTo>
                    <a:lnTo>
                      <a:pt x="1240" y="14"/>
                    </a:lnTo>
                    <a:lnTo>
                      <a:pt x="118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2" name="Google Shape;1792;p22"/>
              <p:cNvSpPr/>
              <p:nvPr/>
            </p:nvSpPr>
            <p:spPr>
              <a:xfrm>
                <a:off x="4331976" y="1611982"/>
                <a:ext cx="697292" cy="1951395"/>
              </a:xfrm>
              <a:custGeom>
                <a:avLst/>
                <a:gdLst/>
                <a:ahLst/>
                <a:cxnLst/>
                <a:rect l="l" t="t" r="r" b="b"/>
                <a:pathLst>
                  <a:path w="3939" h="6841" extrusionOk="0">
                    <a:moveTo>
                      <a:pt x="383" y="1"/>
                    </a:moveTo>
                    <a:cubicBezTo>
                      <a:pt x="248" y="1"/>
                      <a:pt x="120" y="13"/>
                      <a:pt x="0" y="32"/>
                    </a:cubicBezTo>
                    <a:cubicBezTo>
                      <a:pt x="1651" y="290"/>
                      <a:pt x="2903" y="1722"/>
                      <a:pt x="2903" y="3438"/>
                    </a:cubicBezTo>
                    <a:cubicBezTo>
                      <a:pt x="2890" y="5141"/>
                      <a:pt x="1635" y="6556"/>
                      <a:pt x="0" y="6801"/>
                    </a:cubicBezTo>
                    <a:cubicBezTo>
                      <a:pt x="164" y="6828"/>
                      <a:pt x="327" y="6841"/>
                      <a:pt x="507" y="6841"/>
                    </a:cubicBezTo>
                    <a:cubicBezTo>
                      <a:pt x="517" y="6841"/>
                      <a:pt x="527" y="6841"/>
                      <a:pt x="537" y="6841"/>
                    </a:cubicBezTo>
                    <a:cubicBezTo>
                      <a:pt x="2403" y="6841"/>
                      <a:pt x="3923" y="5320"/>
                      <a:pt x="3939" y="3438"/>
                    </a:cubicBezTo>
                    <a:cubicBezTo>
                      <a:pt x="3939" y="1545"/>
                      <a:pt x="2413" y="6"/>
                      <a:pt x="533" y="6"/>
                    </a:cubicBezTo>
                    <a:cubicBezTo>
                      <a:pt x="482" y="2"/>
                      <a:pt x="432" y="1"/>
                      <a:pt x="383" y="1"/>
                    </a:cubicBezTo>
                    <a:close/>
                  </a:path>
                </a:pathLst>
              </a:custGeom>
              <a:solidFill>
                <a:srgbClr val="473A50">
                  <a:alpha val="434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Background">
  <p:cSld name="CUSTOM_9">
    <p:spTree>
      <p:nvGrpSpPr>
        <p:cNvPr id="1" name="Shape 1793"/>
        <p:cNvGrpSpPr/>
        <p:nvPr/>
      </p:nvGrpSpPr>
      <p:grpSpPr>
        <a:xfrm>
          <a:off x="0" y="0"/>
          <a:ext cx="0" cy="0"/>
          <a:chOff x="0" y="0"/>
          <a:chExt cx="0" cy="0"/>
        </a:xfrm>
      </p:grpSpPr>
      <p:sp>
        <p:nvSpPr>
          <p:cNvPr id="1794" name="Google Shape;1794;p23"/>
          <p:cNvSpPr/>
          <p:nvPr/>
        </p:nvSpPr>
        <p:spPr>
          <a:xfrm flipH="1">
            <a:off x="-820831" y="4481688"/>
            <a:ext cx="3059100" cy="3059100"/>
          </a:xfrm>
          <a:prstGeom prst="ellipse">
            <a:avLst/>
          </a:prstGeom>
          <a:solidFill>
            <a:srgbClr val="897FBB">
              <a:alpha val="291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795" name="Google Shape;1795;p23"/>
          <p:cNvGrpSpPr/>
          <p:nvPr/>
        </p:nvGrpSpPr>
        <p:grpSpPr>
          <a:xfrm flipH="1">
            <a:off x="157091" y="4203130"/>
            <a:ext cx="1103228" cy="3337661"/>
            <a:chOff x="1825573" y="1896181"/>
            <a:chExt cx="964529" cy="2918046"/>
          </a:xfrm>
        </p:grpSpPr>
        <p:sp>
          <p:nvSpPr>
            <p:cNvPr id="1796" name="Google Shape;1796;p23"/>
            <p:cNvSpPr/>
            <p:nvPr/>
          </p:nvSpPr>
          <p:spPr>
            <a:xfrm>
              <a:off x="1825573" y="1896181"/>
              <a:ext cx="964529" cy="2918046"/>
            </a:xfrm>
            <a:custGeom>
              <a:avLst/>
              <a:gdLst/>
              <a:ahLst/>
              <a:cxnLst/>
              <a:rect l="l" t="t" r="r" b="b"/>
              <a:pathLst>
                <a:path w="7532" h="22787" extrusionOk="0">
                  <a:moveTo>
                    <a:pt x="3773" y="1"/>
                  </a:moveTo>
                  <a:cubicBezTo>
                    <a:pt x="1687" y="1"/>
                    <a:pt x="1" y="1691"/>
                    <a:pt x="1" y="3776"/>
                  </a:cubicBezTo>
                  <a:lnTo>
                    <a:pt x="1" y="15746"/>
                  </a:lnTo>
                  <a:lnTo>
                    <a:pt x="14" y="15746"/>
                  </a:lnTo>
                  <a:lnTo>
                    <a:pt x="14" y="22787"/>
                  </a:lnTo>
                  <a:lnTo>
                    <a:pt x="2861" y="22787"/>
                  </a:lnTo>
                  <a:lnTo>
                    <a:pt x="2861" y="13174"/>
                  </a:lnTo>
                  <a:lnTo>
                    <a:pt x="2861" y="3776"/>
                  </a:lnTo>
                  <a:cubicBezTo>
                    <a:pt x="2861" y="3269"/>
                    <a:pt x="3269" y="2861"/>
                    <a:pt x="3773" y="2861"/>
                  </a:cubicBezTo>
                  <a:cubicBezTo>
                    <a:pt x="4276" y="2861"/>
                    <a:pt x="4672" y="3269"/>
                    <a:pt x="4672" y="3776"/>
                  </a:cubicBezTo>
                  <a:lnTo>
                    <a:pt x="4672" y="8391"/>
                  </a:lnTo>
                  <a:lnTo>
                    <a:pt x="4672" y="22787"/>
                  </a:lnTo>
                  <a:lnTo>
                    <a:pt x="7532" y="22787"/>
                  </a:lnTo>
                  <a:lnTo>
                    <a:pt x="7532" y="7110"/>
                  </a:lnTo>
                  <a:lnTo>
                    <a:pt x="7532" y="3776"/>
                  </a:lnTo>
                  <a:cubicBezTo>
                    <a:pt x="7532" y="1691"/>
                    <a:pt x="5842" y="1"/>
                    <a:pt x="3773" y="1"/>
                  </a:cubicBezTo>
                  <a:close/>
                </a:path>
              </a:pathLst>
            </a:custGeom>
            <a:solidFill>
              <a:schemeClr val="accent5"/>
            </a:solidFill>
            <a:ln>
              <a:noFill/>
            </a:ln>
            <a:effectLst>
              <a:outerShdw dist="76200" dir="2400000" algn="bl" rotWithShape="0">
                <a:srgbClr val="000000">
                  <a:alpha val="2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797" name="Google Shape;1797;p23"/>
            <p:cNvGrpSpPr/>
            <p:nvPr/>
          </p:nvGrpSpPr>
          <p:grpSpPr>
            <a:xfrm>
              <a:off x="2001780" y="2072389"/>
              <a:ext cx="612115" cy="2698300"/>
              <a:chOff x="1718105" y="2072389"/>
              <a:chExt cx="612115" cy="2698300"/>
            </a:xfrm>
          </p:grpSpPr>
          <p:sp>
            <p:nvSpPr>
              <p:cNvPr id="1798" name="Google Shape;1798;p23"/>
              <p:cNvSpPr/>
              <p:nvPr/>
            </p:nvSpPr>
            <p:spPr>
              <a:xfrm>
                <a:off x="2316262" y="3811153"/>
                <a:ext cx="13958" cy="56217"/>
              </a:xfrm>
              <a:custGeom>
                <a:avLst/>
                <a:gdLst/>
                <a:ahLst/>
                <a:cxnLst/>
                <a:rect l="l" t="t" r="r" b="b"/>
                <a:pathLst>
                  <a:path w="109" h="439" extrusionOk="0">
                    <a:moveTo>
                      <a:pt x="1" y="1"/>
                    </a:moveTo>
                    <a:lnTo>
                      <a:pt x="1" y="439"/>
                    </a:lnTo>
                    <a:lnTo>
                      <a:pt x="109" y="439"/>
                    </a:lnTo>
                    <a:lnTo>
                      <a:pt x="109"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9" name="Google Shape;1799;p23"/>
              <p:cNvSpPr/>
              <p:nvPr/>
            </p:nvSpPr>
            <p:spPr>
              <a:xfrm>
                <a:off x="2316262" y="3698207"/>
                <a:ext cx="13958" cy="55833"/>
              </a:xfrm>
              <a:custGeom>
                <a:avLst/>
                <a:gdLst/>
                <a:ahLst/>
                <a:cxnLst/>
                <a:rect l="l" t="t" r="r" b="b"/>
                <a:pathLst>
                  <a:path w="109" h="436" extrusionOk="0">
                    <a:moveTo>
                      <a:pt x="1" y="0"/>
                    </a:moveTo>
                    <a:lnTo>
                      <a:pt x="1" y="435"/>
                    </a:lnTo>
                    <a:lnTo>
                      <a:pt x="109" y="435"/>
                    </a:lnTo>
                    <a:lnTo>
                      <a:pt x="109"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0" name="Google Shape;1800;p23"/>
              <p:cNvSpPr/>
              <p:nvPr/>
            </p:nvSpPr>
            <p:spPr>
              <a:xfrm>
                <a:off x="2316262" y="4036406"/>
                <a:ext cx="13958" cy="59547"/>
              </a:xfrm>
              <a:custGeom>
                <a:avLst/>
                <a:gdLst/>
                <a:ahLst/>
                <a:cxnLst/>
                <a:rect l="l" t="t" r="r" b="b"/>
                <a:pathLst>
                  <a:path w="109" h="465" extrusionOk="0">
                    <a:moveTo>
                      <a:pt x="1" y="0"/>
                    </a:moveTo>
                    <a:lnTo>
                      <a:pt x="1" y="27"/>
                    </a:lnTo>
                    <a:lnTo>
                      <a:pt x="1" y="435"/>
                    </a:lnTo>
                    <a:lnTo>
                      <a:pt x="1" y="465"/>
                    </a:lnTo>
                    <a:lnTo>
                      <a:pt x="109" y="465"/>
                    </a:lnTo>
                    <a:lnTo>
                      <a:pt x="109" y="435"/>
                    </a:lnTo>
                    <a:lnTo>
                      <a:pt x="109" y="27"/>
                    </a:lnTo>
                    <a:lnTo>
                      <a:pt x="109"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1" name="Google Shape;1801;p23"/>
              <p:cNvSpPr/>
              <p:nvPr/>
            </p:nvSpPr>
            <p:spPr>
              <a:xfrm>
                <a:off x="2316262" y="3922948"/>
                <a:ext cx="13958" cy="57882"/>
              </a:xfrm>
              <a:custGeom>
                <a:avLst/>
                <a:gdLst/>
                <a:ahLst/>
                <a:cxnLst/>
                <a:rect l="l" t="t" r="r" b="b"/>
                <a:pathLst>
                  <a:path w="109" h="452" extrusionOk="0">
                    <a:moveTo>
                      <a:pt x="1" y="1"/>
                    </a:moveTo>
                    <a:lnTo>
                      <a:pt x="1" y="452"/>
                    </a:lnTo>
                    <a:lnTo>
                      <a:pt x="109" y="452"/>
                    </a:lnTo>
                    <a:lnTo>
                      <a:pt x="109"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2" name="Google Shape;1802;p23"/>
              <p:cNvSpPr/>
              <p:nvPr/>
            </p:nvSpPr>
            <p:spPr>
              <a:xfrm>
                <a:off x="2316262" y="3023087"/>
                <a:ext cx="13958" cy="55705"/>
              </a:xfrm>
              <a:custGeom>
                <a:avLst/>
                <a:gdLst/>
                <a:ahLst/>
                <a:cxnLst/>
                <a:rect l="l" t="t" r="r" b="b"/>
                <a:pathLst>
                  <a:path w="109" h="435" extrusionOk="0">
                    <a:moveTo>
                      <a:pt x="1" y="0"/>
                    </a:moveTo>
                    <a:lnTo>
                      <a:pt x="1" y="435"/>
                    </a:lnTo>
                    <a:lnTo>
                      <a:pt x="109" y="435"/>
                    </a:lnTo>
                    <a:lnTo>
                      <a:pt x="109"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3" name="Google Shape;1803;p23"/>
              <p:cNvSpPr/>
              <p:nvPr/>
            </p:nvSpPr>
            <p:spPr>
              <a:xfrm>
                <a:off x="2316262" y="3586412"/>
                <a:ext cx="13958" cy="55833"/>
              </a:xfrm>
              <a:custGeom>
                <a:avLst/>
                <a:gdLst/>
                <a:ahLst/>
                <a:cxnLst/>
                <a:rect l="l" t="t" r="r" b="b"/>
                <a:pathLst>
                  <a:path w="109" h="436" extrusionOk="0">
                    <a:moveTo>
                      <a:pt x="1" y="1"/>
                    </a:moveTo>
                    <a:lnTo>
                      <a:pt x="1" y="435"/>
                    </a:lnTo>
                    <a:lnTo>
                      <a:pt x="109" y="435"/>
                    </a:lnTo>
                    <a:lnTo>
                      <a:pt x="109"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4" name="Google Shape;1804;p23"/>
              <p:cNvSpPr/>
              <p:nvPr/>
            </p:nvSpPr>
            <p:spPr>
              <a:xfrm>
                <a:off x="2316262" y="3472953"/>
                <a:ext cx="13958" cy="55833"/>
              </a:xfrm>
              <a:custGeom>
                <a:avLst/>
                <a:gdLst/>
                <a:ahLst/>
                <a:cxnLst/>
                <a:rect l="l" t="t" r="r" b="b"/>
                <a:pathLst>
                  <a:path w="109" h="436" extrusionOk="0">
                    <a:moveTo>
                      <a:pt x="1" y="1"/>
                    </a:moveTo>
                    <a:lnTo>
                      <a:pt x="1" y="436"/>
                    </a:lnTo>
                    <a:lnTo>
                      <a:pt x="109" y="436"/>
                    </a:lnTo>
                    <a:lnTo>
                      <a:pt x="109"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5" name="Google Shape;1805;p23"/>
              <p:cNvSpPr/>
              <p:nvPr/>
            </p:nvSpPr>
            <p:spPr>
              <a:xfrm>
                <a:off x="2316262" y="3359623"/>
                <a:ext cx="13958" cy="57882"/>
              </a:xfrm>
              <a:custGeom>
                <a:avLst/>
                <a:gdLst/>
                <a:ahLst/>
                <a:cxnLst/>
                <a:rect l="l" t="t" r="r" b="b"/>
                <a:pathLst>
                  <a:path w="109" h="452" extrusionOk="0">
                    <a:moveTo>
                      <a:pt x="1" y="0"/>
                    </a:moveTo>
                    <a:lnTo>
                      <a:pt x="1" y="451"/>
                    </a:lnTo>
                    <a:lnTo>
                      <a:pt x="109" y="451"/>
                    </a:lnTo>
                    <a:lnTo>
                      <a:pt x="109"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6" name="Google Shape;1806;p23"/>
              <p:cNvSpPr/>
              <p:nvPr/>
            </p:nvSpPr>
            <p:spPr>
              <a:xfrm>
                <a:off x="2316262" y="3134754"/>
                <a:ext cx="13958" cy="57498"/>
              </a:xfrm>
              <a:custGeom>
                <a:avLst/>
                <a:gdLst/>
                <a:ahLst/>
                <a:cxnLst/>
                <a:rect l="l" t="t" r="r" b="b"/>
                <a:pathLst>
                  <a:path w="109" h="449" extrusionOk="0">
                    <a:moveTo>
                      <a:pt x="1" y="1"/>
                    </a:moveTo>
                    <a:lnTo>
                      <a:pt x="1" y="449"/>
                    </a:lnTo>
                    <a:lnTo>
                      <a:pt x="109" y="449"/>
                    </a:lnTo>
                    <a:lnTo>
                      <a:pt x="109"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7" name="Google Shape;1807;p23"/>
              <p:cNvSpPr/>
              <p:nvPr/>
            </p:nvSpPr>
            <p:spPr>
              <a:xfrm>
                <a:off x="2316262" y="3248213"/>
                <a:ext cx="13958" cy="55833"/>
              </a:xfrm>
              <a:custGeom>
                <a:avLst/>
                <a:gdLst/>
                <a:ahLst/>
                <a:cxnLst/>
                <a:rect l="l" t="t" r="r" b="b"/>
                <a:pathLst>
                  <a:path w="109" h="436" extrusionOk="0">
                    <a:moveTo>
                      <a:pt x="1" y="1"/>
                    </a:moveTo>
                    <a:lnTo>
                      <a:pt x="1" y="435"/>
                    </a:lnTo>
                    <a:lnTo>
                      <a:pt x="109" y="435"/>
                    </a:lnTo>
                    <a:lnTo>
                      <a:pt x="109"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8" name="Google Shape;1808;p23"/>
              <p:cNvSpPr/>
              <p:nvPr/>
            </p:nvSpPr>
            <p:spPr>
              <a:xfrm>
                <a:off x="2316262" y="4714855"/>
                <a:ext cx="13958" cy="55833"/>
              </a:xfrm>
              <a:custGeom>
                <a:avLst/>
                <a:gdLst/>
                <a:ahLst/>
                <a:cxnLst/>
                <a:rect l="l" t="t" r="r" b="b"/>
                <a:pathLst>
                  <a:path w="109" h="436" extrusionOk="0">
                    <a:moveTo>
                      <a:pt x="1" y="1"/>
                    </a:moveTo>
                    <a:lnTo>
                      <a:pt x="1" y="436"/>
                    </a:lnTo>
                    <a:lnTo>
                      <a:pt x="109" y="436"/>
                    </a:lnTo>
                    <a:lnTo>
                      <a:pt x="109"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9" name="Google Shape;1809;p23"/>
              <p:cNvSpPr/>
              <p:nvPr/>
            </p:nvSpPr>
            <p:spPr>
              <a:xfrm>
                <a:off x="2316262" y="4601524"/>
                <a:ext cx="13958" cy="57370"/>
              </a:xfrm>
              <a:custGeom>
                <a:avLst/>
                <a:gdLst/>
                <a:ahLst/>
                <a:cxnLst/>
                <a:rect l="l" t="t" r="r" b="b"/>
                <a:pathLst>
                  <a:path w="109" h="448" extrusionOk="0">
                    <a:moveTo>
                      <a:pt x="1" y="0"/>
                    </a:moveTo>
                    <a:lnTo>
                      <a:pt x="1" y="448"/>
                    </a:lnTo>
                    <a:lnTo>
                      <a:pt x="109" y="448"/>
                    </a:lnTo>
                    <a:lnTo>
                      <a:pt x="109"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0" name="Google Shape;1810;p23"/>
              <p:cNvSpPr/>
              <p:nvPr/>
            </p:nvSpPr>
            <p:spPr>
              <a:xfrm>
                <a:off x="2316262" y="4489730"/>
                <a:ext cx="13958" cy="56217"/>
              </a:xfrm>
              <a:custGeom>
                <a:avLst/>
                <a:gdLst/>
                <a:ahLst/>
                <a:cxnLst/>
                <a:rect l="l" t="t" r="r" b="b"/>
                <a:pathLst>
                  <a:path w="109" h="439" extrusionOk="0">
                    <a:moveTo>
                      <a:pt x="1" y="0"/>
                    </a:moveTo>
                    <a:lnTo>
                      <a:pt x="1" y="438"/>
                    </a:lnTo>
                    <a:lnTo>
                      <a:pt x="109" y="438"/>
                    </a:lnTo>
                    <a:lnTo>
                      <a:pt x="109"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1" name="Google Shape;1811;p23"/>
              <p:cNvSpPr/>
              <p:nvPr/>
            </p:nvSpPr>
            <p:spPr>
              <a:xfrm>
                <a:off x="2316262" y="4376271"/>
                <a:ext cx="13958" cy="57882"/>
              </a:xfrm>
              <a:custGeom>
                <a:avLst/>
                <a:gdLst/>
                <a:ahLst/>
                <a:cxnLst/>
                <a:rect l="l" t="t" r="r" b="b"/>
                <a:pathLst>
                  <a:path w="109" h="452" extrusionOk="0">
                    <a:moveTo>
                      <a:pt x="1" y="1"/>
                    </a:moveTo>
                    <a:lnTo>
                      <a:pt x="1" y="452"/>
                    </a:lnTo>
                    <a:lnTo>
                      <a:pt x="109" y="452"/>
                    </a:lnTo>
                    <a:lnTo>
                      <a:pt x="109"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2" name="Google Shape;1812;p23"/>
              <p:cNvSpPr/>
              <p:nvPr/>
            </p:nvSpPr>
            <p:spPr>
              <a:xfrm>
                <a:off x="2316262" y="4264989"/>
                <a:ext cx="13958" cy="55705"/>
              </a:xfrm>
              <a:custGeom>
                <a:avLst/>
                <a:gdLst/>
                <a:ahLst/>
                <a:cxnLst/>
                <a:rect l="l" t="t" r="r" b="b"/>
                <a:pathLst>
                  <a:path w="109" h="435" extrusionOk="0">
                    <a:moveTo>
                      <a:pt x="1" y="0"/>
                    </a:moveTo>
                    <a:lnTo>
                      <a:pt x="1" y="435"/>
                    </a:lnTo>
                    <a:lnTo>
                      <a:pt x="109" y="435"/>
                    </a:lnTo>
                    <a:lnTo>
                      <a:pt x="109"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3" name="Google Shape;1813;p23"/>
              <p:cNvSpPr/>
              <p:nvPr/>
            </p:nvSpPr>
            <p:spPr>
              <a:xfrm>
                <a:off x="2316262" y="4151530"/>
                <a:ext cx="13958" cy="55833"/>
              </a:xfrm>
              <a:custGeom>
                <a:avLst/>
                <a:gdLst/>
                <a:ahLst/>
                <a:cxnLst/>
                <a:rect l="l" t="t" r="r" b="b"/>
                <a:pathLst>
                  <a:path w="109" h="436" extrusionOk="0">
                    <a:moveTo>
                      <a:pt x="1" y="0"/>
                    </a:moveTo>
                    <a:lnTo>
                      <a:pt x="1" y="435"/>
                    </a:lnTo>
                    <a:lnTo>
                      <a:pt x="109" y="435"/>
                    </a:lnTo>
                    <a:lnTo>
                      <a:pt x="109"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4" name="Google Shape;1814;p23"/>
              <p:cNvSpPr/>
              <p:nvPr/>
            </p:nvSpPr>
            <p:spPr>
              <a:xfrm>
                <a:off x="1901100" y="2081225"/>
                <a:ext cx="57882" cy="29837"/>
              </a:xfrm>
              <a:custGeom>
                <a:avLst/>
                <a:gdLst/>
                <a:ahLst/>
                <a:cxnLst/>
                <a:rect l="l" t="t" r="r" b="b"/>
                <a:pathLst>
                  <a:path w="452" h="233" extrusionOk="0">
                    <a:moveTo>
                      <a:pt x="422" y="1"/>
                    </a:moveTo>
                    <a:cubicBezTo>
                      <a:pt x="288" y="27"/>
                      <a:pt x="138" y="82"/>
                      <a:pt x="0" y="138"/>
                    </a:cubicBezTo>
                    <a:lnTo>
                      <a:pt x="43" y="233"/>
                    </a:lnTo>
                    <a:cubicBezTo>
                      <a:pt x="177" y="177"/>
                      <a:pt x="314" y="138"/>
                      <a:pt x="451" y="95"/>
                    </a:cubicBezTo>
                    <a:lnTo>
                      <a:pt x="422"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5" name="Google Shape;1815;p23"/>
              <p:cNvSpPr/>
              <p:nvPr/>
            </p:nvSpPr>
            <p:spPr>
              <a:xfrm>
                <a:off x="1718105" y="2764795"/>
                <a:ext cx="13958" cy="56217"/>
              </a:xfrm>
              <a:custGeom>
                <a:avLst/>
                <a:gdLst/>
                <a:ahLst/>
                <a:cxnLst/>
                <a:rect l="l" t="t" r="r" b="b"/>
                <a:pathLst>
                  <a:path w="109" h="439" extrusionOk="0">
                    <a:moveTo>
                      <a:pt x="1" y="0"/>
                    </a:moveTo>
                    <a:lnTo>
                      <a:pt x="1" y="438"/>
                    </a:lnTo>
                    <a:lnTo>
                      <a:pt x="109" y="438"/>
                    </a:lnTo>
                    <a:lnTo>
                      <a:pt x="109"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6" name="Google Shape;1816;p23"/>
              <p:cNvSpPr/>
              <p:nvPr/>
            </p:nvSpPr>
            <p:spPr>
              <a:xfrm>
                <a:off x="1718105" y="2878254"/>
                <a:ext cx="13958" cy="56217"/>
              </a:xfrm>
              <a:custGeom>
                <a:avLst/>
                <a:gdLst/>
                <a:ahLst/>
                <a:cxnLst/>
                <a:rect l="l" t="t" r="r" b="b"/>
                <a:pathLst>
                  <a:path w="109" h="439" extrusionOk="0">
                    <a:moveTo>
                      <a:pt x="1" y="0"/>
                    </a:moveTo>
                    <a:lnTo>
                      <a:pt x="1" y="438"/>
                    </a:lnTo>
                    <a:lnTo>
                      <a:pt x="109" y="438"/>
                    </a:lnTo>
                    <a:lnTo>
                      <a:pt x="109"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7" name="Google Shape;1817;p23"/>
              <p:cNvSpPr/>
              <p:nvPr/>
            </p:nvSpPr>
            <p:spPr>
              <a:xfrm>
                <a:off x="1718105" y="2540055"/>
                <a:ext cx="13958" cy="55705"/>
              </a:xfrm>
              <a:custGeom>
                <a:avLst/>
                <a:gdLst/>
                <a:ahLst/>
                <a:cxnLst/>
                <a:rect l="l" t="t" r="r" b="b"/>
                <a:pathLst>
                  <a:path w="109" h="435" extrusionOk="0">
                    <a:moveTo>
                      <a:pt x="1" y="0"/>
                    </a:moveTo>
                    <a:lnTo>
                      <a:pt x="1" y="435"/>
                    </a:lnTo>
                    <a:lnTo>
                      <a:pt x="109" y="435"/>
                    </a:lnTo>
                    <a:lnTo>
                      <a:pt x="109"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8" name="Google Shape;1818;p23"/>
              <p:cNvSpPr/>
              <p:nvPr/>
            </p:nvSpPr>
            <p:spPr>
              <a:xfrm>
                <a:off x="1742436" y="2208514"/>
                <a:ext cx="40338" cy="56217"/>
              </a:xfrm>
              <a:custGeom>
                <a:avLst/>
                <a:gdLst/>
                <a:ahLst/>
                <a:cxnLst/>
                <a:rect l="l" t="t" r="r" b="b"/>
                <a:pathLst>
                  <a:path w="315" h="439" extrusionOk="0">
                    <a:moveTo>
                      <a:pt x="220" y="0"/>
                    </a:moveTo>
                    <a:cubicBezTo>
                      <a:pt x="138" y="124"/>
                      <a:pt x="69" y="258"/>
                      <a:pt x="1" y="396"/>
                    </a:cubicBezTo>
                    <a:lnTo>
                      <a:pt x="108" y="438"/>
                    </a:lnTo>
                    <a:cubicBezTo>
                      <a:pt x="164" y="301"/>
                      <a:pt x="233" y="177"/>
                      <a:pt x="314" y="56"/>
                    </a:cubicBezTo>
                    <a:lnTo>
                      <a:pt x="220"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9" name="Google Shape;1819;p23"/>
              <p:cNvSpPr/>
              <p:nvPr/>
            </p:nvSpPr>
            <p:spPr>
              <a:xfrm>
                <a:off x="1718105" y="2426596"/>
                <a:ext cx="13958" cy="57882"/>
              </a:xfrm>
              <a:custGeom>
                <a:avLst/>
                <a:gdLst/>
                <a:ahLst/>
                <a:cxnLst/>
                <a:rect l="l" t="t" r="r" b="b"/>
                <a:pathLst>
                  <a:path w="109" h="452" extrusionOk="0">
                    <a:moveTo>
                      <a:pt x="1" y="0"/>
                    </a:moveTo>
                    <a:lnTo>
                      <a:pt x="1" y="451"/>
                    </a:lnTo>
                    <a:lnTo>
                      <a:pt x="109" y="451"/>
                    </a:lnTo>
                    <a:lnTo>
                      <a:pt x="109"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0" name="Google Shape;1820;p23"/>
              <p:cNvSpPr/>
              <p:nvPr/>
            </p:nvSpPr>
            <p:spPr>
              <a:xfrm>
                <a:off x="1806849" y="2126429"/>
                <a:ext cx="52504" cy="47381"/>
              </a:xfrm>
              <a:custGeom>
                <a:avLst/>
                <a:gdLst/>
                <a:ahLst/>
                <a:cxnLst/>
                <a:rect l="l" t="t" r="r" b="b"/>
                <a:pathLst>
                  <a:path w="410" h="370" extrusionOk="0">
                    <a:moveTo>
                      <a:pt x="341" y="1"/>
                    </a:moveTo>
                    <a:cubicBezTo>
                      <a:pt x="220" y="82"/>
                      <a:pt x="109" y="180"/>
                      <a:pt x="1" y="288"/>
                    </a:cubicBezTo>
                    <a:lnTo>
                      <a:pt x="83" y="370"/>
                    </a:lnTo>
                    <a:cubicBezTo>
                      <a:pt x="177" y="275"/>
                      <a:pt x="289" y="180"/>
                      <a:pt x="409" y="99"/>
                    </a:cubicBezTo>
                    <a:lnTo>
                      <a:pt x="341"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1" name="Google Shape;1821;p23"/>
              <p:cNvSpPr/>
              <p:nvPr/>
            </p:nvSpPr>
            <p:spPr>
              <a:xfrm>
                <a:off x="1718105" y="2313137"/>
                <a:ext cx="21129" cy="57882"/>
              </a:xfrm>
              <a:custGeom>
                <a:avLst/>
                <a:gdLst/>
                <a:ahLst/>
                <a:cxnLst/>
                <a:rect l="l" t="t" r="r" b="b"/>
                <a:pathLst>
                  <a:path w="165" h="452" extrusionOk="0">
                    <a:moveTo>
                      <a:pt x="53" y="0"/>
                    </a:moveTo>
                    <a:cubicBezTo>
                      <a:pt x="27" y="151"/>
                      <a:pt x="14" y="301"/>
                      <a:pt x="1" y="451"/>
                    </a:cubicBezTo>
                    <a:lnTo>
                      <a:pt x="109" y="451"/>
                    </a:lnTo>
                    <a:cubicBezTo>
                      <a:pt x="122" y="314"/>
                      <a:pt x="135" y="164"/>
                      <a:pt x="164" y="30"/>
                    </a:cubicBezTo>
                    <a:lnTo>
                      <a:pt x="53"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2" name="Google Shape;1822;p23"/>
              <p:cNvSpPr/>
              <p:nvPr/>
            </p:nvSpPr>
            <p:spPr>
              <a:xfrm>
                <a:off x="1718105" y="2653385"/>
                <a:ext cx="13958" cy="55833"/>
              </a:xfrm>
              <a:custGeom>
                <a:avLst/>
                <a:gdLst/>
                <a:ahLst/>
                <a:cxnLst/>
                <a:rect l="l" t="t" r="r" b="b"/>
                <a:pathLst>
                  <a:path w="109" h="436" extrusionOk="0">
                    <a:moveTo>
                      <a:pt x="1" y="1"/>
                    </a:moveTo>
                    <a:lnTo>
                      <a:pt x="1" y="436"/>
                    </a:lnTo>
                    <a:lnTo>
                      <a:pt x="109" y="436"/>
                    </a:lnTo>
                    <a:lnTo>
                      <a:pt x="109"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3" name="Google Shape;1823;p23"/>
              <p:cNvSpPr/>
              <p:nvPr/>
            </p:nvSpPr>
            <p:spPr>
              <a:xfrm>
                <a:off x="1718105" y="3553374"/>
                <a:ext cx="13958" cy="55833"/>
              </a:xfrm>
              <a:custGeom>
                <a:avLst/>
                <a:gdLst/>
                <a:ahLst/>
                <a:cxnLst/>
                <a:rect l="l" t="t" r="r" b="b"/>
                <a:pathLst>
                  <a:path w="109" h="436" extrusionOk="0">
                    <a:moveTo>
                      <a:pt x="1" y="0"/>
                    </a:moveTo>
                    <a:lnTo>
                      <a:pt x="1" y="435"/>
                    </a:lnTo>
                    <a:lnTo>
                      <a:pt x="109" y="435"/>
                    </a:lnTo>
                    <a:lnTo>
                      <a:pt x="109"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4" name="Google Shape;1824;p23"/>
              <p:cNvSpPr/>
              <p:nvPr/>
            </p:nvSpPr>
            <p:spPr>
              <a:xfrm>
                <a:off x="1718105" y="3666833"/>
                <a:ext cx="13958" cy="55705"/>
              </a:xfrm>
              <a:custGeom>
                <a:avLst/>
                <a:gdLst/>
                <a:ahLst/>
                <a:cxnLst/>
                <a:rect l="l" t="t" r="r" b="b"/>
                <a:pathLst>
                  <a:path w="109" h="435" extrusionOk="0">
                    <a:moveTo>
                      <a:pt x="1" y="0"/>
                    </a:moveTo>
                    <a:lnTo>
                      <a:pt x="1" y="435"/>
                    </a:lnTo>
                    <a:lnTo>
                      <a:pt x="109" y="435"/>
                    </a:lnTo>
                    <a:lnTo>
                      <a:pt x="109"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5" name="Google Shape;1825;p23"/>
              <p:cNvSpPr/>
              <p:nvPr/>
            </p:nvSpPr>
            <p:spPr>
              <a:xfrm>
                <a:off x="1718105" y="2989921"/>
                <a:ext cx="13958" cy="57498"/>
              </a:xfrm>
              <a:custGeom>
                <a:avLst/>
                <a:gdLst/>
                <a:ahLst/>
                <a:cxnLst/>
                <a:rect l="l" t="t" r="r" b="b"/>
                <a:pathLst>
                  <a:path w="109" h="449" extrusionOk="0">
                    <a:moveTo>
                      <a:pt x="1" y="1"/>
                    </a:moveTo>
                    <a:lnTo>
                      <a:pt x="1" y="449"/>
                    </a:lnTo>
                    <a:lnTo>
                      <a:pt x="109" y="449"/>
                    </a:lnTo>
                    <a:lnTo>
                      <a:pt x="109"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6" name="Google Shape;1826;p23"/>
              <p:cNvSpPr/>
              <p:nvPr/>
            </p:nvSpPr>
            <p:spPr>
              <a:xfrm>
                <a:off x="1718105" y="3778114"/>
                <a:ext cx="13958" cy="57882"/>
              </a:xfrm>
              <a:custGeom>
                <a:avLst/>
                <a:gdLst/>
                <a:ahLst/>
                <a:cxnLst/>
                <a:rect l="l" t="t" r="r" b="b"/>
                <a:pathLst>
                  <a:path w="109" h="452" extrusionOk="0">
                    <a:moveTo>
                      <a:pt x="1" y="1"/>
                    </a:moveTo>
                    <a:lnTo>
                      <a:pt x="1" y="452"/>
                    </a:lnTo>
                    <a:lnTo>
                      <a:pt x="109" y="452"/>
                    </a:lnTo>
                    <a:lnTo>
                      <a:pt x="109"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7" name="Google Shape;1827;p23"/>
              <p:cNvSpPr/>
              <p:nvPr/>
            </p:nvSpPr>
            <p:spPr>
              <a:xfrm>
                <a:off x="1718105" y="3103380"/>
                <a:ext cx="13958" cy="55833"/>
              </a:xfrm>
              <a:custGeom>
                <a:avLst/>
                <a:gdLst/>
                <a:ahLst/>
                <a:cxnLst/>
                <a:rect l="l" t="t" r="r" b="b"/>
                <a:pathLst>
                  <a:path w="109" h="436" extrusionOk="0">
                    <a:moveTo>
                      <a:pt x="1" y="1"/>
                    </a:moveTo>
                    <a:lnTo>
                      <a:pt x="1" y="435"/>
                    </a:lnTo>
                    <a:lnTo>
                      <a:pt x="109" y="435"/>
                    </a:lnTo>
                    <a:lnTo>
                      <a:pt x="109"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8" name="Google Shape;1828;p23"/>
              <p:cNvSpPr/>
              <p:nvPr/>
            </p:nvSpPr>
            <p:spPr>
              <a:xfrm>
                <a:off x="1718105" y="3214790"/>
                <a:ext cx="13958" cy="57882"/>
              </a:xfrm>
              <a:custGeom>
                <a:avLst/>
                <a:gdLst/>
                <a:ahLst/>
                <a:cxnLst/>
                <a:rect l="l" t="t" r="r" b="b"/>
                <a:pathLst>
                  <a:path w="109" h="452" extrusionOk="0">
                    <a:moveTo>
                      <a:pt x="1" y="0"/>
                    </a:moveTo>
                    <a:lnTo>
                      <a:pt x="1" y="451"/>
                    </a:lnTo>
                    <a:lnTo>
                      <a:pt x="109" y="451"/>
                    </a:lnTo>
                    <a:lnTo>
                      <a:pt x="109"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9" name="Google Shape;1829;p23"/>
              <p:cNvSpPr/>
              <p:nvPr/>
            </p:nvSpPr>
            <p:spPr>
              <a:xfrm>
                <a:off x="1718105" y="3441579"/>
                <a:ext cx="13958" cy="55833"/>
              </a:xfrm>
              <a:custGeom>
                <a:avLst/>
                <a:gdLst/>
                <a:ahLst/>
                <a:cxnLst/>
                <a:rect l="l" t="t" r="r" b="b"/>
                <a:pathLst>
                  <a:path w="109" h="436" extrusionOk="0">
                    <a:moveTo>
                      <a:pt x="1" y="1"/>
                    </a:moveTo>
                    <a:lnTo>
                      <a:pt x="1" y="435"/>
                    </a:lnTo>
                    <a:lnTo>
                      <a:pt x="109" y="435"/>
                    </a:lnTo>
                    <a:lnTo>
                      <a:pt x="109"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0" name="Google Shape;1830;p23"/>
              <p:cNvSpPr/>
              <p:nvPr/>
            </p:nvSpPr>
            <p:spPr>
              <a:xfrm>
                <a:off x="1718105" y="3328120"/>
                <a:ext cx="13958" cy="56217"/>
              </a:xfrm>
              <a:custGeom>
                <a:avLst/>
                <a:gdLst/>
                <a:ahLst/>
                <a:cxnLst/>
                <a:rect l="l" t="t" r="r" b="b"/>
                <a:pathLst>
                  <a:path w="109" h="439" extrusionOk="0">
                    <a:moveTo>
                      <a:pt x="1" y="1"/>
                    </a:moveTo>
                    <a:lnTo>
                      <a:pt x="1" y="439"/>
                    </a:lnTo>
                    <a:lnTo>
                      <a:pt x="109" y="439"/>
                    </a:lnTo>
                    <a:lnTo>
                      <a:pt x="109"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1" name="Google Shape;1831;p23"/>
              <p:cNvSpPr/>
              <p:nvPr/>
            </p:nvSpPr>
            <p:spPr>
              <a:xfrm>
                <a:off x="2316262" y="2459634"/>
                <a:ext cx="13958" cy="57882"/>
              </a:xfrm>
              <a:custGeom>
                <a:avLst/>
                <a:gdLst/>
                <a:ahLst/>
                <a:cxnLst/>
                <a:rect l="l" t="t" r="r" b="b"/>
                <a:pathLst>
                  <a:path w="109" h="452" extrusionOk="0">
                    <a:moveTo>
                      <a:pt x="1" y="0"/>
                    </a:moveTo>
                    <a:lnTo>
                      <a:pt x="1" y="452"/>
                    </a:lnTo>
                    <a:lnTo>
                      <a:pt x="109" y="452"/>
                    </a:lnTo>
                    <a:lnTo>
                      <a:pt x="109"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2" name="Google Shape;1832;p23"/>
              <p:cNvSpPr/>
              <p:nvPr/>
            </p:nvSpPr>
            <p:spPr>
              <a:xfrm>
                <a:off x="2316262" y="2573093"/>
                <a:ext cx="13958" cy="55705"/>
              </a:xfrm>
              <a:custGeom>
                <a:avLst/>
                <a:gdLst/>
                <a:ahLst/>
                <a:cxnLst/>
                <a:rect l="l" t="t" r="r" b="b"/>
                <a:pathLst>
                  <a:path w="109" h="435" extrusionOk="0">
                    <a:moveTo>
                      <a:pt x="1" y="0"/>
                    </a:moveTo>
                    <a:lnTo>
                      <a:pt x="1" y="435"/>
                    </a:lnTo>
                    <a:lnTo>
                      <a:pt x="109" y="435"/>
                    </a:lnTo>
                    <a:lnTo>
                      <a:pt x="109"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3" name="Google Shape;1833;p23"/>
              <p:cNvSpPr/>
              <p:nvPr/>
            </p:nvSpPr>
            <p:spPr>
              <a:xfrm>
                <a:off x="2316262" y="2686552"/>
                <a:ext cx="13958" cy="55705"/>
              </a:xfrm>
              <a:custGeom>
                <a:avLst/>
                <a:gdLst/>
                <a:ahLst/>
                <a:cxnLst/>
                <a:rect l="l" t="t" r="r" b="b"/>
                <a:pathLst>
                  <a:path w="109" h="435" extrusionOk="0">
                    <a:moveTo>
                      <a:pt x="1" y="0"/>
                    </a:moveTo>
                    <a:lnTo>
                      <a:pt x="1" y="435"/>
                    </a:lnTo>
                    <a:lnTo>
                      <a:pt x="109" y="435"/>
                    </a:lnTo>
                    <a:lnTo>
                      <a:pt x="109"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4" name="Google Shape;1834;p23"/>
              <p:cNvSpPr/>
              <p:nvPr/>
            </p:nvSpPr>
            <p:spPr>
              <a:xfrm>
                <a:off x="2316262" y="2798218"/>
                <a:ext cx="13958" cy="55833"/>
              </a:xfrm>
              <a:custGeom>
                <a:avLst/>
                <a:gdLst/>
                <a:ahLst/>
                <a:cxnLst/>
                <a:rect l="l" t="t" r="r" b="b"/>
                <a:pathLst>
                  <a:path w="109" h="436" extrusionOk="0">
                    <a:moveTo>
                      <a:pt x="1" y="1"/>
                    </a:moveTo>
                    <a:lnTo>
                      <a:pt x="1" y="436"/>
                    </a:lnTo>
                    <a:lnTo>
                      <a:pt x="109" y="436"/>
                    </a:lnTo>
                    <a:lnTo>
                      <a:pt x="109"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5" name="Google Shape;1835;p23"/>
              <p:cNvSpPr/>
              <p:nvPr/>
            </p:nvSpPr>
            <p:spPr>
              <a:xfrm>
                <a:off x="2012894" y="2072389"/>
                <a:ext cx="57370" cy="17800"/>
              </a:xfrm>
              <a:custGeom>
                <a:avLst/>
                <a:gdLst/>
                <a:ahLst/>
                <a:cxnLst/>
                <a:rect l="l" t="t" r="r" b="b"/>
                <a:pathLst>
                  <a:path w="448" h="139" extrusionOk="0">
                    <a:moveTo>
                      <a:pt x="0" y="1"/>
                    </a:moveTo>
                    <a:lnTo>
                      <a:pt x="0" y="112"/>
                    </a:lnTo>
                    <a:lnTo>
                      <a:pt x="95" y="112"/>
                    </a:lnTo>
                    <a:cubicBezTo>
                      <a:pt x="203" y="112"/>
                      <a:pt x="327" y="125"/>
                      <a:pt x="435" y="138"/>
                    </a:cubicBezTo>
                    <a:lnTo>
                      <a:pt x="448" y="30"/>
                    </a:lnTo>
                    <a:cubicBezTo>
                      <a:pt x="327" y="14"/>
                      <a:pt x="216" y="1"/>
                      <a:pt x="95"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6" name="Google Shape;1836;p23"/>
              <p:cNvSpPr/>
              <p:nvPr/>
            </p:nvSpPr>
            <p:spPr>
              <a:xfrm>
                <a:off x="2314597" y="2346176"/>
                <a:ext cx="15623" cy="57882"/>
              </a:xfrm>
              <a:custGeom>
                <a:avLst/>
                <a:gdLst/>
                <a:ahLst/>
                <a:cxnLst/>
                <a:rect l="l" t="t" r="r" b="b"/>
                <a:pathLst>
                  <a:path w="122" h="452" extrusionOk="0">
                    <a:moveTo>
                      <a:pt x="109" y="1"/>
                    </a:moveTo>
                    <a:lnTo>
                      <a:pt x="1" y="17"/>
                    </a:lnTo>
                    <a:cubicBezTo>
                      <a:pt x="14" y="99"/>
                      <a:pt x="14" y="180"/>
                      <a:pt x="14" y="262"/>
                    </a:cubicBezTo>
                    <a:lnTo>
                      <a:pt x="14" y="452"/>
                    </a:lnTo>
                    <a:lnTo>
                      <a:pt x="122" y="452"/>
                    </a:lnTo>
                    <a:lnTo>
                      <a:pt x="122" y="262"/>
                    </a:lnTo>
                    <a:cubicBezTo>
                      <a:pt x="122" y="180"/>
                      <a:pt x="122" y="99"/>
                      <a:pt x="109"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7" name="Google Shape;1837;p23"/>
              <p:cNvSpPr/>
              <p:nvPr/>
            </p:nvSpPr>
            <p:spPr>
              <a:xfrm>
                <a:off x="2283223" y="2238223"/>
                <a:ext cx="34832" cy="55833"/>
              </a:xfrm>
              <a:custGeom>
                <a:avLst/>
                <a:gdLst/>
                <a:ahLst/>
                <a:cxnLst/>
                <a:rect l="l" t="t" r="r" b="b"/>
                <a:pathLst>
                  <a:path w="272" h="436" extrusionOk="0">
                    <a:moveTo>
                      <a:pt x="108" y="0"/>
                    </a:moveTo>
                    <a:lnTo>
                      <a:pt x="1" y="43"/>
                    </a:lnTo>
                    <a:cubicBezTo>
                      <a:pt x="66" y="177"/>
                      <a:pt x="122" y="301"/>
                      <a:pt x="164" y="435"/>
                    </a:cubicBezTo>
                    <a:lnTo>
                      <a:pt x="272" y="409"/>
                    </a:lnTo>
                    <a:cubicBezTo>
                      <a:pt x="229" y="272"/>
                      <a:pt x="177" y="125"/>
                      <a:pt x="108"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8" name="Google Shape;1838;p23"/>
              <p:cNvSpPr/>
              <p:nvPr/>
            </p:nvSpPr>
            <p:spPr>
              <a:xfrm>
                <a:off x="2216633" y="2147430"/>
                <a:ext cx="49174" cy="50711"/>
              </a:xfrm>
              <a:custGeom>
                <a:avLst/>
                <a:gdLst/>
                <a:ahLst/>
                <a:cxnLst/>
                <a:rect l="l" t="t" r="r" b="b"/>
                <a:pathLst>
                  <a:path w="384" h="396" extrusionOk="0">
                    <a:moveTo>
                      <a:pt x="70" y="0"/>
                    </a:moveTo>
                    <a:lnTo>
                      <a:pt x="1" y="82"/>
                    </a:lnTo>
                    <a:cubicBezTo>
                      <a:pt x="96" y="180"/>
                      <a:pt x="207" y="288"/>
                      <a:pt x="289" y="396"/>
                    </a:cubicBezTo>
                    <a:lnTo>
                      <a:pt x="383" y="327"/>
                    </a:lnTo>
                    <a:cubicBezTo>
                      <a:pt x="289" y="206"/>
                      <a:pt x="177" y="98"/>
                      <a:pt x="70"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9" name="Google Shape;1839;p23"/>
              <p:cNvSpPr/>
              <p:nvPr/>
            </p:nvSpPr>
            <p:spPr>
              <a:xfrm>
                <a:off x="2120846" y="2090061"/>
                <a:ext cx="57882" cy="36496"/>
              </a:xfrm>
              <a:custGeom>
                <a:avLst/>
                <a:gdLst/>
                <a:ahLst/>
                <a:cxnLst/>
                <a:rect l="l" t="t" r="r" b="b"/>
                <a:pathLst>
                  <a:path w="452" h="285" extrusionOk="0">
                    <a:moveTo>
                      <a:pt x="43" y="0"/>
                    </a:moveTo>
                    <a:lnTo>
                      <a:pt x="0" y="108"/>
                    </a:lnTo>
                    <a:cubicBezTo>
                      <a:pt x="138" y="151"/>
                      <a:pt x="272" y="219"/>
                      <a:pt x="396" y="285"/>
                    </a:cubicBezTo>
                    <a:lnTo>
                      <a:pt x="451" y="190"/>
                    </a:lnTo>
                    <a:cubicBezTo>
                      <a:pt x="314" y="108"/>
                      <a:pt x="177" y="56"/>
                      <a:pt x="43"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0" name="Google Shape;1840;p23"/>
              <p:cNvSpPr/>
              <p:nvPr/>
            </p:nvSpPr>
            <p:spPr>
              <a:xfrm>
                <a:off x="2316262" y="2911293"/>
                <a:ext cx="13958" cy="56217"/>
              </a:xfrm>
              <a:custGeom>
                <a:avLst/>
                <a:gdLst/>
                <a:ahLst/>
                <a:cxnLst/>
                <a:rect l="l" t="t" r="r" b="b"/>
                <a:pathLst>
                  <a:path w="109" h="439" extrusionOk="0">
                    <a:moveTo>
                      <a:pt x="1" y="0"/>
                    </a:moveTo>
                    <a:lnTo>
                      <a:pt x="1" y="438"/>
                    </a:lnTo>
                    <a:lnTo>
                      <a:pt x="109" y="438"/>
                    </a:lnTo>
                    <a:lnTo>
                      <a:pt x="109"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1" name="Google Shape;1841;p23"/>
              <p:cNvSpPr/>
              <p:nvPr/>
            </p:nvSpPr>
            <p:spPr>
              <a:xfrm>
                <a:off x="1718105" y="4003368"/>
                <a:ext cx="15623" cy="55705"/>
              </a:xfrm>
              <a:custGeom>
                <a:avLst/>
                <a:gdLst/>
                <a:ahLst/>
                <a:cxnLst/>
                <a:rect l="l" t="t" r="r" b="b"/>
                <a:pathLst>
                  <a:path w="122" h="435" extrusionOk="0">
                    <a:moveTo>
                      <a:pt x="1" y="0"/>
                    </a:moveTo>
                    <a:lnTo>
                      <a:pt x="1" y="435"/>
                    </a:lnTo>
                    <a:lnTo>
                      <a:pt x="122" y="435"/>
                    </a:lnTo>
                    <a:lnTo>
                      <a:pt x="122"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2" name="Google Shape;1842;p23"/>
              <p:cNvSpPr/>
              <p:nvPr/>
            </p:nvSpPr>
            <p:spPr>
              <a:xfrm>
                <a:off x="1718105" y="4114650"/>
                <a:ext cx="15623" cy="57882"/>
              </a:xfrm>
              <a:custGeom>
                <a:avLst/>
                <a:gdLst/>
                <a:ahLst/>
                <a:cxnLst/>
                <a:rect l="l" t="t" r="r" b="b"/>
                <a:pathLst>
                  <a:path w="122" h="452" extrusionOk="0">
                    <a:moveTo>
                      <a:pt x="1" y="1"/>
                    </a:moveTo>
                    <a:lnTo>
                      <a:pt x="1" y="452"/>
                    </a:lnTo>
                    <a:lnTo>
                      <a:pt x="122" y="452"/>
                    </a:lnTo>
                    <a:lnTo>
                      <a:pt x="122"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3" name="Google Shape;1843;p23"/>
              <p:cNvSpPr/>
              <p:nvPr/>
            </p:nvSpPr>
            <p:spPr>
              <a:xfrm>
                <a:off x="1718105" y="3889909"/>
                <a:ext cx="15623" cy="57498"/>
              </a:xfrm>
              <a:custGeom>
                <a:avLst/>
                <a:gdLst/>
                <a:ahLst/>
                <a:cxnLst/>
                <a:rect l="l" t="t" r="r" b="b"/>
                <a:pathLst>
                  <a:path w="122" h="449" extrusionOk="0">
                    <a:moveTo>
                      <a:pt x="1" y="0"/>
                    </a:moveTo>
                    <a:lnTo>
                      <a:pt x="1" y="14"/>
                    </a:lnTo>
                    <a:lnTo>
                      <a:pt x="1" y="177"/>
                    </a:lnTo>
                    <a:lnTo>
                      <a:pt x="1" y="448"/>
                    </a:lnTo>
                    <a:lnTo>
                      <a:pt x="122" y="448"/>
                    </a:lnTo>
                    <a:lnTo>
                      <a:pt x="122"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4" name="Google Shape;1844;p23"/>
              <p:cNvSpPr/>
              <p:nvPr/>
            </p:nvSpPr>
            <p:spPr>
              <a:xfrm>
                <a:off x="1718105" y="4228109"/>
                <a:ext cx="15623" cy="56217"/>
              </a:xfrm>
              <a:custGeom>
                <a:avLst/>
                <a:gdLst/>
                <a:ahLst/>
                <a:cxnLst/>
                <a:rect l="l" t="t" r="r" b="b"/>
                <a:pathLst>
                  <a:path w="122" h="439" extrusionOk="0">
                    <a:moveTo>
                      <a:pt x="1" y="0"/>
                    </a:moveTo>
                    <a:lnTo>
                      <a:pt x="1" y="438"/>
                    </a:lnTo>
                    <a:lnTo>
                      <a:pt x="122" y="438"/>
                    </a:lnTo>
                    <a:lnTo>
                      <a:pt x="122"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5" name="Google Shape;1845;p23"/>
              <p:cNvSpPr/>
              <p:nvPr/>
            </p:nvSpPr>
            <p:spPr>
              <a:xfrm>
                <a:off x="1718105" y="4341568"/>
                <a:ext cx="15623" cy="55833"/>
              </a:xfrm>
              <a:custGeom>
                <a:avLst/>
                <a:gdLst/>
                <a:ahLst/>
                <a:cxnLst/>
                <a:rect l="l" t="t" r="r" b="b"/>
                <a:pathLst>
                  <a:path w="122" h="436" extrusionOk="0">
                    <a:moveTo>
                      <a:pt x="1" y="0"/>
                    </a:moveTo>
                    <a:lnTo>
                      <a:pt x="1" y="435"/>
                    </a:lnTo>
                    <a:lnTo>
                      <a:pt x="122" y="435"/>
                    </a:lnTo>
                    <a:lnTo>
                      <a:pt x="122"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6" name="Google Shape;1846;p23"/>
              <p:cNvSpPr/>
              <p:nvPr/>
            </p:nvSpPr>
            <p:spPr>
              <a:xfrm>
                <a:off x="1718105" y="4453362"/>
                <a:ext cx="15623" cy="55705"/>
              </a:xfrm>
              <a:custGeom>
                <a:avLst/>
                <a:gdLst/>
                <a:ahLst/>
                <a:cxnLst/>
                <a:rect l="l" t="t" r="r" b="b"/>
                <a:pathLst>
                  <a:path w="122" h="435" extrusionOk="0">
                    <a:moveTo>
                      <a:pt x="1" y="0"/>
                    </a:moveTo>
                    <a:lnTo>
                      <a:pt x="1" y="435"/>
                    </a:lnTo>
                    <a:lnTo>
                      <a:pt x="122" y="435"/>
                    </a:lnTo>
                    <a:lnTo>
                      <a:pt x="122"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7" name="Google Shape;1847;p23"/>
              <p:cNvSpPr/>
              <p:nvPr/>
            </p:nvSpPr>
            <p:spPr>
              <a:xfrm>
                <a:off x="1718105" y="4678103"/>
                <a:ext cx="15623" cy="59547"/>
              </a:xfrm>
              <a:custGeom>
                <a:avLst/>
                <a:gdLst/>
                <a:ahLst/>
                <a:cxnLst/>
                <a:rect l="l" t="t" r="r" b="b"/>
                <a:pathLst>
                  <a:path w="122" h="465" extrusionOk="0">
                    <a:moveTo>
                      <a:pt x="1" y="0"/>
                    </a:moveTo>
                    <a:lnTo>
                      <a:pt x="1" y="30"/>
                    </a:lnTo>
                    <a:lnTo>
                      <a:pt x="1" y="451"/>
                    </a:lnTo>
                    <a:lnTo>
                      <a:pt x="1" y="464"/>
                    </a:lnTo>
                    <a:lnTo>
                      <a:pt x="122" y="464"/>
                    </a:lnTo>
                    <a:lnTo>
                      <a:pt x="122" y="451"/>
                    </a:lnTo>
                    <a:lnTo>
                      <a:pt x="122" y="30"/>
                    </a:lnTo>
                    <a:lnTo>
                      <a:pt x="122"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8" name="Google Shape;1848;p23"/>
              <p:cNvSpPr/>
              <p:nvPr/>
            </p:nvSpPr>
            <p:spPr>
              <a:xfrm>
                <a:off x="1718105" y="4566693"/>
                <a:ext cx="15623" cy="55833"/>
              </a:xfrm>
              <a:custGeom>
                <a:avLst/>
                <a:gdLst/>
                <a:ahLst/>
                <a:cxnLst/>
                <a:rect l="l" t="t" r="r" b="b"/>
                <a:pathLst>
                  <a:path w="122" h="436" extrusionOk="0">
                    <a:moveTo>
                      <a:pt x="1" y="1"/>
                    </a:moveTo>
                    <a:lnTo>
                      <a:pt x="1" y="436"/>
                    </a:lnTo>
                    <a:lnTo>
                      <a:pt x="122" y="436"/>
                    </a:lnTo>
                    <a:lnTo>
                      <a:pt x="122"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849" name="Google Shape;1849;p23"/>
          <p:cNvGrpSpPr/>
          <p:nvPr/>
        </p:nvGrpSpPr>
        <p:grpSpPr>
          <a:xfrm>
            <a:off x="8430767" y="-1618067"/>
            <a:ext cx="4242221" cy="6761580"/>
            <a:chOff x="1336575" y="1389950"/>
            <a:chExt cx="1583450" cy="2523825"/>
          </a:xfrm>
        </p:grpSpPr>
        <p:sp>
          <p:nvSpPr>
            <p:cNvPr id="1850" name="Google Shape;1850;p23"/>
            <p:cNvSpPr/>
            <p:nvPr/>
          </p:nvSpPr>
          <p:spPr>
            <a:xfrm>
              <a:off x="1336575" y="1389950"/>
              <a:ext cx="1583450" cy="2523825"/>
            </a:xfrm>
            <a:custGeom>
              <a:avLst/>
              <a:gdLst/>
              <a:ahLst/>
              <a:cxnLst/>
              <a:rect l="l" t="t" r="r" b="b"/>
              <a:pathLst>
                <a:path w="63338" h="100953" extrusionOk="0">
                  <a:moveTo>
                    <a:pt x="1" y="1"/>
                  </a:moveTo>
                  <a:lnTo>
                    <a:pt x="1" y="45116"/>
                  </a:lnTo>
                  <a:cubicBezTo>
                    <a:pt x="1" y="48401"/>
                    <a:pt x="1340" y="50320"/>
                    <a:pt x="2470" y="51366"/>
                  </a:cubicBezTo>
                  <a:cubicBezTo>
                    <a:pt x="4773" y="53543"/>
                    <a:pt x="7793" y="53571"/>
                    <a:pt x="8519" y="53571"/>
                  </a:cubicBezTo>
                  <a:lnTo>
                    <a:pt x="54938" y="53571"/>
                  </a:lnTo>
                  <a:lnTo>
                    <a:pt x="55057" y="53543"/>
                  </a:lnTo>
                  <a:cubicBezTo>
                    <a:pt x="55378" y="53543"/>
                    <a:pt x="56222" y="53633"/>
                    <a:pt x="56682" y="54094"/>
                  </a:cubicBezTo>
                  <a:cubicBezTo>
                    <a:pt x="57003" y="54415"/>
                    <a:pt x="57177" y="55001"/>
                    <a:pt x="57177" y="55838"/>
                  </a:cubicBezTo>
                  <a:lnTo>
                    <a:pt x="57177" y="100953"/>
                  </a:lnTo>
                  <a:lnTo>
                    <a:pt x="63337" y="100953"/>
                  </a:lnTo>
                  <a:lnTo>
                    <a:pt x="63337" y="55838"/>
                  </a:lnTo>
                  <a:cubicBezTo>
                    <a:pt x="63337" y="52587"/>
                    <a:pt x="62005" y="50641"/>
                    <a:pt x="60868" y="49594"/>
                  </a:cubicBezTo>
                  <a:cubicBezTo>
                    <a:pt x="58783" y="47611"/>
                    <a:pt x="56100" y="47406"/>
                    <a:pt x="55082" y="47406"/>
                  </a:cubicBezTo>
                  <a:cubicBezTo>
                    <a:pt x="54979" y="47406"/>
                    <a:pt x="54893" y="47408"/>
                    <a:pt x="54826" y="47411"/>
                  </a:cubicBezTo>
                  <a:lnTo>
                    <a:pt x="8463" y="47411"/>
                  </a:lnTo>
                  <a:lnTo>
                    <a:pt x="8400" y="47383"/>
                  </a:lnTo>
                  <a:lnTo>
                    <a:pt x="8289" y="47411"/>
                  </a:lnTo>
                  <a:cubicBezTo>
                    <a:pt x="7968" y="47411"/>
                    <a:pt x="7124" y="47327"/>
                    <a:pt x="6656" y="46888"/>
                  </a:cubicBezTo>
                  <a:cubicBezTo>
                    <a:pt x="6342" y="46539"/>
                    <a:pt x="6168" y="45960"/>
                    <a:pt x="6168" y="45116"/>
                  </a:cubicBezTo>
                  <a:lnTo>
                    <a:pt x="6168" y="1"/>
                  </a:lnTo>
                  <a:close/>
                </a:path>
              </a:pathLst>
            </a:custGeom>
            <a:solidFill>
              <a:schemeClr val="accent5"/>
            </a:solidFill>
            <a:ln>
              <a:noFill/>
            </a:ln>
            <a:effectLst>
              <a:outerShdw dist="57150" dir="6300000" algn="bl" rotWithShape="0">
                <a:schemeClr val="dk1">
                  <a:alpha val="35000"/>
                </a:scheme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endParaRPr/>
            </a:p>
          </p:txBody>
        </p:sp>
        <p:sp>
          <p:nvSpPr>
            <p:cNvPr id="1851" name="Google Shape;1851;p23"/>
            <p:cNvSpPr/>
            <p:nvPr/>
          </p:nvSpPr>
          <p:spPr>
            <a:xfrm>
              <a:off x="2510150" y="2649325"/>
              <a:ext cx="11700" cy="5775"/>
            </a:xfrm>
            <a:custGeom>
              <a:avLst/>
              <a:gdLst/>
              <a:ahLst/>
              <a:cxnLst/>
              <a:rect l="l" t="t" r="r" b="b"/>
              <a:pathLst>
                <a:path w="468" h="231" extrusionOk="0">
                  <a:moveTo>
                    <a:pt x="0" y="1"/>
                  </a:moveTo>
                  <a:lnTo>
                    <a:pt x="0" y="231"/>
                  </a:lnTo>
                  <a:lnTo>
                    <a:pt x="468" y="231"/>
                  </a:lnTo>
                  <a:lnTo>
                    <a:pt x="46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2" name="Google Shape;1852;p23"/>
            <p:cNvSpPr/>
            <p:nvPr/>
          </p:nvSpPr>
          <p:spPr>
            <a:xfrm>
              <a:off x="1406350" y="1423450"/>
              <a:ext cx="1080625" cy="1231650"/>
            </a:xfrm>
            <a:custGeom>
              <a:avLst/>
              <a:gdLst/>
              <a:ahLst/>
              <a:cxnLst/>
              <a:rect l="l" t="t" r="r" b="b"/>
              <a:pathLst>
                <a:path w="43225" h="49266" extrusionOk="0">
                  <a:moveTo>
                    <a:pt x="0" y="0"/>
                  </a:moveTo>
                  <a:lnTo>
                    <a:pt x="0" y="928"/>
                  </a:lnTo>
                  <a:lnTo>
                    <a:pt x="238" y="928"/>
                  </a:lnTo>
                  <a:lnTo>
                    <a:pt x="238" y="0"/>
                  </a:lnTo>
                  <a:close/>
                  <a:moveTo>
                    <a:pt x="0" y="1863"/>
                  </a:moveTo>
                  <a:lnTo>
                    <a:pt x="0" y="2791"/>
                  </a:lnTo>
                  <a:lnTo>
                    <a:pt x="238" y="2791"/>
                  </a:lnTo>
                  <a:lnTo>
                    <a:pt x="238" y="1863"/>
                  </a:lnTo>
                  <a:close/>
                  <a:moveTo>
                    <a:pt x="0" y="3719"/>
                  </a:moveTo>
                  <a:lnTo>
                    <a:pt x="0" y="4653"/>
                  </a:lnTo>
                  <a:lnTo>
                    <a:pt x="238" y="4653"/>
                  </a:lnTo>
                  <a:lnTo>
                    <a:pt x="238" y="3719"/>
                  </a:lnTo>
                  <a:close/>
                  <a:moveTo>
                    <a:pt x="0" y="5581"/>
                  </a:moveTo>
                  <a:lnTo>
                    <a:pt x="0" y="6509"/>
                  </a:lnTo>
                  <a:lnTo>
                    <a:pt x="238" y="6509"/>
                  </a:lnTo>
                  <a:lnTo>
                    <a:pt x="238" y="5581"/>
                  </a:lnTo>
                  <a:close/>
                  <a:moveTo>
                    <a:pt x="0" y="7444"/>
                  </a:moveTo>
                  <a:lnTo>
                    <a:pt x="0" y="8372"/>
                  </a:lnTo>
                  <a:lnTo>
                    <a:pt x="238" y="8372"/>
                  </a:lnTo>
                  <a:lnTo>
                    <a:pt x="238" y="7444"/>
                  </a:lnTo>
                  <a:close/>
                  <a:moveTo>
                    <a:pt x="0" y="9300"/>
                  </a:moveTo>
                  <a:lnTo>
                    <a:pt x="0" y="10234"/>
                  </a:lnTo>
                  <a:lnTo>
                    <a:pt x="238" y="10234"/>
                  </a:lnTo>
                  <a:lnTo>
                    <a:pt x="238" y="9300"/>
                  </a:lnTo>
                  <a:close/>
                  <a:moveTo>
                    <a:pt x="0" y="11162"/>
                  </a:moveTo>
                  <a:lnTo>
                    <a:pt x="0" y="12090"/>
                  </a:lnTo>
                  <a:lnTo>
                    <a:pt x="238" y="12090"/>
                  </a:lnTo>
                  <a:lnTo>
                    <a:pt x="238" y="11162"/>
                  </a:lnTo>
                  <a:close/>
                  <a:moveTo>
                    <a:pt x="0" y="13025"/>
                  </a:moveTo>
                  <a:lnTo>
                    <a:pt x="0" y="13953"/>
                  </a:lnTo>
                  <a:lnTo>
                    <a:pt x="238" y="13953"/>
                  </a:lnTo>
                  <a:lnTo>
                    <a:pt x="238" y="13025"/>
                  </a:lnTo>
                  <a:close/>
                  <a:moveTo>
                    <a:pt x="0" y="14880"/>
                  </a:moveTo>
                  <a:lnTo>
                    <a:pt x="0" y="15815"/>
                  </a:lnTo>
                  <a:lnTo>
                    <a:pt x="238" y="15815"/>
                  </a:lnTo>
                  <a:lnTo>
                    <a:pt x="238" y="14880"/>
                  </a:lnTo>
                  <a:close/>
                  <a:moveTo>
                    <a:pt x="0" y="16743"/>
                  </a:moveTo>
                  <a:lnTo>
                    <a:pt x="0" y="17671"/>
                  </a:lnTo>
                  <a:lnTo>
                    <a:pt x="238" y="17671"/>
                  </a:lnTo>
                  <a:lnTo>
                    <a:pt x="238" y="16743"/>
                  </a:lnTo>
                  <a:close/>
                  <a:moveTo>
                    <a:pt x="0" y="18606"/>
                  </a:moveTo>
                  <a:lnTo>
                    <a:pt x="0" y="19534"/>
                  </a:lnTo>
                  <a:lnTo>
                    <a:pt x="238" y="19534"/>
                  </a:lnTo>
                  <a:lnTo>
                    <a:pt x="238" y="18606"/>
                  </a:lnTo>
                  <a:close/>
                  <a:moveTo>
                    <a:pt x="0" y="20461"/>
                  </a:moveTo>
                  <a:lnTo>
                    <a:pt x="0" y="21396"/>
                  </a:lnTo>
                  <a:lnTo>
                    <a:pt x="238" y="21396"/>
                  </a:lnTo>
                  <a:lnTo>
                    <a:pt x="238" y="20461"/>
                  </a:lnTo>
                  <a:close/>
                  <a:moveTo>
                    <a:pt x="0" y="22324"/>
                  </a:moveTo>
                  <a:lnTo>
                    <a:pt x="0" y="23252"/>
                  </a:lnTo>
                  <a:lnTo>
                    <a:pt x="238" y="23252"/>
                  </a:lnTo>
                  <a:lnTo>
                    <a:pt x="238" y="22324"/>
                  </a:lnTo>
                  <a:close/>
                  <a:moveTo>
                    <a:pt x="0" y="24187"/>
                  </a:moveTo>
                  <a:lnTo>
                    <a:pt x="0" y="25114"/>
                  </a:lnTo>
                  <a:lnTo>
                    <a:pt x="238" y="25114"/>
                  </a:lnTo>
                  <a:lnTo>
                    <a:pt x="238" y="24187"/>
                  </a:lnTo>
                  <a:close/>
                  <a:moveTo>
                    <a:pt x="0" y="26014"/>
                  </a:moveTo>
                  <a:lnTo>
                    <a:pt x="0" y="26942"/>
                  </a:lnTo>
                  <a:lnTo>
                    <a:pt x="238" y="26942"/>
                  </a:lnTo>
                  <a:lnTo>
                    <a:pt x="238" y="26014"/>
                  </a:lnTo>
                  <a:close/>
                  <a:moveTo>
                    <a:pt x="0" y="27877"/>
                  </a:moveTo>
                  <a:lnTo>
                    <a:pt x="0" y="28805"/>
                  </a:lnTo>
                  <a:lnTo>
                    <a:pt x="238" y="28805"/>
                  </a:lnTo>
                  <a:lnTo>
                    <a:pt x="238" y="27877"/>
                  </a:lnTo>
                  <a:close/>
                  <a:moveTo>
                    <a:pt x="0" y="29733"/>
                  </a:moveTo>
                  <a:lnTo>
                    <a:pt x="0" y="30667"/>
                  </a:lnTo>
                  <a:lnTo>
                    <a:pt x="238" y="30667"/>
                  </a:lnTo>
                  <a:lnTo>
                    <a:pt x="238" y="29733"/>
                  </a:lnTo>
                  <a:close/>
                  <a:moveTo>
                    <a:pt x="0" y="31595"/>
                  </a:moveTo>
                  <a:lnTo>
                    <a:pt x="0" y="32523"/>
                  </a:lnTo>
                  <a:lnTo>
                    <a:pt x="238" y="32523"/>
                  </a:lnTo>
                  <a:lnTo>
                    <a:pt x="238" y="31595"/>
                  </a:lnTo>
                  <a:close/>
                  <a:moveTo>
                    <a:pt x="0" y="33458"/>
                  </a:moveTo>
                  <a:lnTo>
                    <a:pt x="0" y="34386"/>
                  </a:lnTo>
                  <a:lnTo>
                    <a:pt x="238" y="34386"/>
                  </a:lnTo>
                  <a:lnTo>
                    <a:pt x="238" y="33458"/>
                  </a:lnTo>
                  <a:close/>
                  <a:moveTo>
                    <a:pt x="0" y="35314"/>
                  </a:moveTo>
                  <a:lnTo>
                    <a:pt x="0" y="36248"/>
                  </a:lnTo>
                  <a:lnTo>
                    <a:pt x="238" y="36248"/>
                  </a:lnTo>
                  <a:lnTo>
                    <a:pt x="238" y="35314"/>
                  </a:lnTo>
                  <a:close/>
                  <a:moveTo>
                    <a:pt x="0" y="37176"/>
                  </a:moveTo>
                  <a:lnTo>
                    <a:pt x="0" y="38104"/>
                  </a:lnTo>
                  <a:lnTo>
                    <a:pt x="238" y="38104"/>
                  </a:lnTo>
                  <a:lnTo>
                    <a:pt x="238" y="37176"/>
                  </a:lnTo>
                  <a:close/>
                  <a:moveTo>
                    <a:pt x="0" y="39039"/>
                  </a:moveTo>
                  <a:lnTo>
                    <a:pt x="0" y="39967"/>
                  </a:lnTo>
                  <a:lnTo>
                    <a:pt x="238" y="39967"/>
                  </a:lnTo>
                  <a:lnTo>
                    <a:pt x="238" y="39039"/>
                  </a:lnTo>
                  <a:close/>
                  <a:moveTo>
                    <a:pt x="0" y="40894"/>
                  </a:moveTo>
                  <a:lnTo>
                    <a:pt x="0" y="41829"/>
                  </a:lnTo>
                  <a:lnTo>
                    <a:pt x="238" y="41829"/>
                  </a:lnTo>
                  <a:lnTo>
                    <a:pt x="238" y="40894"/>
                  </a:lnTo>
                  <a:close/>
                  <a:moveTo>
                    <a:pt x="0" y="42757"/>
                  </a:moveTo>
                  <a:lnTo>
                    <a:pt x="0" y="43720"/>
                  </a:lnTo>
                  <a:lnTo>
                    <a:pt x="238" y="43720"/>
                  </a:lnTo>
                  <a:lnTo>
                    <a:pt x="238" y="42757"/>
                  </a:lnTo>
                  <a:close/>
                  <a:moveTo>
                    <a:pt x="293" y="44620"/>
                  </a:moveTo>
                  <a:lnTo>
                    <a:pt x="63" y="44648"/>
                  </a:lnTo>
                  <a:cubicBezTo>
                    <a:pt x="91" y="44969"/>
                    <a:pt x="147" y="45289"/>
                    <a:pt x="203" y="45575"/>
                  </a:cubicBezTo>
                  <a:lnTo>
                    <a:pt x="440" y="45520"/>
                  </a:lnTo>
                  <a:cubicBezTo>
                    <a:pt x="377" y="45227"/>
                    <a:pt x="321" y="44941"/>
                    <a:pt x="293" y="44620"/>
                  </a:cubicBezTo>
                  <a:close/>
                  <a:moveTo>
                    <a:pt x="726" y="46364"/>
                  </a:moveTo>
                  <a:lnTo>
                    <a:pt x="524" y="46475"/>
                  </a:lnTo>
                  <a:cubicBezTo>
                    <a:pt x="670" y="46768"/>
                    <a:pt x="817" y="47033"/>
                    <a:pt x="991" y="47292"/>
                  </a:cubicBezTo>
                  <a:lnTo>
                    <a:pt x="1193" y="47145"/>
                  </a:lnTo>
                  <a:cubicBezTo>
                    <a:pt x="1019" y="46915"/>
                    <a:pt x="872" y="46650"/>
                    <a:pt x="726" y="46364"/>
                  </a:cubicBezTo>
                  <a:close/>
                  <a:moveTo>
                    <a:pt x="1807" y="47815"/>
                  </a:moveTo>
                  <a:lnTo>
                    <a:pt x="1661" y="47989"/>
                  </a:lnTo>
                  <a:cubicBezTo>
                    <a:pt x="1891" y="48192"/>
                    <a:pt x="2156" y="48366"/>
                    <a:pt x="2414" y="48540"/>
                  </a:cubicBezTo>
                  <a:lnTo>
                    <a:pt x="2533" y="48338"/>
                  </a:lnTo>
                  <a:cubicBezTo>
                    <a:pt x="2268" y="48192"/>
                    <a:pt x="2037" y="48017"/>
                    <a:pt x="1807" y="47815"/>
                  </a:cubicBezTo>
                  <a:close/>
                  <a:moveTo>
                    <a:pt x="3377" y="48687"/>
                  </a:moveTo>
                  <a:lnTo>
                    <a:pt x="3286" y="48917"/>
                  </a:lnTo>
                  <a:cubicBezTo>
                    <a:pt x="3579" y="49008"/>
                    <a:pt x="3900" y="49091"/>
                    <a:pt x="4214" y="49154"/>
                  </a:cubicBezTo>
                  <a:lnTo>
                    <a:pt x="4249" y="48917"/>
                  </a:lnTo>
                  <a:cubicBezTo>
                    <a:pt x="3956" y="48861"/>
                    <a:pt x="3635" y="48805"/>
                    <a:pt x="3377" y="48687"/>
                  </a:cubicBezTo>
                  <a:close/>
                  <a:moveTo>
                    <a:pt x="5149" y="49036"/>
                  </a:moveTo>
                  <a:lnTo>
                    <a:pt x="5149" y="49266"/>
                  </a:lnTo>
                  <a:lnTo>
                    <a:pt x="6077" y="49266"/>
                  </a:lnTo>
                  <a:lnTo>
                    <a:pt x="6077" y="49036"/>
                  </a:lnTo>
                  <a:close/>
                  <a:moveTo>
                    <a:pt x="7004" y="49036"/>
                  </a:moveTo>
                  <a:lnTo>
                    <a:pt x="7004" y="49266"/>
                  </a:lnTo>
                  <a:lnTo>
                    <a:pt x="7939" y="49266"/>
                  </a:lnTo>
                  <a:lnTo>
                    <a:pt x="7939" y="49036"/>
                  </a:lnTo>
                  <a:close/>
                  <a:moveTo>
                    <a:pt x="8867" y="49036"/>
                  </a:moveTo>
                  <a:lnTo>
                    <a:pt x="8867" y="49266"/>
                  </a:lnTo>
                  <a:lnTo>
                    <a:pt x="9795" y="49266"/>
                  </a:lnTo>
                  <a:lnTo>
                    <a:pt x="9795" y="49036"/>
                  </a:lnTo>
                  <a:close/>
                  <a:moveTo>
                    <a:pt x="10730" y="49036"/>
                  </a:moveTo>
                  <a:lnTo>
                    <a:pt x="10730" y="49266"/>
                  </a:lnTo>
                  <a:lnTo>
                    <a:pt x="11658" y="49266"/>
                  </a:lnTo>
                  <a:lnTo>
                    <a:pt x="11658" y="49036"/>
                  </a:lnTo>
                  <a:close/>
                  <a:moveTo>
                    <a:pt x="12585" y="49036"/>
                  </a:moveTo>
                  <a:lnTo>
                    <a:pt x="12585" y="49266"/>
                  </a:lnTo>
                  <a:lnTo>
                    <a:pt x="13520" y="49266"/>
                  </a:lnTo>
                  <a:lnTo>
                    <a:pt x="13520" y="49036"/>
                  </a:lnTo>
                  <a:close/>
                  <a:moveTo>
                    <a:pt x="14448" y="49036"/>
                  </a:moveTo>
                  <a:lnTo>
                    <a:pt x="14448" y="49266"/>
                  </a:lnTo>
                  <a:lnTo>
                    <a:pt x="15376" y="49266"/>
                  </a:lnTo>
                  <a:lnTo>
                    <a:pt x="15376" y="49036"/>
                  </a:lnTo>
                  <a:close/>
                  <a:moveTo>
                    <a:pt x="16283" y="49036"/>
                  </a:moveTo>
                  <a:lnTo>
                    <a:pt x="16283" y="49266"/>
                  </a:lnTo>
                  <a:lnTo>
                    <a:pt x="17211" y="49266"/>
                  </a:lnTo>
                  <a:lnTo>
                    <a:pt x="17211" y="49036"/>
                  </a:lnTo>
                  <a:close/>
                  <a:moveTo>
                    <a:pt x="18138" y="49036"/>
                  </a:moveTo>
                  <a:lnTo>
                    <a:pt x="18138" y="49266"/>
                  </a:lnTo>
                  <a:lnTo>
                    <a:pt x="19073" y="49266"/>
                  </a:lnTo>
                  <a:lnTo>
                    <a:pt x="19073" y="49036"/>
                  </a:lnTo>
                  <a:close/>
                  <a:moveTo>
                    <a:pt x="20001" y="49036"/>
                  </a:moveTo>
                  <a:lnTo>
                    <a:pt x="20001" y="49266"/>
                  </a:lnTo>
                  <a:lnTo>
                    <a:pt x="20929" y="49266"/>
                  </a:lnTo>
                  <a:lnTo>
                    <a:pt x="20929" y="49036"/>
                  </a:lnTo>
                  <a:close/>
                  <a:moveTo>
                    <a:pt x="21864" y="49036"/>
                  </a:moveTo>
                  <a:lnTo>
                    <a:pt x="21864" y="49266"/>
                  </a:lnTo>
                  <a:lnTo>
                    <a:pt x="22791" y="49266"/>
                  </a:lnTo>
                  <a:lnTo>
                    <a:pt x="22791" y="49036"/>
                  </a:lnTo>
                  <a:close/>
                  <a:moveTo>
                    <a:pt x="23719" y="49036"/>
                  </a:moveTo>
                  <a:lnTo>
                    <a:pt x="23719" y="49266"/>
                  </a:lnTo>
                  <a:lnTo>
                    <a:pt x="24654" y="49266"/>
                  </a:lnTo>
                  <a:lnTo>
                    <a:pt x="24654" y="49036"/>
                  </a:lnTo>
                  <a:close/>
                  <a:moveTo>
                    <a:pt x="25582" y="49036"/>
                  </a:moveTo>
                  <a:lnTo>
                    <a:pt x="25582" y="49266"/>
                  </a:lnTo>
                  <a:lnTo>
                    <a:pt x="26510" y="49266"/>
                  </a:lnTo>
                  <a:lnTo>
                    <a:pt x="26510" y="49036"/>
                  </a:lnTo>
                  <a:close/>
                  <a:moveTo>
                    <a:pt x="27445" y="49036"/>
                  </a:moveTo>
                  <a:lnTo>
                    <a:pt x="27445" y="49266"/>
                  </a:lnTo>
                  <a:lnTo>
                    <a:pt x="28372" y="49266"/>
                  </a:lnTo>
                  <a:lnTo>
                    <a:pt x="28372" y="49036"/>
                  </a:lnTo>
                  <a:close/>
                  <a:moveTo>
                    <a:pt x="29300" y="49036"/>
                  </a:moveTo>
                  <a:lnTo>
                    <a:pt x="29300" y="49266"/>
                  </a:lnTo>
                  <a:lnTo>
                    <a:pt x="30235" y="49266"/>
                  </a:lnTo>
                  <a:lnTo>
                    <a:pt x="30235" y="49036"/>
                  </a:lnTo>
                  <a:close/>
                  <a:moveTo>
                    <a:pt x="31163" y="49036"/>
                  </a:moveTo>
                  <a:lnTo>
                    <a:pt x="31163" y="49266"/>
                  </a:lnTo>
                  <a:lnTo>
                    <a:pt x="32063" y="49266"/>
                  </a:lnTo>
                  <a:lnTo>
                    <a:pt x="32063" y="49036"/>
                  </a:lnTo>
                  <a:close/>
                  <a:moveTo>
                    <a:pt x="32991" y="49036"/>
                  </a:moveTo>
                  <a:lnTo>
                    <a:pt x="32991" y="49266"/>
                  </a:lnTo>
                  <a:lnTo>
                    <a:pt x="33925" y="49266"/>
                  </a:lnTo>
                  <a:lnTo>
                    <a:pt x="33925" y="49036"/>
                  </a:lnTo>
                  <a:close/>
                  <a:moveTo>
                    <a:pt x="34853" y="49036"/>
                  </a:moveTo>
                  <a:lnTo>
                    <a:pt x="34853" y="49266"/>
                  </a:lnTo>
                  <a:lnTo>
                    <a:pt x="35781" y="49266"/>
                  </a:lnTo>
                  <a:lnTo>
                    <a:pt x="35781" y="49036"/>
                  </a:lnTo>
                  <a:close/>
                  <a:moveTo>
                    <a:pt x="36716" y="49036"/>
                  </a:moveTo>
                  <a:lnTo>
                    <a:pt x="36716" y="49266"/>
                  </a:lnTo>
                  <a:lnTo>
                    <a:pt x="37644" y="49266"/>
                  </a:lnTo>
                  <a:lnTo>
                    <a:pt x="37644" y="49036"/>
                  </a:lnTo>
                  <a:close/>
                  <a:moveTo>
                    <a:pt x="38571" y="49036"/>
                  </a:moveTo>
                  <a:lnTo>
                    <a:pt x="38571" y="49266"/>
                  </a:lnTo>
                  <a:lnTo>
                    <a:pt x="39506" y="49266"/>
                  </a:lnTo>
                  <a:lnTo>
                    <a:pt x="39506" y="49036"/>
                  </a:lnTo>
                  <a:close/>
                  <a:moveTo>
                    <a:pt x="40434" y="49036"/>
                  </a:moveTo>
                  <a:lnTo>
                    <a:pt x="40434" y="49266"/>
                  </a:lnTo>
                  <a:lnTo>
                    <a:pt x="41362" y="49266"/>
                  </a:lnTo>
                  <a:lnTo>
                    <a:pt x="41362" y="49036"/>
                  </a:lnTo>
                  <a:close/>
                  <a:moveTo>
                    <a:pt x="42297" y="49036"/>
                  </a:moveTo>
                  <a:lnTo>
                    <a:pt x="42297" y="49266"/>
                  </a:lnTo>
                  <a:lnTo>
                    <a:pt x="43225" y="49266"/>
                  </a:lnTo>
                  <a:lnTo>
                    <a:pt x="43225" y="49036"/>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3" name="Google Shape;1853;p23"/>
            <p:cNvSpPr/>
            <p:nvPr/>
          </p:nvSpPr>
          <p:spPr>
            <a:xfrm>
              <a:off x="1406350" y="1389950"/>
              <a:ext cx="5950" cy="11725"/>
            </a:xfrm>
            <a:custGeom>
              <a:avLst/>
              <a:gdLst/>
              <a:ahLst/>
              <a:cxnLst/>
              <a:rect l="l" t="t" r="r" b="b"/>
              <a:pathLst>
                <a:path w="238" h="469" extrusionOk="0">
                  <a:moveTo>
                    <a:pt x="0" y="1"/>
                  </a:moveTo>
                  <a:lnTo>
                    <a:pt x="0" y="468"/>
                  </a:lnTo>
                  <a:lnTo>
                    <a:pt x="238" y="468"/>
                  </a:lnTo>
                  <a:lnTo>
                    <a:pt x="23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4" name="Google Shape;1854;p23"/>
            <p:cNvSpPr/>
            <p:nvPr/>
          </p:nvSpPr>
          <p:spPr>
            <a:xfrm>
              <a:off x="2841525" y="3857075"/>
              <a:ext cx="5950" cy="24100"/>
            </a:xfrm>
            <a:custGeom>
              <a:avLst/>
              <a:gdLst/>
              <a:ahLst/>
              <a:cxnLst/>
              <a:rect l="l" t="t" r="r" b="b"/>
              <a:pathLst>
                <a:path w="238" h="964" extrusionOk="0">
                  <a:moveTo>
                    <a:pt x="0" y="0"/>
                  </a:moveTo>
                  <a:lnTo>
                    <a:pt x="0" y="963"/>
                  </a:lnTo>
                  <a:lnTo>
                    <a:pt x="237" y="963"/>
                  </a:lnTo>
                  <a:lnTo>
                    <a:pt x="237"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5" name="Google Shape;1855;p23"/>
            <p:cNvSpPr/>
            <p:nvPr/>
          </p:nvSpPr>
          <p:spPr>
            <a:xfrm>
              <a:off x="2841525" y="3810500"/>
              <a:ext cx="5950" cy="23400"/>
            </a:xfrm>
            <a:custGeom>
              <a:avLst/>
              <a:gdLst/>
              <a:ahLst/>
              <a:cxnLst/>
              <a:rect l="l" t="t" r="r" b="b"/>
              <a:pathLst>
                <a:path w="238" h="936" extrusionOk="0">
                  <a:moveTo>
                    <a:pt x="0" y="1"/>
                  </a:moveTo>
                  <a:lnTo>
                    <a:pt x="0" y="936"/>
                  </a:lnTo>
                  <a:lnTo>
                    <a:pt x="237" y="936"/>
                  </a:lnTo>
                  <a:lnTo>
                    <a:pt x="237"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6" name="Google Shape;1856;p23"/>
            <p:cNvSpPr/>
            <p:nvPr/>
          </p:nvSpPr>
          <p:spPr>
            <a:xfrm>
              <a:off x="2836450" y="2740900"/>
              <a:ext cx="10325" cy="24075"/>
            </a:xfrm>
            <a:custGeom>
              <a:avLst/>
              <a:gdLst/>
              <a:ahLst/>
              <a:cxnLst/>
              <a:rect l="l" t="t" r="r" b="b"/>
              <a:pathLst>
                <a:path w="413" h="963" extrusionOk="0">
                  <a:moveTo>
                    <a:pt x="238" y="0"/>
                  </a:moveTo>
                  <a:lnTo>
                    <a:pt x="1" y="56"/>
                  </a:lnTo>
                  <a:cubicBezTo>
                    <a:pt x="91" y="349"/>
                    <a:pt x="147" y="642"/>
                    <a:pt x="175" y="963"/>
                  </a:cubicBezTo>
                  <a:lnTo>
                    <a:pt x="412" y="928"/>
                  </a:lnTo>
                  <a:cubicBezTo>
                    <a:pt x="350" y="614"/>
                    <a:pt x="322" y="293"/>
                    <a:pt x="238"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7" name="Google Shape;1857;p23"/>
            <p:cNvSpPr/>
            <p:nvPr/>
          </p:nvSpPr>
          <p:spPr>
            <a:xfrm>
              <a:off x="2841525" y="3717550"/>
              <a:ext cx="5950" cy="23225"/>
            </a:xfrm>
            <a:custGeom>
              <a:avLst/>
              <a:gdLst/>
              <a:ahLst/>
              <a:cxnLst/>
              <a:rect l="l" t="t" r="r" b="b"/>
              <a:pathLst>
                <a:path w="238" h="929" extrusionOk="0">
                  <a:moveTo>
                    <a:pt x="0" y="1"/>
                  </a:moveTo>
                  <a:lnTo>
                    <a:pt x="0" y="928"/>
                  </a:lnTo>
                  <a:lnTo>
                    <a:pt x="237" y="928"/>
                  </a:lnTo>
                  <a:lnTo>
                    <a:pt x="237"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8" name="Google Shape;1858;p23"/>
            <p:cNvSpPr/>
            <p:nvPr/>
          </p:nvSpPr>
          <p:spPr>
            <a:xfrm>
              <a:off x="2841525" y="3624600"/>
              <a:ext cx="5950" cy="23225"/>
            </a:xfrm>
            <a:custGeom>
              <a:avLst/>
              <a:gdLst/>
              <a:ahLst/>
              <a:cxnLst/>
              <a:rect l="l" t="t" r="r" b="b"/>
              <a:pathLst>
                <a:path w="238" h="929" extrusionOk="0">
                  <a:moveTo>
                    <a:pt x="0" y="0"/>
                  </a:moveTo>
                  <a:lnTo>
                    <a:pt x="0" y="928"/>
                  </a:lnTo>
                  <a:lnTo>
                    <a:pt x="237" y="928"/>
                  </a:lnTo>
                  <a:lnTo>
                    <a:pt x="237"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9" name="Google Shape;1859;p23"/>
            <p:cNvSpPr/>
            <p:nvPr/>
          </p:nvSpPr>
          <p:spPr>
            <a:xfrm>
              <a:off x="2841525" y="3578025"/>
              <a:ext cx="5950" cy="23225"/>
            </a:xfrm>
            <a:custGeom>
              <a:avLst/>
              <a:gdLst/>
              <a:ahLst/>
              <a:cxnLst/>
              <a:rect l="l" t="t" r="r" b="b"/>
              <a:pathLst>
                <a:path w="238" h="929" extrusionOk="0">
                  <a:moveTo>
                    <a:pt x="0" y="1"/>
                  </a:moveTo>
                  <a:lnTo>
                    <a:pt x="0" y="928"/>
                  </a:lnTo>
                  <a:lnTo>
                    <a:pt x="237" y="928"/>
                  </a:lnTo>
                  <a:lnTo>
                    <a:pt x="237"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0" name="Google Shape;1860;p23"/>
            <p:cNvSpPr/>
            <p:nvPr/>
          </p:nvSpPr>
          <p:spPr>
            <a:xfrm>
              <a:off x="2841525" y="3764125"/>
              <a:ext cx="5950" cy="23200"/>
            </a:xfrm>
            <a:custGeom>
              <a:avLst/>
              <a:gdLst/>
              <a:ahLst/>
              <a:cxnLst/>
              <a:rect l="l" t="t" r="r" b="b"/>
              <a:pathLst>
                <a:path w="238" h="928" extrusionOk="0">
                  <a:moveTo>
                    <a:pt x="0" y="0"/>
                  </a:moveTo>
                  <a:lnTo>
                    <a:pt x="0" y="928"/>
                  </a:lnTo>
                  <a:lnTo>
                    <a:pt x="237" y="928"/>
                  </a:lnTo>
                  <a:lnTo>
                    <a:pt x="237"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1" name="Google Shape;1861;p23"/>
            <p:cNvSpPr/>
            <p:nvPr/>
          </p:nvSpPr>
          <p:spPr>
            <a:xfrm>
              <a:off x="2817625" y="2697975"/>
              <a:ext cx="16775" cy="23400"/>
            </a:xfrm>
            <a:custGeom>
              <a:avLst/>
              <a:gdLst/>
              <a:ahLst/>
              <a:cxnLst/>
              <a:rect l="l" t="t" r="r" b="b"/>
              <a:pathLst>
                <a:path w="671" h="936" extrusionOk="0">
                  <a:moveTo>
                    <a:pt x="203" y="1"/>
                  </a:moveTo>
                  <a:lnTo>
                    <a:pt x="0" y="147"/>
                  </a:lnTo>
                  <a:cubicBezTo>
                    <a:pt x="175" y="378"/>
                    <a:pt x="349" y="643"/>
                    <a:pt x="468" y="936"/>
                  </a:cubicBezTo>
                  <a:lnTo>
                    <a:pt x="670" y="845"/>
                  </a:lnTo>
                  <a:cubicBezTo>
                    <a:pt x="551" y="552"/>
                    <a:pt x="377" y="266"/>
                    <a:pt x="203"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2" name="Google Shape;1862;p23"/>
            <p:cNvSpPr/>
            <p:nvPr/>
          </p:nvSpPr>
          <p:spPr>
            <a:xfrm>
              <a:off x="2841525" y="3670975"/>
              <a:ext cx="5950" cy="23400"/>
            </a:xfrm>
            <a:custGeom>
              <a:avLst/>
              <a:gdLst/>
              <a:ahLst/>
              <a:cxnLst/>
              <a:rect l="l" t="t" r="r" b="b"/>
              <a:pathLst>
                <a:path w="238" h="936" extrusionOk="0">
                  <a:moveTo>
                    <a:pt x="0" y="1"/>
                  </a:moveTo>
                  <a:lnTo>
                    <a:pt x="0" y="936"/>
                  </a:lnTo>
                  <a:lnTo>
                    <a:pt x="237" y="936"/>
                  </a:lnTo>
                  <a:lnTo>
                    <a:pt x="237"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3" name="Google Shape;1863;p23"/>
            <p:cNvSpPr/>
            <p:nvPr/>
          </p:nvSpPr>
          <p:spPr>
            <a:xfrm>
              <a:off x="2510150" y="2649325"/>
              <a:ext cx="23400" cy="5775"/>
            </a:xfrm>
            <a:custGeom>
              <a:avLst/>
              <a:gdLst/>
              <a:ahLst/>
              <a:cxnLst/>
              <a:rect l="l" t="t" r="r" b="b"/>
              <a:pathLst>
                <a:path w="936" h="231" extrusionOk="0">
                  <a:moveTo>
                    <a:pt x="0" y="1"/>
                  </a:moveTo>
                  <a:lnTo>
                    <a:pt x="0" y="231"/>
                  </a:lnTo>
                  <a:lnTo>
                    <a:pt x="935" y="231"/>
                  </a:lnTo>
                  <a:lnTo>
                    <a:pt x="93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4" name="Google Shape;1864;p23"/>
            <p:cNvSpPr/>
            <p:nvPr/>
          </p:nvSpPr>
          <p:spPr>
            <a:xfrm>
              <a:off x="2556725" y="2649325"/>
              <a:ext cx="22500" cy="5775"/>
            </a:xfrm>
            <a:custGeom>
              <a:avLst/>
              <a:gdLst/>
              <a:ahLst/>
              <a:cxnLst/>
              <a:rect l="l" t="t" r="r" b="b"/>
              <a:pathLst>
                <a:path w="900" h="231" extrusionOk="0">
                  <a:moveTo>
                    <a:pt x="0" y="1"/>
                  </a:moveTo>
                  <a:lnTo>
                    <a:pt x="0" y="231"/>
                  </a:lnTo>
                  <a:lnTo>
                    <a:pt x="900" y="231"/>
                  </a:lnTo>
                  <a:lnTo>
                    <a:pt x="900"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5" name="Google Shape;1865;p23"/>
            <p:cNvSpPr/>
            <p:nvPr/>
          </p:nvSpPr>
          <p:spPr>
            <a:xfrm>
              <a:off x="2648975" y="2649325"/>
              <a:ext cx="23400" cy="5775"/>
            </a:xfrm>
            <a:custGeom>
              <a:avLst/>
              <a:gdLst/>
              <a:ahLst/>
              <a:cxnLst/>
              <a:rect l="l" t="t" r="r" b="b"/>
              <a:pathLst>
                <a:path w="936" h="231" extrusionOk="0">
                  <a:moveTo>
                    <a:pt x="0" y="1"/>
                  </a:moveTo>
                  <a:lnTo>
                    <a:pt x="0" y="231"/>
                  </a:lnTo>
                  <a:lnTo>
                    <a:pt x="935" y="231"/>
                  </a:lnTo>
                  <a:lnTo>
                    <a:pt x="93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6" name="Google Shape;1866;p23"/>
            <p:cNvSpPr/>
            <p:nvPr/>
          </p:nvSpPr>
          <p:spPr>
            <a:xfrm>
              <a:off x="2602575" y="2649325"/>
              <a:ext cx="23225" cy="5775"/>
            </a:xfrm>
            <a:custGeom>
              <a:avLst/>
              <a:gdLst/>
              <a:ahLst/>
              <a:cxnLst/>
              <a:rect l="l" t="t" r="r" b="b"/>
              <a:pathLst>
                <a:path w="929" h="231" extrusionOk="0">
                  <a:moveTo>
                    <a:pt x="1" y="1"/>
                  </a:moveTo>
                  <a:lnTo>
                    <a:pt x="1" y="231"/>
                  </a:lnTo>
                  <a:lnTo>
                    <a:pt x="929" y="231"/>
                  </a:lnTo>
                  <a:lnTo>
                    <a:pt x="929"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7" name="Google Shape;1867;p23"/>
            <p:cNvSpPr/>
            <p:nvPr/>
          </p:nvSpPr>
          <p:spPr>
            <a:xfrm>
              <a:off x="2695550" y="2648625"/>
              <a:ext cx="23200" cy="6475"/>
            </a:xfrm>
            <a:custGeom>
              <a:avLst/>
              <a:gdLst/>
              <a:ahLst/>
              <a:cxnLst/>
              <a:rect l="l" t="t" r="r" b="b"/>
              <a:pathLst>
                <a:path w="928" h="259" extrusionOk="0">
                  <a:moveTo>
                    <a:pt x="753" y="1"/>
                  </a:moveTo>
                  <a:cubicBezTo>
                    <a:pt x="670" y="1"/>
                    <a:pt x="607" y="29"/>
                    <a:pt x="607" y="29"/>
                  </a:cubicBezTo>
                  <a:lnTo>
                    <a:pt x="0" y="29"/>
                  </a:lnTo>
                  <a:lnTo>
                    <a:pt x="0" y="259"/>
                  </a:lnTo>
                  <a:lnTo>
                    <a:pt x="607" y="259"/>
                  </a:lnTo>
                  <a:cubicBezTo>
                    <a:pt x="607" y="259"/>
                    <a:pt x="670" y="231"/>
                    <a:pt x="753" y="231"/>
                  </a:cubicBezTo>
                  <a:cubicBezTo>
                    <a:pt x="816" y="231"/>
                    <a:pt x="872" y="231"/>
                    <a:pt x="928" y="259"/>
                  </a:cubicBezTo>
                  <a:lnTo>
                    <a:pt x="928" y="29"/>
                  </a:lnTo>
                  <a:cubicBezTo>
                    <a:pt x="872" y="1"/>
                    <a:pt x="816" y="1"/>
                    <a:pt x="753"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8" name="Google Shape;1868;p23"/>
            <p:cNvSpPr/>
            <p:nvPr/>
          </p:nvSpPr>
          <p:spPr>
            <a:xfrm>
              <a:off x="2741225" y="2651600"/>
              <a:ext cx="24100" cy="11525"/>
            </a:xfrm>
            <a:custGeom>
              <a:avLst/>
              <a:gdLst/>
              <a:ahLst/>
              <a:cxnLst/>
              <a:rect l="l" t="t" r="r" b="b"/>
              <a:pathLst>
                <a:path w="964" h="461" extrusionOk="0">
                  <a:moveTo>
                    <a:pt x="64" y="0"/>
                  </a:moveTo>
                  <a:lnTo>
                    <a:pt x="1" y="231"/>
                  </a:lnTo>
                  <a:cubicBezTo>
                    <a:pt x="322" y="286"/>
                    <a:pt x="615" y="349"/>
                    <a:pt x="908" y="461"/>
                  </a:cubicBezTo>
                  <a:lnTo>
                    <a:pt x="964" y="231"/>
                  </a:lnTo>
                  <a:cubicBezTo>
                    <a:pt x="671" y="140"/>
                    <a:pt x="384" y="56"/>
                    <a:pt x="64"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9" name="Google Shape;1869;p23"/>
            <p:cNvSpPr/>
            <p:nvPr/>
          </p:nvSpPr>
          <p:spPr>
            <a:xfrm>
              <a:off x="2784125" y="2667475"/>
              <a:ext cx="22525" cy="17450"/>
            </a:xfrm>
            <a:custGeom>
              <a:avLst/>
              <a:gdLst/>
              <a:ahLst/>
              <a:cxnLst/>
              <a:rect l="l" t="t" r="r" b="b"/>
              <a:pathLst>
                <a:path w="901" h="698" extrusionOk="0">
                  <a:moveTo>
                    <a:pt x="120" y="0"/>
                  </a:moveTo>
                  <a:lnTo>
                    <a:pt x="1" y="202"/>
                  </a:lnTo>
                  <a:cubicBezTo>
                    <a:pt x="266" y="349"/>
                    <a:pt x="524" y="523"/>
                    <a:pt x="726" y="698"/>
                  </a:cubicBezTo>
                  <a:lnTo>
                    <a:pt x="901" y="523"/>
                  </a:lnTo>
                  <a:cubicBezTo>
                    <a:pt x="671" y="321"/>
                    <a:pt x="413" y="147"/>
                    <a:pt x="120"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0" name="Google Shape;1870;p23"/>
            <p:cNvSpPr/>
            <p:nvPr/>
          </p:nvSpPr>
          <p:spPr>
            <a:xfrm>
              <a:off x="2841525" y="2927675"/>
              <a:ext cx="5950" cy="23225"/>
            </a:xfrm>
            <a:custGeom>
              <a:avLst/>
              <a:gdLst/>
              <a:ahLst/>
              <a:cxnLst/>
              <a:rect l="l" t="t" r="r" b="b"/>
              <a:pathLst>
                <a:path w="238" h="929" extrusionOk="0">
                  <a:moveTo>
                    <a:pt x="0" y="1"/>
                  </a:moveTo>
                  <a:lnTo>
                    <a:pt x="0" y="928"/>
                  </a:lnTo>
                  <a:lnTo>
                    <a:pt x="237" y="928"/>
                  </a:lnTo>
                  <a:lnTo>
                    <a:pt x="237"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1" name="Google Shape;1871;p23"/>
            <p:cNvSpPr/>
            <p:nvPr/>
          </p:nvSpPr>
          <p:spPr>
            <a:xfrm>
              <a:off x="2841525" y="2974250"/>
              <a:ext cx="5950" cy="23225"/>
            </a:xfrm>
            <a:custGeom>
              <a:avLst/>
              <a:gdLst/>
              <a:ahLst/>
              <a:cxnLst/>
              <a:rect l="l" t="t" r="r" b="b"/>
              <a:pathLst>
                <a:path w="238" h="929" extrusionOk="0">
                  <a:moveTo>
                    <a:pt x="0" y="0"/>
                  </a:moveTo>
                  <a:lnTo>
                    <a:pt x="0" y="928"/>
                  </a:lnTo>
                  <a:lnTo>
                    <a:pt x="237" y="928"/>
                  </a:lnTo>
                  <a:lnTo>
                    <a:pt x="237"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2" name="Google Shape;1872;p23"/>
            <p:cNvSpPr/>
            <p:nvPr/>
          </p:nvSpPr>
          <p:spPr>
            <a:xfrm>
              <a:off x="2841525" y="3020625"/>
              <a:ext cx="5950" cy="23400"/>
            </a:xfrm>
            <a:custGeom>
              <a:avLst/>
              <a:gdLst/>
              <a:ahLst/>
              <a:cxnLst/>
              <a:rect l="l" t="t" r="r" b="b"/>
              <a:pathLst>
                <a:path w="238" h="936" extrusionOk="0">
                  <a:moveTo>
                    <a:pt x="0" y="1"/>
                  </a:moveTo>
                  <a:lnTo>
                    <a:pt x="0" y="936"/>
                  </a:lnTo>
                  <a:lnTo>
                    <a:pt x="237" y="936"/>
                  </a:lnTo>
                  <a:lnTo>
                    <a:pt x="237"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3" name="Google Shape;1873;p23"/>
            <p:cNvSpPr/>
            <p:nvPr/>
          </p:nvSpPr>
          <p:spPr>
            <a:xfrm>
              <a:off x="2841525" y="3113775"/>
              <a:ext cx="5950" cy="23200"/>
            </a:xfrm>
            <a:custGeom>
              <a:avLst/>
              <a:gdLst/>
              <a:ahLst/>
              <a:cxnLst/>
              <a:rect l="l" t="t" r="r" b="b"/>
              <a:pathLst>
                <a:path w="238" h="928" extrusionOk="0">
                  <a:moveTo>
                    <a:pt x="0" y="0"/>
                  </a:moveTo>
                  <a:lnTo>
                    <a:pt x="0" y="928"/>
                  </a:lnTo>
                  <a:lnTo>
                    <a:pt x="237" y="928"/>
                  </a:lnTo>
                  <a:lnTo>
                    <a:pt x="237"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4" name="Google Shape;1874;p23"/>
            <p:cNvSpPr/>
            <p:nvPr/>
          </p:nvSpPr>
          <p:spPr>
            <a:xfrm>
              <a:off x="2841525" y="3067200"/>
              <a:ext cx="5950" cy="23225"/>
            </a:xfrm>
            <a:custGeom>
              <a:avLst/>
              <a:gdLst/>
              <a:ahLst/>
              <a:cxnLst/>
              <a:rect l="l" t="t" r="r" b="b"/>
              <a:pathLst>
                <a:path w="238" h="929" extrusionOk="0">
                  <a:moveTo>
                    <a:pt x="0" y="0"/>
                  </a:moveTo>
                  <a:lnTo>
                    <a:pt x="0" y="928"/>
                  </a:lnTo>
                  <a:lnTo>
                    <a:pt x="237" y="928"/>
                  </a:lnTo>
                  <a:lnTo>
                    <a:pt x="237"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5" name="Google Shape;1875;p23"/>
            <p:cNvSpPr/>
            <p:nvPr/>
          </p:nvSpPr>
          <p:spPr>
            <a:xfrm>
              <a:off x="2841525" y="2788150"/>
              <a:ext cx="5950" cy="23225"/>
            </a:xfrm>
            <a:custGeom>
              <a:avLst/>
              <a:gdLst/>
              <a:ahLst/>
              <a:cxnLst/>
              <a:rect l="l" t="t" r="r" b="b"/>
              <a:pathLst>
                <a:path w="238" h="929" extrusionOk="0">
                  <a:moveTo>
                    <a:pt x="0" y="1"/>
                  </a:moveTo>
                  <a:lnTo>
                    <a:pt x="0" y="928"/>
                  </a:lnTo>
                  <a:lnTo>
                    <a:pt x="237" y="928"/>
                  </a:lnTo>
                  <a:lnTo>
                    <a:pt x="237"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6" name="Google Shape;1876;p23"/>
            <p:cNvSpPr/>
            <p:nvPr/>
          </p:nvSpPr>
          <p:spPr>
            <a:xfrm>
              <a:off x="2841525" y="2834725"/>
              <a:ext cx="5950" cy="23225"/>
            </a:xfrm>
            <a:custGeom>
              <a:avLst/>
              <a:gdLst/>
              <a:ahLst/>
              <a:cxnLst/>
              <a:rect l="l" t="t" r="r" b="b"/>
              <a:pathLst>
                <a:path w="238" h="929" extrusionOk="0">
                  <a:moveTo>
                    <a:pt x="0" y="0"/>
                  </a:moveTo>
                  <a:lnTo>
                    <a:pt x="0" y="928"/>
                  </a:lnTo>
                  <a:lnTo>
                    <a:pt x="237" y="928"/>
                  </a:lnTo>
                  <a:lnTo>
                    <a:pt x="237"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7" name="Google Shape;1877;p23"/>
            <p:cNvSpPr/>
            <p:nvPr/>
          </p:nvSpPr>
          <p:spPr>
            <a:xfrm>
              <a:off x="2841525" y="3531450"/>
              <a:ext cx="5950" cy="23400"/>
            </a:xfrm>
            <a:custGeom>
              <a:avLst/>
              <a:gdLst/>
              <a:ahLst/>
              <a:cxnLst/>
              <a:rect l="l" t="t" r="r" b="b"/>
              <a:pathLst>
                <a:path w="238" h="936" extrusionOk="0">
                  <a:moveTo>
                    <a:pt x="0" y="1"/>
                  </a:moveTo>
                  <a:lnTo>
                    <a:pt x="0" y="936"/>
                  </a:lnTo>
                  <a:lnTo>
                    <a:pt x="237" y="936"/>
                  </a:lnTo>
                  <a:lnTo>
                    <a:pt x="237"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8" name="Google Shape;1878;p23"/>
            <p:cNvSpPr/>
            <p:nvPr/>
          </p:nvSpPr>
          <p:spPr>
            <a:xfrm>
              <a:off x="2841525" y="2881100"/>
              <a:ext cx="5950" cy="23400"/>
            </a:xfrm>
            <a:custGeom>
              <a:avLst/>
              <a:gdLst/>
              <a:ahLst/>
              <a:cxnLst/>
              <a:rect l="l" t="t" r="r" b="b"/>
              <a:pathLst>
                <a:path w="238" h="936" extrusionOk="0">
                  <a:moveTo>
                    <a:pt x="0" y="1"/>
                  </a:moveTo>
                  <a:lnTo>
                    <a:pt x="0" y="936"/>
                  </a:lnTo>
                  <a:lnTo>
                    <a:pt x="237" y="936"/>
                  </a:lnTo>
                  <a:lnTo>
                    <a:pt x="237"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9" name="Google Shape;1879;p23"/>
            <p:cNvSpPr/>
            <p:nvPr/>
          </p:nvSpPr>
          <p:spPr>
            <a:xfrm>
              <a:off x="2841525" y="3346250"/>
              <a:ext cx="5950" cy="23225"/>
            </a:xfrm>
            <a:custGeom>
              <a:avLst/>
              <a:gdLst/>
              <a:ahLst/>
              <a:cxnLst/>
              <a:rect l="l" t="t" r="r" b="b"/>
              <a:pathLst>
                <a:path w="238" h="929" extrusionOk="0">
                  <a:moveTo>
                    <a:pt x="0" y="0"/>
                  </a:moveTo>
                  <a:lnTo>
                    <a:pt x="0" y="928"/>
                  </a:lnTo>
                  <a:lnTo>
                    <a:pt x="237" y="928"/>
                  </a:lnTo>
                  <a:lnTo>
                    <a:pt x="237"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0" name="Google Shape;1880;p23"/>
            <p:cNvSpPr/>
            <p:nvPr/>
          </p:nvSpPr>
          <p:spPr>
            <a:xfrm>
              <a:off x="2841525" y="3392800"/>
              <a:ext cx="5950" cy="23225"/>
            </a:xfrm>
            <a:custGeom>
              <a:avLst/>
              <a:gdLst/>
              <a:ahLst/>
              <a:cxnLst/>
              <a:rect l="l" t="t" r="r" b="b"/>
              <a:pathLst>
                <a:path w="238" h="929" extrusionOk="0">
                  <a:moveTo>
                    <a:pt x="0" y="1"/>
                  </a:moveTo>
                  <a:lnTo>
                    <a:pt x="0" y="929"/>
                  </a:lnTo>
                  <a:lnTo>
                    <a:pt x="237" y="929"/>
                  </a:lnTo>
                  <a:lnTo>
                    <a:pt x="237"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1" name="Google Shape;1881;p23"/>
            <p:cNvSpPr/>
            <p:nvPr/>
          </p:nvSpPr>
          <p:spPr>
            <a:xfrm>
              <a:off x="2841525" y="3439200"/>
              <a:ext cx="5950" cy="23400"/>
            </a:xfrm>
            <a:custGeom>
              <a:avLst/>
              <a:gdLst/>
              <a:ahLst/>
              <a:cxnLst/>
              <a:rect l="l" t="t" r="r" b="b"/>
              <a:pathLst>
                <a:path w="238" h="936" extrusionOk="0">
                  <a:moveTo>
                    <a:pt x="0" y="1"/>
                  </a:moveTo>
                  <a:lnTo>
                    <a:pt x="0" y="935"/>
                  </a:lnTo>
                  <a:lnTo>
                    <a:pt x="237" y="935"/>
                  </a:lnTo>
                  <a:lnTo>
                    <a:pt x="237"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2" name="Google Shape;1882;p23"/>
            <p:cNvSpPr/>
            <p:nvPr/>
          </p:nvSpPr>
          <p:spPr>
            <a:xfrm>
              <a:off x="2841525" y="3160150"/>
              <a:ext cx="5950" cy="23400"/>
            </a:xfrm>
            <a:custGeom>
              <a:avLst/>
              <a:gdLst/>
              <a:ahLst/>
              <a:cxnLst/>
              <a:rect l="l" t="t" r="r" b="b"/>
              <a:pathLst>
                <a:path w="238" h="936" extrusionOk="0">
                  <a:moveTo>
                    <a:pt x="0" y="1"/>
                  </a:moveTo>
                  <a:lnTo>
                    <a:pt x="0" y="936"/>
                  </a:lnTo>
                  <a:lnTo>
                    <a:pt x="237" y="936"/>
                  </a:lnTo>
                  <a:lnTo>
                    <a:pt x="237"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3" name="Google Shape;1883;p23"/>
            <p:cNvSpPr/>
            <p:nvPr/>
          </p:nvSpPr>
          <p:spPr>
            <a:xfrm>
              <a:off x="2841525" y="3485075"/>
              <a:ext cx="5950" cy="23225"/>
            </a:xfrm>
            <a:custGeom>
              <a:avLst/>
              <a:gdLst/>
              <a:ahLst/>
              <a:cxnLst/>
              <a:rect l="l" t="t" r="r" b="b"/>
              <a:pathLst>
                <a:path w="238" h="929" extrusionOk="0">
                  <a:moveTo>
                    <a:pt x="0" y="0"/>
                  </a:moveTo>
                  <a:lnTo>
                    <a:pt x="0" y="928"/>
                  </a:lnTo>
                  <a:lnTo>
                    <a:pt x="237" y="928"/>
                  </a:lnTo>
                  <a:lnTo>
                    <a:pt x="237"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4" name="Google Shape;1884;p23"/>
            <p:cNvSpPr/>
            <p:nvPr/>
          </p:nvSpPr>
          <p:spPr>
            <a:xfrm>
              <a:off x="2841525" y="3206725"/>
              <a:ext cx="5950" cy="23225"/>
            </a:xfrm>
            <a:custGeom>
              <a:avLst/>
              <a:gdLst/>
              <a:ahLst/>
              <a:cxnLst/>
              <a:rect l="l" t="t" r="r" b="b"/>
              <a:pathLst>
                <a:path w="238" h="929" extrusionOk="0">
                  <a:moveTo>
                    <a:pt x="0" y="0"/>
                  </a:moveTo>
                  <a:lnTo>
                    <a:pt x="0" y="928"/>
                  </a:lnTo>
                  <a:lnTo>
                    <a:pt x="237" y="928"/>
                  </a:lnTo>
                  <a:lnTo>
                    <a:pt x="237"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5" name="Google Shape;1885;p23"/>
            <p:cNvSpPr/>
            <p:nvPr/>
          </p:nvSpPr>
          <p:spPr>
            <a:xfrm>
              <a:off x="2841525" y="3253300"/>
              <a:ext cx="5950" cy="23200"/>
            </a:xfrm>
            <a:custGeom>
              <a:avLst/>
              <a:gdLst/>
              <a:ahLst/>
              <a:cxnLst/>
              <a:rect l="l" t="t" r="r" b="b"/>
              <a:pathLst>
                <a:path w="238" h="928" extrusionOk="0">
                  <a:moveTo>
                    <a:pt x="0" y="0"/>
                  </a:moveTo>
                  <a:lnTo>
                    <a:pt x="0" y="928"/>
                  </a:lnTo>
                  <a:lnTo>
                    <a:pt x="237" y="928"/>
                  </a:lnTo>
                  <a:lnTo>
                    <a:pt x="237"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6" name="Google Shape;1886;p23"/>
            <p:cNvSpPr/>
            <p:nvPr/>
          </p:nvSpPr>
          <p:spPr>
            <a:xfrm>
              <a:off x="2841525" y="3299675"/>
              <a:ext cx="5950" cy="23400"/>
            </a:xfrm>
            <a:custGeom>
              <a:avLst/>
              <a:gdLst/>
              <a:ahLst/>
              <a:cxnLst/>
              <a:rect l="l" t="t" r="r" b="b"/>
              <a:pathLst>
                <a:path w="238" h="936" extrusionOk="0">
                  <a:moveTo>
                    <a:pt x="0" y="1"/>
                  </a:moveTo>
                  <a:lnTo>
                    <a:pt x="0" y="935"/>
                  </a:lnTo>
                  <a:lnTo>
                    <a:pt x="237" y="935"/>
                  </a:lnTo>
                  <a:lnTo>
                    <a:pt x="237"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7" name="Google Shape;1887;p23"/>
            <p:cNvSpPr/>
            <p:nvPr/>
          </p:nvSpPr>
          <p:spPr>
            <a:xfrm>
              <a:off x="2841525" y="3902075"/>
              <a:ext cx="5950" cy="11700"/>
            </a:xfrm>
            <a:custGeom>
              <a:avLst/>
              <a:gdLst/>
              <a:ahLst/>
              <a:cxnLst/>
              <a:rect l="l" t="t" r="r" b="b"/>
              <a:pathLst>
                <a:path w="238" h="468" extrusionOk="0">
                  <a:moveTo>
                    <a:pt x="0" y="0"/>
                  </a:moveTo>
                  <a:lnTo>
                    <a:pt x="0" y="468"/>
                  </a:lnTo>
                  <a:lnTo>
                    <a:pt x="237" y="468"/>
                  </a:lnTo>
                  <a:lnTo>
                    <a:pt x="237"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888" name="Google Shape;1888;p23"/>
          <p:cNvGrpSpPr/>
          <p:nvPr/>
        </p:nvGrpSpPr>
        <p:grpSpPr>
          <a:xfrm flipH="1">
            <a:off x="521386" y="3951370"/>
            <a:ext cx="374657" cy="463150"/>
            <a:chOff x="8243489" y="4050570"/>
            <a:chExt cx="374657" cy="463150"/>
          </a:xfrm>
        </p:grpSpPr>
        <p:sp>
          <p:nvSpPr>
            <p:cNvPr id="1889" name="Google Shape;1889;p23"/>
            <p:cNvSpPr/>
            <p:nvPr/>
          </p:nvSpPr>
          <p:spPr>
            <a:xfrm>
              <a:off x="8243489" y="4051225"/>
              <a:ext cx="374657" cy="461828"/>
            </a:xfrm>
            <a:custGeom>
              <a:avLst/>
              <a:gdLst/>
              <a:ahLst/>
              <a:cxnLst/>
              <a:rect l="l" t="t" r="r" b="b"/>
              <a:pathLst>
                <a:path w="107815" h="132900" extrusionOk="0">
                  <a:moveTo>
                    <a:pt x="53908" y="30499"/>
                  </a:moveTo>
                  <a:cubicBezTo>
                    <a:pt x="65243" y="30499"/>
                    <a:pt x="74444" y="39725"/>
                    <a:pt x="74444" y="51162"/>
                  </a:cubicBezTo>
                  <a:cubicBezTo>
                    <a:pt x="74444" y="62472"/>
                    <a:pt x="65243" y="71698"/>
                    <a:pt x="53908" y="71698"/>
                  </a:cubicBezTo>
                  <a:cubicBezTo>
                    <a:pt x="42572" y="71698"/>
                    <a:pt x="33372" y="62472"/>
                    <a:pt x="33372" y="51162"/>
                  </a:cubicBezTo>
                  <a:cubicBezTo>
                    <a:pt x="33372" y="39725"/>
                    <a:pt x="42572" y="30499"/>
                    <a:pt x="53908" y="30499"/>
                  </a:cubicBezTo>
                  <a:close/>
                  <a:moveTo>
                    <a:pt x="53908" y="0"/>
                  </a:moveTo>
                  <a:cubicBezTo>
                    <a:pt x="24146" y="0"/>
                    <a:pt x="1" y="24145"/>
                    <a:pt x="1" y="53907"/>
                  </a:cubicBezTo>
                  <a:cubicBezTo>
                    <a:pt x="1" y="72867"/>
                    <a:pt x="9125" y="89489"/>
                    <a:pt x="19800" y="102629"/>
                  </a:cubicBezTo>
                  <a:cubicBezTo>
                    <a:pt x="35176" y="121462"/>
                    <a:pt x="53908" y="132899"/>
                    <a:pt x="53908" y="132899"/>
                  </a:cubicBezTo>
                  <a:cubicBezTo>
                    <a:pt x="53908" y="132899"/>
                    <a:pt x="107815" y="101460"/>
                    <a:pt x="107815" y="53907"/>
                  </a:cubicBezTo>
                  <a:cubicBezTo>
                    <a:pt x="107815" y="49993"/>
                    <a:pt x="107383" y="46282"/>
                    <a:pt x="106646" y="42571"/>
                  </a:cubicBezTo>
                  <a:cubicBezTo>
                    <a:pt x="101461" y="18223"/>
                    <a:pt x="79857" y="0"/>
                    <a:pt x="5390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0" name="Google Shape;1890;p23"/>
            <p:cNvSpPr/>
            <p:nvPr/>
          </p:nvSpPr>
          <p:spPr>
            <a:xfrm>
              <a:off x="8244307" y="4050570"/>
              <a:ext cx="257600" cy="463150"/>
            </a:xfrm>
            <a:custGeom>
              <a:avLst/>
              <a:gdLst/>
              <a:ahLst/>
              <a:cxnLst/>
              <a:rect l="l" t="t" r="r" b="b"/>
              <a:pathLst>
                <a:path w="10304" h="18526" extrusionOk="0">
                  <a:moveTo>
                    <a:pt x="10304" y="569"/>
                  </a:moveTo>
                  <a:cubicBezTo>
                    <a:pt x="10352" y="391"/>
                    <a:pt x="7780" y="-157"/>
                    <a:pt x="6521" y="43"/>
                  </a:cubicBezTo>
                  <a:cubicBezTo>
                    <a:pt x="5262" y="243"/>
                    <a:pt x="3802" y="856"/>
                    <a:pt x="2749" y="1767"/>
                  </a:cubicBezTo>
                  <a:cubicBezTo>
                    <a:pt x="1697" y="2678"/>
                    <a:pt x="575" y="4056"/>
                    <a:pt x="206" y="5509"/>
                  </a:cubicBezTo>
                  <a:cubicBezTo>
                    <a:pt x="-163" y="6962"/>
                    <a:pt x="-24" y="8869"/>
                    <a:pt x="533" y="10485"/>
                  </a:cubicBezTo>
                  <a:cubicBezTo>
                    <a:pt x="1090" y="12102"/>
                    <a:pt x="2383" y="13868"/>
                    <a:pt x="3548" y="15208"/>
                  </a:cubicBezTo>
                  <a:cubicBezTo>
                    <a:pt x="4713" y="16548"/>
                    <a:pt x="7296" y="18466"/>
                    <a:pt x="7523" y="18525"/>
                  </a:cubicBezTo>
                  <a:cubicBezTo>
                    <a:pt x="7750" y="18584"/>
                    <a:pt x="5678" y="16542"/>
                    <a:pt x="4908" y="15561"/>
                  </a:cubicBezTo>
                  <a:cubicBezTo>
                    <a:pt x="4138" y="14580"/>
                    <a:pt x="3455" y="13897"/>
                    <a:pt x="2903" y="12640"/>
                  </a:cubicBezTo>
                  <a:cubicBezTo>
                    <a:pt x="2351" y="11383"/>
                    <a:pt x="1592" y="9536"/>
                    <a:pt x="1595" y="8020"/>
                  </a:cubicBezTo>
                  <a:cubicBezTo>
                    <a:pt x="1598" y="6504"/>
                    <a:pt x="2149" y="4697"/>
                    <a:pt x="2922" y="3546"/>
                  </a:cubicBezTo>
                  <a:cubicBezTo>
                    <a:pt x="3696" y="2395"/>
                    <a:pt x="5006" y="1609"/>
                    <a:pt x="6236" y="1113"/>
                  </a:cubicBezTo>
                  <a:cubicBezTo>
                    <a:pt x="7466" y="617"/>
                    <a:pt x="10257" y="747"/>
                    <a:pt x="10304" y="569"/>
                  </a:cubicBezTo>
                  <a:close/>
                </a:path>
              </a:pathLst>
            </a:custGeom>
            <a:solidFill>
              <a:srgbClr val="8162A7">
                <a:alpha val="45910"/>
              </a:srgbClr>
            </a:solidFill>
            <a:ln>
              <a:noFill/>
            </a:ln>
          </p:spPr>
        </p:sp>
      </p:grpSp>
      <p:grpSp>
        <p:nvGrpSpPr>
          <p:cNvPr id="1891" name="Google Shape;1891;p23"/>
          <p:cNvGrpSpPr/>
          <p:nvPr/>
        </p:nvGrpSpPr>
        <p:grpSpPr>
          <a:xfrm flipH="1">
            <a:off x="7788215" y="4513090"/>
            <a:ext cx="711583" cy="630414"/>
            <a:chOff x="460371" y="2406765"/>
            <a:chExt cx="711583" cy="630414"/>
          </a:xfrm>
        </p:grpSpPr>
        <p:grpSp>
          <p:nvGrpSpPr>
            <p:cNvPr id="1892" name="Google Shape;1892;p23"/>
            <p:cNvGrpSpPr/>
            <p:nvPr/>
          </p:nvGrpSpPr>
          <p:grpSpPr>
            <a:xfrm>
              <a:off x="666102" y="2406765"/>
              <a:ext cx="505852" cy="630414"/>
              <a:chOff x="666102" y="2406765"/>
              <a:chExt cx="505852" cy="630414"/>
            </a:xfrm>
          </p:grpSpPr>
          <p:grpSp>
            <p:nvGrpSpPr>
              <p:cNvPr id="1893" name="Google Shape;1893;p23"/>
              <p:cNvGrpSpPr/>
              <p:nvPr/>
            </p:nvGrpSpPr>
            <p:grpSpPr>
              <a:xfrm>
                <a:off x="1005172" y="2632603"/>
                <a:ext cx="166782" cy="404575"/>
                <a:chOff x="3816313" y="1611982"/>
                <a:chExt cx="1212958" cy="2940225"/>
              </a:xfrm>
            </p:grpSpPr>
            <p:sp>
              <p:nvSpPr>
                <p:cNvPr id="1894" name="Google Shape;1894;p23"/>
                <p:cNvSpPr/>
                <p:nvPr/>
              </p:nvSpPr>
              <p:spPr>
                <a:xfrm>
                  <a:off x="3816313" y="1613408"/>
                  <a:ext cx="1212958" cy="1949969"/>
                </a:xfrm>
                <a:custGeom>
                  <a:avLst/>
                  <a:gdLst/>
                  <a:ahLst/>
                  <a:cxnLst/>
                  <a:rect l="l" t="t" r="r" b="b"/>
                  <a:pathLst>
                    <a:path w="6852" h="6836" extrusionOk="0">
                      <a:moveTo>
                        <a:pt x="3422" y="1"/>
                      </a:moveTo>
                      <a:cubicBezTo>
                        <a:pt x="1540" y="1"/>
                        <a:pt x="14" y="1519"/>
                        <a:pt x="1" y="3404"/>
                      </a:cubicBezTo>
                      <a:cubicBezTo>
                        <a:pt x="1" y="5299"/>
                        <a:pt x="1524" y="6836"/>
                        <a:pt x="3420" y="6836"/>
                      </a:cubicBezTo>
                      <a:cubicBezTo>
                        <a:pt x="3430" y="6836"/>
                        <a:pt x="3440" y="6836"/>
                        <a:pt x="3450" y="6836"/>
                      </a:cubicBezTo>
                      <a:cubicBezTo>
                        <a:pt x="5316" y="6836"/>
                        <a:pt x="6836" y="5315"/>
                        <a:pt x="6852" y="3433"/>
                      </a:cubicBezTo>
                      <a:cubicBezTo>
                        <a:pt x="6852" y="1540"/>
                        <a:pt x="5326" y="1"/>
                        <a:pt x="3446" y="1"/>
                      </a:cubicBezTo>
                      <a:cubicBezTo>
                        <a:pt x="3438" y="1"/>
                        <a:pt x="3430" y="1"/>
                        <a:pt x="342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5" name="Google Shape;1895;p23"/>
                <p:cNvSpPr/>
                <p:nvPr/>
              </p:nvSpPr>
              <p:spPr>
                <a:xfrm>
                  <a:off x="4199464" y="2602232"/>
                  <a:ext cx="351972" cy="1949975"/>
                </a:xfrm>
                <a:custGeom>
                  <a:avLst/>
                  <a:gdLst/>
                  <a:ahLst/>
                  <a:cxnLst/>
                  <a:rect l="l" t="t" r="r" b="b"/>
                  <a:pathLst>
                    <a:path w="2044" h="9712" extrusionOk="0">
                      <a:moveTo>
                        <a:pt x="1187" y="1"/>
                      </a:moveTo>
                      <a:lnTo>
                        <a:pt x="929" y="3420"/>
                      </a:lnTo>
                      <a:lnTo>
                        <a:pt x="14" y="2262"/>
                      </a:lnTo>
                      <a:lnTo>
                        <a:pt x="1" y="2276"/>
                      </a:lnTo>
                      <a:lnTo>
                        <a:pt x="900" y="3815"/>
                      </a:lnTo>
                      <a:lnTo>
                        <a:pt x="736" y="9712"/>
                      </a:lnTo>
                      <a:lnTo>
                        <a:pt x="1635" y="9712"/>
                      </a:lnTo>
                      <a:lnTo>
                        <a:pt x="1364" y="1854"/>
                      </a:lnTo>
                      <a:lnTo>
                        <a:pt x="2044" y="1020"/>
                      </a:lnTo>
                      <a:lnTo>
                        <a:pt x="2031" y="1007"/>
                      </a:lnTo>
                      <a:lnTo>
                        <a:pt x="1351" y="1648"/>
                      </a:lnTo>
                      <a:lnTo>
                        <a:pt x="1240" y="14"/>
                      </a:lnTo>
                      <a:lnTo>
                        <a:pt x="118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6" name="Google Shape;1896;p23"/>
                <p:cNvSpPr/>
                <p:nvPr/>
              </p:nvSpPr>
              <p:spPr>
                <a:xfrm>
                  <a:off x="4331976" y="1611982"/>
                  <a:ext cx="697292" cy="1951395"/>
                </a:xfrm>
                <a:custGeom>
                  <a:avLst/>
                  <a:gdLst/>
                  <a:ahLst/>
                  <a:cxnLst/>
                  <a:rect l="l" t="t" r="r" b="b"/>
                  <a:pathLst>
                    <a:path w="3939" h="6841" extrusionOk="0">
                      <a:moveTo>
                        <a:pt x="383" y="1"/>
                      </a:moveTo>
                      <a:cubicBezTo>
                        <a:pt x="248" y="1"/>
                        <a:pt x="120" y="13"/>
                        <a:pt x="0" y="32"/>
                      </a:cubicBezTo>
                      <a:cubicBezTo>
                        <a:pt x="1651" y="290"/>
                        <a:pt x="2903" y="1722"/>
                        <a:pt x="2903" y="3438"/>
                      </a:cubicBezTo>
                      <a:cubicBezTo>
                        <a:pt x="2890" y="5141"/>
                        <a:pt x="1635" y="6556"/>
                        <a:pt x="0" y="6801"/>
                      </a:cubicBezTo>
                      <a:cubicBezTo>
                        <a:pt x="164" y="6828"/>
                        <a:pt x="327" y="6841"/>
                        <a:pt x="507" y="6841"/>
                      </a:cubicBezTo>
                      <a:cubicBezTo>
                        <a:pt x="517" y="6841"/>
                        <a:pt x="527" y="6841"/>
                        <a:pt x="537" y="6841"/>
                      </a:cubicBezTo>
                      <a:cubicBezTo>
                        <a:pt x="2403" y="6841"/>
                        <a:pt x="3923" y="5320"/>
                        <a:pt x="3939" y="3438"/>
                      </a:cubicBezTo>
                      <a:cubicBezTo>
                        <a:pt x="3939" y="1545"/>
                        <a:pt x="2413" y="6"/>
                        <a:pt x="533" y="6"/>
                      </a:cubicBezTo>
                      <a:cubicBezTo>
                        <a:pt x="482" y="2"/>
                        <a:pt x="432" y="1"/>
                        <a:pt x="383" y="1"/>
                      </a:cubicBezTo>
                      <a:close/>
                    </a:path>
                  </a:pathLst>
                </a:custGeom>
                <a:solidFill>
                  <a:srgbClr val="473A50">
                    <a:alpha val="434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897" name="Google Shape;1897;p23"/>
              <p:cNvGrpSpPr/>
              <p:nvPr/>
            </p:nvGrpSpPr>
            <p:grpSpPr>
              <a:xfrm>
                <a:off x="666102" y="2406765"/>
                <a:ext cx="259816" cy="630384"/>
                <a:chOff x="3816313" y="1611982"/>
                <a:chExt cx="1212958" cy="2940225"/>
              </a:xfrm>
            </p:grpSpPr>
            <p:sp>
              <p:nvSpPr>
                <p:cNvPr id="1898" name="Google Shape;1898;p23"/>
                <p:cNvSpPr/>
                <p:nvPr/>
              </p:nvSpPr>
              <p:spPr>
                <a:xfrm>
                  <a:off x="3816313" y="1613408"/>
                  <a:ext cx="1212958" cy="1949969"/>
                </a:xfrm>
                <a:custGeom>
                  <a:avLst/>
                  <a:gdLst/>
                  <a:ahLst/>
                  <a:cxnLst/>
                  <a:rect l="l" t="t" r="r" b="b"/>
                  <a:pathLst>
                    <a:path w="6852" h="6836" extrusionOk="0">
                      <a:moveTo>
                        <a:pt x="3422" y="1"/>
                      </a:moveTo>
                      <a:cubicBezTo>
                        <a:pt x="1540" y="1"/>
                        <a:pt x="14" y="1519"/>
                        <a:pt x="1" y="3404"/>
                      </a:cubicBezTo>
                      <a:cubicBezTo>
                        <a:pt x="1" y="5299"/>
                        <a:pt x="1524" y="6836"/>
                        <a:pt x="3420" y="6836"/>
                      </a:cubicBezTo>
                      <a:cubicBezTo>
                        <a:pt x="3430" y="6836"/>
                        <a:pt x="3440" y="6836"/>
                        <a:pt x="3450" y="6836"/>
                      </a:cubicBezTo>
                      <a:cubicBezTo>
                        <a:pt x="5316" y="6836"/>
                        <a:pt x="6836" y="5315"/>
                        <a:pt x="6852" y="3433"/>
                      </a:cubicBezTo>
                      <a:cubicBezTo>
                        <a:pt x="6852" y="1540"/>
                        <a:pt x="5326" y="1"/>
                        <a:pt x="3446" y="1"/>
                      </a:cubicBezTo>
                      <a:cubicBezTo>
                        <a:pt x="3438" y="1"/>
                        <a:pt x="3430" y="1"/>
                        <a:pt x="342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9" name="Google Shape;1899;p23"/>
                <p:cNvSpPr/>
                <p:nvPr/>
              </p:nvSpPr>
              <p:spPr>
                <a:xfrm>
                  <a:off x="4199464" y="2602232"/>
                  <a:ext cx="351972" cy="1949975"/>
                </a:xfrm>
                <a:custGeom>
                  <a:avLst/>
                  <a:gdLst/>
                  <a:ahLst/>
                  <a:cxnLst/>
                  <a:rect l="l" t="t" r="r" b="b"/>
                  <a:pathLst>
                    <a:path w="2044" h="9712" extrusionOk="0">
                      <a:moveTo>
                        <a:pt x="1187" y="1"/>
                      </a:moveTo>
                      <a:lnTo>
                        <a:pt x="929" y="3420"/>
                      </a:lnTo>
                      <a:lnTo>
                        <a:pt x="14" y="2262"/>
                      </a:lnTo>
                      <a:lnTo>
                        <a:pt x="1" y="2276"/>
                      </a:lnTo>
                      <a:lnTo>
                        <a:pt x="900" y="3815"/>
                      </a:lnTo>
                      <a:lnTo>
                        <a:pt x="736" y="9712"/>
                      </a:lnTo>
                      <a:lnTo>
                        <a:pt x="1635" y="9712"/>
                      </a:lnTo>
                      <a:lnTo>
                        <a:pt x="1364" y="1854"/>
                      </a:lnTo>
                      <a:lnTo>
                        <a:pt x="2044" y="1020"/>
                      </a:lnTo>
                      <a:lnTo>
                        <a:pt x="2031" y="1007"/>
                      </a:lnTo>
                      <a:lnTo>
                        <a:pt x="1351" y="1648"/>
                      </a:lnTo>
                      <a:lnTo>
                        <a:pt x="1240" y="14"/>
                      </a:lnTo>
                      <a:lnTo>
                        <a:pt x="118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0" name="Google Shape;1900;p23"/>
                <p:cNvSpPr/>
                <p:nvPr/>
              </p:nvSpPr>
              <p:spPr>
                <a:xfrm>
                  <a:off x="4331976" y="1611982"/>
                  <a:ext cx="697292" cy="1951395"/>
                </a:xfrm>
                <a:custGeom>
                  <a:avLst/>
                  <a:gdLst/>
                  <a:ahLst/>
                  <a:cxnLst/>
                  <a:rect l="l" t="t" r="r" b="b"/>
                  <a:pathLst>
                    <a:path w="3939" h="6841" extrusionOk="0">
                      <a:moveTo>
                        <a:pt x="383" y="1"/>
                      </a:moveTo>
                      <a:cubicBezTo>
                        <a:pt x="248" y="1"/>
                        <a:pt x="120" y="13"/>
                        <a:pt x="0" y="32"/>
                      </a:cubicBezTo>
                      <a:cubicBezTo>
                        <a:pt x="1651" y="290"/>
                        <a:pt x="2903" y="1722"/>
                        <a:pt x="2903" y="3438"/>
                      </a:cubicBezTo>
                      <a:cubicBezTo>
                        <a:pt x="2890" y="5141"/>
                        <a:pt x="1635" y="6556"/>
                        <a:pt x="0" y="6801"/>
                      </a:cubicBezTo>
                      <a:cubicBezTo>
                        <a:pt x="164" y="6828"/>
                        <a:pt x="327" y="6841"/>
                        <a:pt x="507" y="6841"/>
                      </a:cubicBezTo>
                      <a:cubicBezTo>
                        <a:pt x="517" y="6841"/>
                        <a:pt x="527" y="6841"/>
                        <a:pt x="537" y="6841"/>
                      </a:cubicBezTo>
                      <a:cubicBezTo>
                        <a:pt x="2403" y="6841"/>
                        <a:pt x="3923" y="5320"/>
                        <a:pt x="3939" y="3438"/>
                      </a:cubicBezTo>
                      <a:cubicBezTo>
                        <a:pt x="3939" y="1545"/>
                        <a:pt x="2413" y="6"/>
                        <a:pt x="533" y="6"/>
                      </a:cubicBezTo>
                      <a:cubicBezTo>
                        <a:pt x="482" y="2"/>
                        <a:pt x="432" y="1"/>
                        <a:pt x="383" y="1"/>
                      </a:cubicBezTo>
                      <a:close/>
                    </a:path>
                  </a:pathLst>
                </a:custGeom>
                <a:solidFill>
                  <a:srgbClr val="473A50">
                    <a:alpha val="434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901" name="Google Shape;1901;p23"/>
            <p:cNvGrpSpPr/>
            <p:nvPr/>
          </p:nvGrpSpPr>
          <p:grpSpPr>
            <a:xfrm>
              <a:off x="460371" y="2728161"/>
              <a:ext cx="166791" cy="302717"/>
              <a:chOff x="3816307" y="2352225"/>
              <a:chExt cx="1213027" cy="2199981"/>
            </a:xfrm>
          </p:grpSpPr>
          <p:sp>
            <p:nvSpPr>
              <p:cNvPr id="1902" name="Google Shape;1902;p23"/>
              <p:cNvSpPr/>
              <p:nvPr/>
            </p:nvSpPr>
            <p:spPr>
              <a:xfrm>
                <a:off x="3816307" y="2353110"/>
                <a:ext cx="1213027" cy="1210194"/>
              </a:xfrm>
              <a:custGeom>
                <a:avLst/>
                <a:gdLst/>
                <a:ahLst/>
                <a:cxnLst/>
                <a:rect l="l" t="t" r="r" b="b"/>
                <a:pathLst>
                  <a:path w="6852" h="6836" extrusionOk="0">
                    <a:moveTo>
                      <a:pt x="3422" y="1"/>
                    </a:moveTo>
                    <a:cubicBezTo>
                      <a:pt x="1540" y="1"/>
                      <a:pt x="14" y="1519"/>
                      <a:pt x="1" y="3404"/>
                    </a:cubicBezTo>
                    <a:cubicBezTo>
                      <a:pt x="1" y="5299"/>
                      <a:pt x="1524" y="6836"/>
                      <a:pt x="3420" y="6836"/>
                    </a:cubicBezTo>
                    <a:cubicBezTo>
                      <a:pt x="3430" y="6836"/>
                      <a:pt x="3440" y="6836"/>
                      <a:pt x="3450" y="6836"/>
                    </a:cubicBezTo>
                    <a:cubicBezTo>
                      <a:pt x="5316" y="6836"/>
                      <a:pt x="6836" y="5315"/>
                      <a:pt x="6852" y="3433"/>
                    </a:cubicBezTo>
                    <a:cubicBezTo>
                      <a:pt x="6852" y="1540"/>
                      <a:pt x="5326" y="1"/>
                      <a:pt x="3446" y="1"/>
                    </a:cubicBezTo>
                    <a:cubicBezTo>
                      <a:pt x="3438" y="1"/>
                      <a:pt x="3430" y="1"/>
                      <a:pt x="342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3" name="Google Shape;1903;p23"/>
              <p:cNvSpPr/>
              <p:nvPr/>
            </p:nvSpPr>
            <p:spPr>
              <a:xfrm>
                <a:off x="4199402" y="2832867"/>
                <a:ext cx="361854" cy="1719340"/>
              </a:xfrm>
              <a:custGeom>
                <a:avLst/>
                <a:gdLst/>
                <a:ahLst/>
                <a:cxnLst/>
                <a:rect l="l" t="t" r="r" b="b"/>
                <a:pathLst>
                  <a:path w="2044" h="9712" extrusionOk="0">
                    <a:moveTo>
                      <a:pt x="1187" y="1"/>
                    </a:moveTo>
                    <a:lnTo>
                      <a:pt x="929" y="3420"/>
                    </a:lnTo>
                    <a:lnTo>
                      <a:pt x="14" y="2262"/>
                    </a:lnTo>
                    <a:lnTo>
                      <a:pt x="1" y="2276"/>
                    </a:lnTo>
                    <a:lnTo>
                      <a:pt x="900" y="3815"/>
                    </a:lnTo>
                    <a:lnTo>
                      <a:pt x="736" y="9712"/>
                    </a:lnTo>
                    <a:lnTo>
                      <a:pt x="1635" y="9712"/>
                    </a:lnTo>
                    <a:lnTo>
                      <a:pt x="1364" y="1854"/>
                    </a:lnTo>
                    <a:lnTo>
                      <a:pt x="2044" y="1020"/>
                    </a:lnTo>
                    <a:lnTo>
                      <a:pt x="2031" y="1007"/>
                    </a:lnTo>
                    <a:lnTo>
                      <a:pt x="1351" y="1648"/>
                    </a:lnTo>
                    <a:lnTo>
                      <a:pt x="1240" y="14"/>
                    </a:lnTo>
                    <a:lnTo>
                      <a:pt x="118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4" name="Google Shape;1904;p23"/>
              <p:cNvSpPr/>
              <p:nvPr/>
            </p:nvSpPr>
            <p:spPr>
              <a:xfrm>
                <a:off x="4331999" y="2352225"/>
                <a:ext cx="697331" cy="1211079"/>
              </a:xfrm>
              <a:custGeom>
                <a:avLst/>
                <a:gdLst/>
                <a:ahLst/>
                <a:cxnLst/>
                <a:rect l="l" t="t" r="r" b="b"/>
                <a:pathLst>
                  <a:path w="3939" h="6841" extrusionOk="0">
                    <a:moveTo>
                      <a:pt x="383" y="1"/>
                    </a:moveTo>
                    <a:cubicBezTo>
                      <a:pt x="248" y="1"/>
                      <a:pt x="120" y="13"/>
                      <a:pt x="0" y="32"/>
                    </a:cubicBezTo>
                    <a:cubicBezTo>
                      <a:pt x="1651" y="290"/>
                      <a:pt x="2903" y="1722"/>
                      <a:pt x="2903" y="3438"/>
                    </a:cubicBezTo>
                    <a:cubicBezTo>
                      <a:pt x="2890" y="5141"/>
                      <a:pt x="1635" y="6556"/>
                      <a:pt x="0" y="6801"/>
                    </a:cubicBezTo>
                    <a:cubicBezTo>
                      <a:pt x="164" y="6828"/>
                      <a:pt x="327" y="6841"/>
                      <a:pt x="507" y="6841"/>
                    </a:cubicBezTo>
                    <a:cubicBezTo>
                      <a:pt x="517" y="6841"/>
                      <a:pt x="527" y="6841"/>
                      <a:pt x="537" y="6841"/>
                    </a:cubicBezTo>
                    <a:cubicBezTo>
                      <a:pt x="2403" y="6841"/>
                      <a:pt x="3923" y="5320"/>
                      <a:pt x="3939" y="3438"/>
                    </a:cubicBezTo>
                    <a:cubicBezTo>
                      <a:pt x="3939" y="1545"/>
                      <a:pt x="2413" y="6"/>
                      <a:pt x="533" y="6"/>
                    </a:cubicBezTo>
                    <a:cubicBezTo>
                      <a:pt x="482" y="2"/>
                      <a:pt x="432" y="1"/>
                      <a:pt x="383" y="1"/>
                    </a:cubicBezTo>
                    <a:close/>
                  </a:path>
                </a:pathLst>
              </a:custGeom>
              <a:solidFill>
                <a:srgbClr val="473A50">
                  <a:alpha val="434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Background 1">
  <p:cSld name="CUSTOM_9_1">
    <p:spTree>
      <p:nvGrpSpPr>
        <p:cNvPr id="1" name="Shape 1905"/>
        <p:cNvGrpSpPr/>
        <p:nvPr/>
      </p:nvGrpSpPr>
      <p:grpSpPr>
        <a:xfrm>
          <a:off x="0" y="0"/>
          <a:ext cx="0" cy="0"/>
          <a:chOff x="0" y="0"/>
          <a:chExt cx="0" cy="0"/>
        </a:xfrm>
      </p:grpSpPr>
      <p:sp>
        <p:nvSpPr>
          <p:cNvPr id="1906" name="Google Shape;1906;p24"/>
          <p:cNvSpPr/>
          <p:nvPr/>
        </p:nvSpPr>
        <p:spPr>
          <a:xfrm flipH="1">
            <a:off x="-711725" y="4114963"/>
            <a:ext cx="3059100" cy="3059100"/>
          </a:xfrm>
          <a:prstGeom prst="ellipse">
            <a:avLst/>
          </a:prstGeom>
          <a:solidFill>
            <a:srgbClr val="897FBB">
              <a:alpha val="291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907" name="Google Shape;1907;p24"/>
          <p:cNvGrpSpPr/>
          <p:nvPr/>
        </p:nvGrpSpPr>
        <p:grpSpPr>
          <a:xfrm flipH="1">
            <a:off x="335560" y="4358656"/>
            <a:ext cx="964529" cy="2918046"/>
            <a:chOff x="1825573" y="1896181"/>
            <a:chExt cx="964529" cy="2918046"/>
          </a:xfrm>
        </p:grpSpPr>
        <p:sp>
          <p:nvSpPr>
            <p:cNvPr id="1908" name="Google Shape;1908;p24"/>
            <p:cNvSpPr/>
            <p:nvPr/>
          </p:nvSpPr>
          <p:spPr>
            <a:xfrm>
              <a:off x="1825573" y="1896181"/>
              <a:ext cx="964529" cy="2918046"/>
            </a:xfrm>
            <a:custGeom>
              <a:avLst/>
              <a:gdLst/>
              <a:ahLst/>
              <a:cxnLst/>
              <a:rect l="l" t="t" r="r" b="b"/>
              <a:pathLst>
                <a:path w="7532" h="22787" extrusionOk="0">
                  <a:moveTo>
                    <a:pt x="3773" y="1"/>
                  </a:moveTo>
                  <a:cubicBezTo>
                    <a:pt x="1687" y="1"/>
                    <a:pt x="1" y="1691"/>
                    <a:pt x="1" y="3776"/>
                  </a:cubicBezTo>
                  <a:lnTo>
                    <a:pt x="1" y="15746"/>
                  </a:lnTo>
                  <a:lnTo>
                    <a:pt x="14" y="15746"/>
                  </a:lnTo>
                  <a:lnTo>
                    <a:pt x="14" y="22787"/>
                  </a:lnTo>
                  <a:lnTo>
                    <a:pt x="2861" y="22787"/>
                  </a:lnTo>
                  <a:lnTo>
                    <a:pt x="2861" y="13174"/>
                  </a:lnTo>
                  <a:lnTo>
                    <a:pt x="2861" y="3776"/>
                  </a:lnTo>
                  <a:cubicBezTo>
                    <a:pt x="2861" y="3269"/>
                    <a:pt x="3269" y="2861"/>
                    <a:pt x="3773" y="2861"/>
                  </a:cubicBezTo>
                  <a:cubicBezTo>
                    <a:pt x="4276" y="2861"/>
                    <a:pt x="4672" y="3269"/>
                    <a:pt x="4672" y="3776"/>
                  </a:cubicBezTo>
                  <a:lnTo>
                    <a:pt x="4672" y="8391"/>
                  </a:lnTo>
                  <a:lnTo>
                    <a:pt x="4672" y="22787"/>
                  </a:lnTo>
                  <a:lnTo>
                    <a:pt x="7532" y="22787"/>
                  </a:lnTo>
                  <a:lnTo>
                    <a:pt x="7532" y="7110"/>
                  </a:lnTo>
                  <a:lnTo>
                    <a:pt x="7532" y="3776"/>
                  </a:lnTo>
                  <a:cubicBezTo>
                    <a:pt x="7532" y="1691"/>
                    <a:pt x="5842" y="1"/>
                    <a:pt x="3773" y="1"/>
                  </a:cubicBezTo>
                  <a:close/>
                </a:path>
              </a:pathLst>
            </a:custGeom>
            <a:solidFill>
              <a:schemeClr val="accent5"/>
            </a:solidFill>
            <a:ln>
              <a:noFill/>
            </a:ln>
            <a:effectLst>
              <a:outerShdw dist="76200" dir="2400000" algn="bl" rotWithShape="0">
                <a:schemeClr val="dk1">
                  <a:alpha val="2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909" name="Google Shape;1909;p24"/>
            <p:cNvGrpSpPr/>
            <p:nvPr/>
          </p:nvGrpSpPr>
          <p:grpSpPr>
            <a:xfrm>
              <a:off x="2001780" y="2072389"/>
              <a:ext cx="612115" cy="2698300"/>
              <a:chOff x="1718105" y="2072389"/>
              <a:chExt cx="612115" cy="2698300"/>
            </a:xfrm>
          </p:grpSpPr>
          <p:sp>
            <p:nvSpPr>
              <p:cNvPr id="1910" name="Google Shape;1910;p24"/>
              <p:cNvSpPr/>
              <p:nvPr/>
            </p:nvSpPr>
            <p:spPr>
              <a:xfrm>
                <a:off x="2316262" y="3811153"/>
                <a:ext cx="13958" cy="56217"/>
              </a:xfrm>
              <a:custGeom>
                <a:avLst/>
                <a:gdLst/>
                <a:ahLst/>
                <a:cxnLst/>
                <a:rect l="l" t="t" r="r" b="b"/>
                <a:pathLst>
                  <a:path w="109" h="439" extrusionOk="0">
                    <a:moveTo>
                      <a:pt x="1" y="1"/>
                    </a:moveTo>
                    <a:lnTo>
                      <a:pt x="1" y="439"/>
                    </a:lnTo>
                    <a:lnTo>
                      <a:pt x="109" y="439"/>
                    </a:lnTo>
                    <a:lnTo>
                      <a:pt x="109"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1" name="Google Shape;1911;p24"/>
              <p:cNvSpPr/>
              <p:nvPr/>
            </p:nvSpPr>
            <p:spPr>
              <a:xfrm>
                <a:off x="2316262" y="3698207"/>
                <a:ext cx="13958" cy="55833"/>
              </a:xfrm>
              <a:custGeom>
                <a:avLst/>
                <a:gdLst/>
                <a:ahLst/>
                <a:cxnLst/>
                <a:rect l="l" t="t" r="r" b="b"/>
                <a:pathLst>
                  <a:path w="109" h="436" extrusionOk="0">
                    <a:moveTo>
                      <a:pt x="1" y="0"/>
                    </a:moveTo>
                    <a:lnTo>
                      <a:pt x="1" y="435"/>
                    </a:lnTo>
                    <a:lnTo>
                      <a:pt x="109" y="435"/>
                    </a:lnTo>
                    <a:lnTo>
                      <a:pt x="109"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2" name="Google Shape;1912;p24"/>
              <p:cNvSpPr/>
              <p:nvPr/>
            </p:nvSpPr>
            <p:spPr>
              <a:xfrm>
                <a:off x="2316262" y="4036406"/>
                <a:ext cx="13958" cy="59547"/>
              </a:xfrm>
              <a:custGeom>
                <a:avLst/>
                <a:gdLst/>
                <a:ahLst/>
                <a:cxnLst/>
                <a:rect l="l" t="t" r="r" b="b"/>
                <a:pathLst>
                  <a:path w="109" h="465" extrusionOk="0">
                    <a:moveTo>
                      <a:pt x="1" y="0"/>
                    </a:moveTo>
                    <a:lnTo>
                      <a:pt x="1" y="27"/>
                    </a:lnTo>
                    <a:lnTo>
                      <a:pt x="1" y="435"/>
                    </a:lnTo>
                    <a:lnTo>
                      <a:pt x="1" y="465"/>
                    </a:lnTo>
                    <a:lnTo>
                      <a:pt x="109" y="465"/>
                    </a:lnTo>
                    <a:lnTo>
                      <a:pt x="109" y="435"/>
                    </a:lnTo>
                    <a:lnTo>
                      <a:pt x="109" y="27"/>
                    </a:lnTo>
                    <a:lnTo>
                      <a:pt x="109"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3" name="Google Shape;1913;p24"/>
              <p:cNvSpPr/>
              <p:nvPr/>
            </p:nvSpPr>
            <p:spPr>
              <a:xfrm>
                <a:off x="2316262" y="3922948"/>
                <a:ext cx="13958" cy="57882"/>
              </a:xfrm>
              <a:custGeom>
                <a:avLst/>
                <a:gdLst/>
                <a:ahLst/>
                <a:cxnLst/>
                <a:rect l="l" t="t" r="r" b="b"/>
                <a:pathLst>
                  <a:path w="109" h="452" extrusionOk="0">
                    <a:moveTo>
                      <a:pt x="1" y="1"/>
                    </a:moveTo>
                    <a:lnTo>
                      <a:pt x="1" y="452"/>
                    </a:lnTo>
                    <a:lnTo>
                      <a:pt x="109" y="452"/>
                    </a:lnTo>
                    <a:lnTo>
                      <a:pt x="109"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4" name="Google Shape;1914;p24"/>
              <p:cNvSpPr/>
              <p:nvPr/>
            </p:nvSpPr>
            <p:spPr>
              <a:xfrm>
                <a:off x="2316262" y="3023087"/>
                <a:ext cx="13958" cy="55705"/>
              </a:xfrm>
              <a:custGeom>
                <a:avLst/>
                <a:gdLst/>
                <a:ahLst/>
                <a:cxnLst/>
                <a:rect l="l" t="t" r="r" b="b"/>
                <a:pathLst>
                  <a:path w="109" h="435" extrusionOk="0">
                    <a:moveTo>
                      <a:pt x="1" y="0"/>
                    </a:moveTo>
                    <a:lnTo>
                      <a:pt x="1" y="435"/>
                    </a:lnTo>
                    <a:lnTo>
                      <a:pt x="109" y="435"/>
                    </a:lnTo>
                    <a:lnTo>
                      <a:pt x="109"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5" name="Google Shape;1915;p24"/>
              <p:cNvSpPr/>
              <p:nvPr/>
            </p:nvSpPr>
            <p:spPr>
              <a:xfrm>
                <a:off x="2316262" y="3586412"/>
                <a:ext cx="13958" cy="55833"/>
              </a:xfrm>
              <a:custGeom>
                <a:avLst/>
                <a:gdLst/>
                <a:ahLst/>
                <a:cxnLst/>
                <a:rect l="l" t="t" r="r" b="b"/>
                <a:pathLst>
                  <a:path w="109" h="436" extrusionOk="0">
                    <a:moveTo>
                      <a:pt x="1" y="1"/>
                    </a:moveTo>
                    <a:lnTo>
                      <a:pt x="1" y="435"/>
                    </a:lnTo>
                    <a:lnTo>
                      <a:pt x="109" y="435"/>
                    </a:lnTo>
                    <a:lnTo>
                      <a:pt x="109"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6" name="Google Shape;1916;p24"/>
              <p:cNvSpPr/>
              <p:nvPr/>
            </p:nvSpPr>
            <p:spPr>
              <a:xfrm>
                <a:off x="2316262" y="3472953"/>
                <a:ext cx="13958" cy="55833"/>
              </a:xfrm>
              <a:custGeom>
                <a:avLst/>
                <a:gdLst/>
                <a:ahLst/>
                <a:cxnLst/>
                <a:rect l="l" t="t" r="r" b="b"/>
                <a:pathLst>
                  <a:path w="109" h="436" extrusionOk="0">
                    <a:moveTo>
                      <a:pt x="1" y="1"/>
                    </a:moveTo>
                    <a:lnTo>
                      <a:pt x="1" y="436"/>
                    </a:lnTo>
                    <a:lnTo>
                      <a:pt x="109" y="436"/>
                    </a:lnTo>
                    <a:lnTo>
                      <a:pt x="109"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7" name="Google Shape;1917;p24"/>
              <p:cNvSpPr/>
              <p:nvPr/>
            </p:nvSpPr>
            <p:spPr>
              <a:xfrm>
                <a:off x="2316262" y="3359623"/>
                <a:ext cx="13958" cy="57882"/>
              </a:xfrm>
              <a:custGeom>
                <a:avLst/>
                <a:gdLst/>
                <a:ahLst/>
                <a:cxnLst/>
                <a:rect l="l" t="t" r="r" b="b"/>
                <a:pathLst>
                  <a:path w="109" h="452" extrusionOk="0">
                    <a:moveTo>
                      <a:pt x="1" y="0"/>
                    </a:moveTo>
                    <a:lnTo>
                      <a:pt x="1" y="451"/>
                    </a:lnTo>
                    <a:lnTo>
                      <a:pt x="109" y="451"/>
                    </a:lnTo>
                    <a:lnTo>
                      <a:pt x="109"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8" name="Google Shape;1918;p24"/>
              <p:cNvSpPr/>
              <p:nvPr/>
            </p:nvSpPr>
            <p:spPr>
              <a:xfrm>
                <a:off x="2316262" y="3134754"/>
                <a:ext cx="13958" cy="57498"/>
              </a:xfrm>
              <a:custGeom>
                <a:avLst/>
                <a:gdLst/>
                <a:ahLst/>
                <a:cxnLst/>
                <a:rect l="l" t="t" r="r" b="b"/>
                <a:pathLst>
                  <a:path w="109" h="449" extrusionOk="0">
                    <a:moveTo>
                      <a:pt x="1" y="1"/>
                    </a:moveTo>
                    <a:lnTo>
                      <a:pt x="1" y="449"/>
                    </a:lnTo>
                    <a:lnTo>
                      <a:pt x="109" y="449"/>
                    </a:lnTo>
                    <a:lnTo>
                      <a:pt x="109"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9" name="Google Shape;1919;p24"/>
              <p:cNvSpPr/>
              <p:nvPr/>
            </p:nvSpPr>
            <p:spPr>
              <a:xfrm>
                <a:off x="2316262" y="3248213"/>
                <a:ext cx="13958" cy="55833"/>
              </a:xfrm>
              <a:custGeom>
                <a:avLst/>
                <a:gdLst/>
                <a:ahLst/>
                <a:cxnLst/>
                <a:rect l="l" t="t" r="r" b="b"/>
                <a:pathLst>
                  <a:path w="109" h="436" extrusionOk="0">
                    <a:moveTo>
                      <a:pt x="1" y="1"/>
                    </a:moveTo>
                    <a:lnTo>
                      <a:pt x="1" y="435"/>
                    </a:lnTo>
                    <a:lnTo>
                      <a:pt x="109" y="435"/>
                    </a:lnTo>
                    <a:lnTo>
                      <a:pt x="109"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0" name="Google Shape;1920;p24"/>
              <p:cNvSpPr/>
              <p:nvPr/>
            </p:nvSpPr>
            <p:spPr>
              <a:xfrm>
                <a:off x="2316262" y="4714855"/>
                <a:ext cx="13958" cy="55833"/>
              </a:xfrm>
              <a:custGeom>
                <a:avLst/>
                <a:gdLst/>
                <a:ahLst/>
                <a:cxnLst/>
                <a:rect l="l" t="t" r="r" b="b"/>
                <a:pathLst>
                  <a:path w="109" h="436" extrusionOk="0">
                    <a:moveTo>
                      <a:pt x="1" y="1"/>
                    </a:moveTo>
                    <a:lnTo>
                      <a:pt x="1" y="436"/>
                    </a:lnTo>
                    <a:lnTo>
                      <a:pt x="109" y="436"/>
                    </a:lnTo>
                    <a:lnTo>
                      <a:pt x="109"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1" name="Google Shape;1921;p24"/>
              <p:cNvSpPr/>
              <p:nvPr/>
            </p:nvSpPr>
            <p:spPr>
              <a:xfrm>
                <a:off x="2316262" y="4601524"/>
                <a:ext cx="13958" cy="57370"/>
              </a:xfrm>
              <a:custGeom>
                <a:avLst/>
                <a:gdLst/>
                <a:ahLst/>
                <a:cxnLst/>
                <a:rect l="l" t="t" r="r" b="b"/>
                <a:pathLst>
                  <a:path w="109" h="448" extrusionOk="0">
                    <a:moveTo>
                      <a:pt x="1" y="0"/>
                    </a:moveTo>
                    <a:lnTo>
                      <a:pt x="1" y="448"/>
                    </a:lnTo>
                    <a:lnTo>
                      <a:pt x="109" y="448"/>
                    </a:lnTo>
                    <a:lnTo>
                      <a:pt x="109"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2" name="Google Shape;1922;p24"/>
              <p:cNvSpPr/>
              <p:nvPr/>
            </p:nvSpPr>
            <p:spPr>
              <a:xfrm>
                <a:off x="2316262" y="4489730"/>
                <a:ext cx="13958" cy="56217"/>
              </a:xfrm>
              <a:custGeom>
                <a:avLst/>
                <a:gdLst/>
                <a:ahLst/>
                <a:cxnLst/>
                <a:rect l="l" t="t" r="r" b="b"/>
                <a:pathLst>
                  <a:path w="109" h="439" extrusionOk="0">
                    <a:moveTo>
                      <a:pt x="1" y="0"/>
                    </a:moveTo>
                    <a:lnTo>
                      <a:pt x="1" y="438"/>
                    </a:lnTo>
                    <a:lnTo>
                      <a:pt x="109" y="438"/>
                    </a:lnTo>
                    <a:lnTo>
                      <a:pt x="109"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3" name="Google Shape;1923;p24"/>
              <p:cNvSpPr/>
              <p:nvPr/>
            </p:nvSpPr>
            <p:spPr>
              <a:xfrm>
                <a:off x="2316262" y="4376271"/>
                <a:ext cx="13958" cy="57882"/>
              </a:xfrm>
              <a:custGeom>
                <a:avLst/>
                <a:gdLst/>
                <a:ahLst/>
                <a:cxnLst/>
                <a:rect l="l" t="t" r="r" b="b"/>
                <a:pathLst>
                  <a:path w="109" h="452" extrusionOk="0">
                    <a:moveTo>
                      <a:pt x="1" y="1"/>
                    </a:moveTo>
                    <a:lnTo>
                      <a:pt x="1" y="452"/>
                    </a:lnTo>
                    <a:lnTo>
                      <a:pt x="109" y="452"/>
                    </a:lnTo>
                    <a:lnTo>
                      <a:pt x="109"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4" name="Google Shape;1924;p24"/>
              <p:cNvSpPr/>
              <p:nvPr/>
            </p:nvSpPr>
            <p:spPr>
              <a:xfrm>
                <a:off x="2316262" y="4264989"/>
                <a:ext cx="13958" cy="55705"/>
              </a:xfrm>
              <a:custGeom>
                <a:avLst/>
                <a:gdLst/>
                <a:ahLst/>
                <a:cxnLst/>
                <a:rect l="l" t="t" r="r" b="b"/>
                <a:pathLst>
                  <a:path w="109" h="435" extrusionOk="0">
                    <a:moveTo>
                      <a:pt x="1" y="0"/>
                    </a:moveTo>
                    <a:lnTo>
                      <a:pt x="1" y="435"/>
                    </a:lnTo>
                    <a:lnTo>
                      <a:pt x="109" y="435"/>
                    </a:lnTo>
                    <a:lnTo>
                      <a:pt x="109"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5" name="Google Shape;1925;p24"/>
              <p:cNvSpPr/>
              <p:nvPr/>
            </p:nvSpPr>
            <p:spPr>
              <a:xfrm>
                <a:off x="2316262" y="4151530"/>
                <a:ext cx="13958" cy="55833"/>
              </a:xfrm>
              <a:custGeom>
                <a:avLst/>
                <a:gdLst/>
                <a:ahLst/>
                <a:cxnLst/>
                <a:rect l="l" t="t" r="r" b="b"/>
                <a:pathLst>
                  <a:path w="109" h="436" extrusionOk="0">
                    <a:moveTo>
                      <a:pt x="1" y="0"/>
                    </a:moveTo>
                    <a:lnTo>
                      <a:pt x="1" y="435"/>
                    </a:lnTo>
                    <a:lnTo>
                      <a:pt x="109" y="435"/>
                    </a:lnTo>
                    <a:lnTo>
                      <a:pt x="109"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6" name="Google Shape;1926;p24"/>
              <p:cNvSpPr/>
              <p:nvPr/>
            </p:nvSpPr>
            <p:spPr>
              <a:xfrm>
                <a:off x="1901100" y="2081225"/>
                <a:ext cx="57882" cy="29837"/>
              </a:xfrm>
              <a:custGeom>
                <a:avLst/>
                <a:gdLst/>
                <a:ahLst/>
                <a:cxnLst/>
                <a:rect l="l" t="t" r="r" b="b"/>
                <a:pathLst>
                  <a:path w="452" h="233" extrusionOk="0">
                    <a:moveTo>
                      <a:pt x="422" y="1"/>
                    </a:moveTo>
                    <a:cubicBezTo>
                      <a:pt x="288" y="27"/>
                      <a:pt x="138" y="82"/>
                      <a:pt x="0" y="138"/>
                    </a:cubicBezTo>
                    <a:lnTo>
                      <a:pt x="43" y="233"/>
                    </a:lnTo>
                    <a:cubicBezTo>
                      <a:pt x="177" y="177"/>
                      <a:pt x="314" y="138"/>
                      <a:pt x="451" y="95"/>
                    </a:cubicBezTo>
                    <a:lnTo>
                      <a:pt x="422"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7" name="Google Shape;1927;p24"/>
              <p:cNvSpPr/>
              <p:nvPr/>
            </p:nvSpPr>
            <p:spPr>
              <a:xfrm>
                <a:off x="1718105" y="2764795"/>
                <a:ext cx="13958" cy="56217"/>
              </a:xfrm>
              <a:custGeom>
                <a:avLst/>
                <a:gdLst/>
                <a:ahLst/>
                <a:cxnLst/>
                <a:rect l="l" t="t" r="r" b="b"/>
                <a:pathLst>
                  <a:path w="109" h="439" extrusionOk="0">
                    <a:moveTo>
                      <a:pt x="1" y="0"/>
                    </a:moveTo>
                    <a:lnTo>
                      <a:pt x="1" y="438"/>
                    </a:lnTo>
                    <a:lnTo>
                      <a:pt x="109" y="438"/>
                    </a:lnTo>
                    <a:lnTo>
                      <a:pt x="109"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8" name="Google Shape;1928;p24"/>
              <p:cNvSpPr/>
              <p:nvPr/>
            </p:nvSpPr>
            <p:spPr>
              <a:xfrm>
                <a:off x="1718105" y="2878254"/>
                <a:ext cx="13958" cy="56217"/>
              </a:xfrm>
              <a:custGeom>
                <a:avLst/>
                <a:gdLst/>
                <a:ahLst/>
                <a:cxnLst/>
                <a:rect l="l" t="t" r="r" b="b"/>
                <a:pathLst>
                  <a:path w="109" h="439" extrusionOk="0">
                    <a:moveTo>
                      <a:pt x="1" y="0"/>
                    </a:moveTo>
                    <a:lnTo>
                      <a:pt x="1" y="438"/>
                    </a:lnTo>
                    <a:lnTo>
                      <a:pt x="109" y="438"/>
                    </a:lnTo>
                    <a:lnTo>
                      <a:pt x="109"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9" name="Google Shape;1929;p24"/>
              <p:cNvSpPr/>
              <p:nvPr/>
            </p:nvSpPr>
            <p:spPr>
              <a:xfrm>
                <a:off x="1718105" y="2540055"/>
                <a:ext cx="13958" cy="55705"/>
              </a:xfrm>
              <a:custGeom>
                <a:avLst/>
                <a:gdLst/>
                <a:ahLst/>
                <a:cxnLst/>
                <a:rect l="l" t="t" r="r" b="b"/>
                <a:pathLst>
                  <a:path w="109" h="435" extrusionOk="0">
                    <a:moveTo>
                      <a:pt x="1" y="0"/>
                    </a:moveTo>
                    <a:lnTo>
                      <a:pt x="1" y="435"/>
                    </a:lnTo>
                    <a:lnTo>
                      <a:pt x="109" y="435"/>
                    </a:lnTo>
                    <a:lnTo>
                      <a:pt x="109"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0" name="Google Shape;1930;p24"/>
              <p:cNvSpPr/>
              <p:nvPr/>
            </p:nvSpPr>
            <p:spPr>
              <a:xfrm>
                <a:off x="1742436" y="2208514"/>
                <a:ext cx="40338" cy="56217"/>
              </a:xfrm>
              <a:custGeom>
                <a:avLst/>
                <a:gdLst/>
                <a:ahLst/>
                <a:cxnLst/>
                <a:rect l="l" t="t" r="r" b="b"/>
                <a:pathLst>
                  <a:path w="315" h="439" extrusionOk="0">
                    <a:moveTo>
                      <a:pt x="220" y="0"/>
                    </a:moveTo>
                    <a:cubicBezTo>
                      <a:pt x="138" y="124"/>
                      <a:pt x="69" y="258"/>
                      <a:pt x="1" y="396"/>
                    </a:cubicBezTo>
                    <a:lnTo>
                      <a:pt x="108" y="438"/>
                    </a:lnTo>
                    <a:cubicBezTo>
                      <a:pt x="164" y="301"/>
                      <a:pt x="233" y="177"/>
                      <a:pt x="314" y="56"/>
                    </a:cubicBezTo>
                    <a:lnTo>
                      <a:pt x="220"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1" name="Google Shape;1931;p24"/>
              <p:cNvSpPr/>
              <p:nvPr/>
            </p:nvSpPr>
            <p:spPr>
              <a:xfrm>
                <a:off x="1718105" y="2426596"/>
                <a:ext cx="13958" cy="57882"/>
              </a:xfrm>
              <a:custGeom>
                <a:avLst/>
                <a:gdLst/>
                <a:ahLst/>
                <a:cxnLst/>
                <a:rect l="l" t="t" r="r" b="b"/>
                <a:pathLst>
                  <a:path w="109" h="452" extrusionOk="0">
                    <a:moveTo>
                      <a:pt x="1" y="0"/>
                    </a:moveTo>
                    <a:lnTo>
                      <a:pt x="1" y="451"/>
                    </a:lnTo>
                    <a:lnTo>
                      <a:pt x="109" y="451"/>
                    </a:lnTo>
                    <a:lnTo>
                      <a:pt x="109"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2" name="Google Shape;1932;p24"/>
              <p:cNvSpPr/>
              <p:nvPr/>
            </p:nvSpPr>
            <p:spPr>
              <a:xfrm>
                <a:off x="1806849" y="2126429"/>
                <a:ext cx="52504" cy="47381"/>
              </a:xfrm>
              <a:custGeom>
                <a:avLst/>
                <a:gdLst/>
                <a:ahLst/>
                <a:cxnLst/>
                <a:rect l="l" t="t" r="r" b="b"/>
                <a:pathLst>
                  <a:path w="410" h="370" extrusionOk="0">
                    <a:moveTo>
                      <a:pt x="341" y="1"/>
                    </a:moveTo>
                    <a:cubicBezTo>
                      <a:pt x="220" y="82"/>
                      <a:pt x="109" y="180"/>
                      <a:pt x="1" y="288"/>
                    </a:cubicBezTo>
                    <a:lnTo>
                      <a:pt x="83" y="370"/>
                    </a:lnTo>
                    <a:cubicBezTo>
                      <a:pt x="177" y="275"/>
                      <a:pt x="289" y="180"/>
                      <a:pt x="409" y="99"/>
                    </a:cubicBezTo>
                    <a:lnTo>
                      <a:pt x="341"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3" name="Google Shape;1933;p24"/>
              <p:cNvSpPr/>
              <p:nvPr/>
            </p:nvSpPr>
            <p:spPr>
              <a:xfrm>
                <a:off x="1718105" y="2313137"/>
                <a:ext cx="21129" cy="57882"/>
              </a:xfrm>
              <a:custGeom>
                <a:avLst/>
                <a:gdLst/>
                <a:ahLst/>
                <a:cxnLst/>
                <a:rect l="l" t="t" r="r" b="b"/>
                <a:pathLst>
                  <a:path w="165" h="452" extrusionOk="0">
                    <a:moveTo>
                      <a:pt x="53" y="0"/>
                    </a:moveTo>
                    <a:cubicBezTo>
                      <a:pt x="27" y="151"/>
                      <a:pt x="14" y="301"/>
                      <a:pt x="1" y="451"/>
                    </a:cubicBezTo>
                    <a:lnTo>
                      <a:pt x="109" y="451"/>
                    </a:lnTo>
                    <a:cubicBezTo>
                      <a:pt x="122" y="314"/>
                      <a:pt x="135" y="164"/>
                      <a:pt x="164" y="30"/>
                    </a:cubicBezTo>
                    <a:lnTo>
                      <a:pt x="53"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4" name="Google Shape;1934;p24"/>
              <p:cNvSpPr/>
              <p:nvPr/>
            </p:nvSpPr>
            <p:spPr>
              <a:xfrm>
                <a:off x="1718105" y="2653385"/>
                <a:ext cx="13958" cy="55833"/>
              </a:xfrm>
              <a:custGeom>
                <a:avLst/>
                <a:gdLst/>
                <a:ahLst/>
                <a:cxnLst/>
                <a:rect l="l" t="t" r="r" b="b"/>
                <a:pathLst>
                  <a:path w="109" h="436" extrusionOk="0">
                    <a:moveTo>
                      <a:pt x="1" y="1"/>
                    </a:moveTo>
                    <a:lnTo>
                      <a:pt x="1" y="436"/>
                    </a:lnTo>
                    <a:lnTo>
                      <a:pt x="109" y="436"/>
                    </a:lnTo>
                    <a:lnTo>
                      <a:pt x="109"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5" name="Google Shape;1935;p24"/>
              <p:cNvSpPr/>
              <p:nvPr/>
            </p:nvSpPr>
            <p:spPr>
              <a:xfrm>
                <a:off x="1718105" y="3553374"/>
                <a:ext cx="13958" cy="55833"/>
              </a:xfrm>
              <a:custGeom>
                <a:avLst/>
                <a:gdLst/>
                <a:ahLst/>
                <a:cxnLst/>
                <a:rect l="l" t="t" r="r" b="b"/>
                <a:pathLst>
                  <a:path w="109" h="436" extrusionOk="0">
                    <a:moveTo>
                      <a:pt x="1" y="0"/>
                    </a:moveTo>
                    <a:lnTo>
                      <a:pt x="1" y="435"/>
                    </a:lnTo>
                    <a:lnTo>
                      <a:pt x="109" y="435"/>
                    </a:lnTo>
                    <a:lnTo>
                      <a:pt x="109"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6" name="Google Shape;1936;p24"/>
              <p:cNvSpPr/>
              <p:nvPr/>
            </p:nvSpPr>
            <p:spPr>
              <a:xfrm>
                <a:off x="1718105" y="3666833"/>
                <a:ext cx="13958" cy="55705"/>
              </a:xfrm>
              <a:custGeom>
                <a:avLst/>
                <a:gdLst/>
                <a:ahLst/>
                <a:cxnLst/>
                <a:rect l="l" t="t" r="r" b="b"/>
                <a:pathLst>
                  <a:path w="109" h="435" extrusionOk="0">
                    <a:moveTo>
                      <a:pt x="1" y="0"/>
                    </a:moveTo>
                    <a:lnTo>
                      <a:pt x="1" y="435"/>
                    </a:lnTo>
                    <a:lnTo>
                      <a:pt x="109" y="435"/>
                    </a:lnTo>
                    <a:lnTo>
                      <a:pt x="109"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7" name="Google Shape;1937;p24"/>
              <p:cNvSpPr/>
              <p:nvPr/>
            </p:nvSpPr>
            <p:spPr>
              <a:xfrm>
                <a:off x="1718105" y="2989921"/>
                <a:ext cx="13958" cy="57498"/>
              </a:xfrm>
              <a:custGeom>
                <a:avLst/>
                <a:gdLst/>
                <a:ahLst/>
                <a:cxnLst/>
                <a:rect l="l" t="t" r="r" b="b"/>
                <a:pathLst>
                  <a:path w="109" h="449" extrusionOk="0">
                    <a:moveTo>
                      <a:pt x="1" y="1"/>
                    </a:moveTo>
                    <a:lnTo>
                      <a:pt x="1" y="449"/>
                    </a:lnTo>
                    <a:lnTo>
                      <a:pt x="109" y="449"/>
                    </a:lnTo>
                    <a:lnTo>
                      <a:pt x="109"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8" name="Google Shape;1938;p24"/>
              <p:cNvSpPr/>
              <p:nvPr/>
            </p:nvSpPr>
            <p:spPr>
              <a:xfrm>
                <a:off x="1718105" y="3778114"/>
                <a:ext cx="13958" cy="57882"/>
              </a:xfrm>
              <a:custGeom>
                <a:avLst/>
                <a:gdLst/>
                <a:ahLst/>
                <a:cxnLst/>
                <a:rect l="l" t="t" r="r" b="b"/>
                <a:pathLst>
                  <a:path w="109" h="452" extrusionOk="0">
                    <a:moveTo>
                      <a:pt x="1" y="1"/>
                    </a:moveTo>
                    <a:lnTo>
                      <a:pt x="1" y="452"/>
                    </a:lnTo>
                    <a:lnTo>
                      <a:pt x="109" y="452"/>
                    </a:lnTo>
                    <a:lnTo>
                      <a:pt x="109"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9" name="Google Shape;1939;p24"/>
              <p:cNvSpPr/>
              <p:nvPr/>
            </p:nvSpPr>
            <p:spPr>
              <a:xfrm>
                <a:off x="1718105" y="3103380"/>
                <a:ext cx="13958" cy="55833"/>
              </a:xfrm>
              <a:custGeom>
                <a:avLst/>
                <a:gdLst/>
                <a:ahLst/>
                <a:cxnLst/>
                <a:rect l="l" t="t" r="r" b="b"/>
                <a:pathLst>
                  <a:path w="109" h="436" extrusionOk="0">
                    <a:moveTo>
                      <a:pt x="1" y="1"/>
                    </a:moveTo>
                    <a:lnTo>
                      <a:pt x="1" y="435"/>
                    </a:lnTo>
                    <a:lnTo>
                      <a:pt x="109" y="435"/>
                    </a:lnTo>
                    <a:lnTo>
                      <a:pt x="109"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0" name="Google Shape;1940;p24"/>
              <p:cNvSpPr/>
              <p:nvPr/>
            </p:nvSpPr>
            <p:spPr>
              <a:xfrm>
                <a:off x="1718105" y="3214790"/>
                <a:ext cx="13958" cy="57882"/>
              </a:xfrm>
              <a:custGeom>
                <a:avLst/>
                <a:gdLst/>
                <a:ahLst/>
                <a:cxnLst/>
                <a:rect l="l" t="t" r="r" b="b"/>
                <a:pathLst>
                  <a:path w="109" h="452" extrusionOk="0">
                    <a:moveTo>
                      <a:pt x="1" y="0"/>
                    </a:moveTo>
                    <a:lnTo>
                      <a:pt x="1" y="451"/>
                    </a:lnTo>
                    <a:lnTo>
                      <a:pt x="109" y="451"/>
                    </a:lnTo>
                    <a:lnTo>
                      <a:pt x="109"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1" name="Google Shape;1941;p24"/>
              <p:cNvSpPr/>
              <p:nvPr/>
            </p:nvSpPr>
            <p:spPr>
              <a:xfrm>
                <a:off x="1718105" y="3441579"/>
                <a:ext cx="13958" cy="55833"/>
              </a:xfrm>
              <a:custGeom>
                <a:avLst/>
                <a:gdLst/>
                <a:ahLst/>
                <a:cxnLst/>
                <a:rect l="l" t="t" r="r" b="b"/>
                <a:pathLst>
                  <a:path w="109" h="436" extrusionOk="0">
                    <a:moveTo>
                      <a:pt x="1" y="1"/>
                    </a:moveTo>
                    <a:lnTo>
                      <a:pt x="1" y="435"/>
                    </a:lnTo>
                    <a:lnTo>
                      <a:pt x="109" y="435"/>
                    </a:lnTo>
                    <a:lnTo>
                      <a:pt x="109"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2" name="Google Shape;1942;p24"/>
              <p:cNvSpPr/>
              <p:nvPr/>
            </p:nvSpPr>
            <p:spPr>
              <a:xfrm>
                <a:off x="1718105" y="3328120"/>
                <a:ext cx="13958" cy="56217"/>
              </a:xfrm>
              <a:custGeom>
                <a:avLst/>
                <a:gdLst/>
                <a:ahLst/>
                <a:cxnLst/>
                <a:rect l="l" t="t" r="r" b="b"/>
                <a:pathLst>
                  <a:path w="109" h="439" extrusionOk="0">
                    <a:moveTo>
                      <a:pt x="1" y="1"/>
                    </a:moveTo>
                    <a:lnTo>
                      <a:pt x="1" y="439"/>
                    </a:lnTo>
                    <a:lnTo>
                      <a:pt x="109" y="439"/>
                    </a:lnTo>
                    <a:lnTo>
                      <a:pt x="109"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3" name="Google Shape;1943;p24"/>
              <p:cNvSpPr/>
              <p:nvPr/>
            </p:nvSpPr>
            <p:spPr>
              <a:xfrm>
                <a:off x="2316262" y="2459634"/>
                <a:ext cx="13958" cy="57882"/>
              </a:xfrm>
              <a:custGeom>
                <a:avLst/>
                <a:gdLst/>
                <a:ahLst/>
                <a:cxnLst/>
                <a:rect l="l" t="t" r="r" b="b"/>
                <a:pathLst>
                  <a:path w="109" h="452" extrusionOk="0">
                    <a:moveTo>
                      <a:pt x="1" y="0"/>
                    </a:moveTo>
                    <a:lnTo>
                      <a:pt x="1" y="452"/>
                    </a:lnTo>
                    <a:lnTo>
                      <a:pt x="109" y="452"/>
                    </a:lnTo>
                    <a:lnTo>
                      <a:pt x="109"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4" name="Google Shape;1944;p24"/>
              <p:cNvSpPr/>
              <p:nvPr/>
            </p:nvSpPr>
            <p:spPr>
              <a:xfrm>
                <a:off x="2316262" y="2573093"/>
                <a:ext cx="13958" cy="55705"/>
              </a:xfrm>
              <a:custGeom>
                <a:avLst/>
                <a:gdLst/>
                <a:ahLst/>
                <a:cxnLst/>
                <a:rect l="l" t="t" r="r" b="b"/>
                <a:pathLst>
                  <a:path w="109" h="435" extrusionOk="0">
                    <a:moveTo>
                      <a:pt x="1" y="0"/>
                    </a:moveTo>
                    <a:lnTo>
                      <a:pt x="1" y="435"/>
                    </a:lnTo>
                    <a:lnTo>
                      <a:pt x="109" y="435"/>
                    </a:lnTo>
                    <a:lnTo>
                      <a:pt x="109"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5" name="Google Shape;1945;p24"/>
              <p:cNvSpPr/>
              <p:nvPr/>
            </p:nvSpPr>
            <p:spPr>
              <a:xfrm>
                <a:off x="2316262" y="2686552"/>
                <a:ext cx="13958" cy="55705"/>
              </a:xfrm>
              <a:custGeom>
                <a:avLst/>
                <a:gdLst/>
                <a:ahLst/>
                <a:cxnLst/>
                <a:rect l="l" t="t" r="r" b="b"/>
                <a:pathLst>
                  <a:path w="109" h="435" extrusionOk="0">
                    <a:moveTo>
                      <a:pt x="1" y="0"/>
                    </a:moveTo>
                    <a:lnTo>
                      <a:pt x="1" y="435"/>
                    </a:lnTo>
                    <a:lnTo>
                      <a:pt x="109" y="435"/>
                    </a:lnTo>
                    <a:lnTo>
                      <a:pt x="109"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6" name="Google Shape;1946;p24"/>
              <p:cNvSpPr/>
              <p:nvPr/>
            </p:nvSpPr>
            <p:spPr>
              <a:xfrm>
                <a:off x="2316262" y="2798218"/>
                <a:ext cx="13958" cy="55833"/>
              </a:xfrm>
              <a:custGeom>
                <a:avLst/>
                <a:gdLst/>
                <a:ahLst/>
                <a:cxnLst/>
                <a:rect l="l" t="t" r="r" b="b"/>
                <a:pathLst>
                  <a:path w="109" h="436" extrusionOk="0">
                    <a:moveTo>
                      <a:pt x="1" y="1"/>
                    </a:moveTo>
                    <a:lnTo>
                      <a:pt x="1" y="436"/>
                    </a:lnTo>
                    <a:lnTo>
                      <a:pt x="109" y="436"/>
                    </a:lnTo>
                    <a:lnTo>
                      <a:pt x="109"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7" name="Google Shape;1947;p24"/>
              <p:cNvSpPr/>
              <p:nvPr/>
            </p:nvSpPr>
            <p:spPr>
              <a:xfrm>
                <a:off x="2012894" y="2072389"/>
                <a:ext cx="57370" cy="17800"/>
              </a:xfrm>
              <a:custGeom>
                <a:avLst/>
                <a:gdLst/>
                <a:ahLst/>
                <a:cxnLst/>
                <a:rect l="l" t="t" r="r" b="b"/>
                <a:pathLst>
                  <a:path w="448" h="139" extrusionOk="0">
                    <a:moveTo>
                      <a:pt x="0" y="1"/>
                    </a:moveTo>
                    <a:lnTo>
                      <a:pt x="0" y="112"/>
                    </a:lnTo>
                    <a:lnTo>
                      <a:pt x="95" y="112"/>
                    </a:lnTo>
                    <a:cubicBezTo>
                      <a:pt x="203" y="112"/>
                      <a:pt x="327" y="125"/>
                      <a:pt x="435" y="138"/>
                    </a:cubicBezTo>
                    <a:lnTo>
                      <a:pt x="448" y="30"/>
                    </a:lnTo>
                    <a:cubicBezTo>
                      <a:pt x="327" y="14"/>
                      <a:pt x="216" y="1"/>
                      <a:pt x="95"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8" name="Google Shape;1948;p24"/>
              <p:cNvSpPr/>
              <p:nvPr/>
            </p:nvSpPr>
            <p:spPr>
              <a:xfrm>
                <a:off x="2314597" y="2346176"/>
                <a:ext cx="15623" cy="57882"/>
              </a:xfrm>
              <a:custGeom>
                <a:avLst/>
                <a:gdLst/>
                <a:ahLst/>
                <a:cxnLst/>
                <a:rect l="l" t="t" r="r" b="b"/>
                <a:pathLst>
                  <a:path w="122" h="452" extrusionOk="0">
                    <a:moveTo>
                      <a:pt x="109" y="1"/>
                    </a:moveTo>
                    <a:lnTo>
                      <a:pt x="1" y="17"/>
                    </a:lnTo>
                    <a:cubicBezTo>
                      <a:pt x="14" y="99"/>
                      <a:pt x="14" y="180"/>
                      <a:pt x="14" y="262"/>
                    </a:cubicBezTo>
                    <a:lnTo>
                      <a:pt x="14" y="452"/>
                    </a:lnTo>
                    <a:lnTo>
                      <a:pt x="122" y="452"/>
                    </a:lnTo>
                    <a:lnTo>
                      <a:pt x="122" y="262"/>
                    </a:lnTo>
                    <a:cubicBezTo>
                      <a:pt x="122" y="180"/>
                      <a:pt x="122" y="99"/>
                      <a:pt x="109"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9" name="Google Shape;1949;p24"/>
              <p:cNvSpPr/>
              <p:nvPr/>
            </p:nvSpPr>
            <p:spPr>
              <a:xfrm>
                <a:off x="2283223" y="2238223"/>
                <a:ext cx="34832" cy="55833"/>
              </a:xfrm>
              <a:custGeom>
                <a:avLst/>
                <a:gdLst/>
                <a:ahLst/>
                <a:cxnLst/>
                <a:rect l="l" t="t" r="r" b="b"/>
                <a:pathLst>
                  <a:path w="272" h="436" extrusionOk="0">
                    <a:moveTo>
                      <a:pt x="108" y="0"/>
                    </a:moveTo>
                    <a:lnTo>
                      <a:pt x="1" y="43"/>
                    </a:lnTo>
                    <a:cubicBezTo>
                      <a:pt x="66" y="177"/>
                      <a:pt x="122" y="301"/>
                      <a:pt x="164" y="435"/>
                    </a:cubicBezTo>
                    <a:lnTo>
                      <a:pt x="272" y="409"/>
                    </a:lnTo>
                    <a:cubicBezTo>
                      <a:pt x="229" y="272"/>
                      <a:pt x="177" y="125"/>
                      <a:pt x="108"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0" name="Google Shape;1950;p24"/>
              <p:cNvSpPr/>
              <p:nvPr/>
            </p:nvSpPr>
            <p:spPr>
              <a:xfrm>
                <a:off x="2216633" y="2147430"/>
                <a:ext cx="49174" cy="50711"/>
              </a:xfrm>
              <a:custGeom>
                <a:avLst/>
                <a:gdLst/>
                <a:ahLst/>
                <a:cxnLst/>
                <a:rect l="l" t="t" r="r" b="b"/>
                <a:pathLst>
                  <a:path w="384" h="396" extrusionOk="0">
                    <a:moveTo>
                      <a:pt x="70" y="0"/>
                    </a:moveTo>
                    <a:lnTo>
                      <a:pt x="1" y="82"/>
                    </a:lnTo>
                    <a:cubicBezTo>
                      <a:pt x="96" y="180"/>
                      <a:pt x="207" y="288"/>
                      <a:pt x="289" y="396"/>
                    </a:cubicBezTo>
                    <a:lnTo>
                      <a:pt x="383" y="327"/>
                    </a:lnTo>
                    <a:cubicBezTo>
                      <a:pt x="289" y="206"/>
                      <a:pt x="177" y="98"/>
                      <a:pt x="70"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1" name="Google Shape;1951;p24"/>
              <p:cNvSpPr/>
              <p:nvPr/>
            </p:nvSpPr>
            <p:spPr>
              <a:xfrm>
                <a:off x="2120846" y="2090061"/>
                <a:ext cx="57882" cy="36496"/>
              </a:xfrm>
              <a:custGeom>
                <a:avLst/>
                <a:gdLst/>
                <a:ahLst/>
                <a:cxnLst/>
                <a:rect l="l" t="t" r="r" b="b"/>
                <a:pathLst>
                  <a:path w="452" h="285" extrusionOk="0">
                    <a:moveTo>
                      <a:pt x="43" y="0"/>
                    </a:moveTo>
                    <a:lnTo>
                      <a:pt x="0" y="108"/>
                    </a:lnTo>
                    <a:cubicBezTo>
                      <a:pt x="138" y="151"/>
                      <a:pt x="272" y="219"/>
                      <a:pt x="396" y="285"/>
                    </a:cubicBezTo>
                    <a:lnTo>
                      <a:pt x="451" y="190"/>
                    </a:lnTo>
                    <a:cubicBezTo>
                      <a:pt x="314" y="108"/>
                      <a:pt x="177" y="56"/>
                      <a:pt x="43"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2" name="Google Shape;1952;p24"/>
              <p:cNvSpPr/>
              <p:nvPr/>
            </p:nvSpPr>
            <p:spPr>
              <a:xfrm>
                <a:off x="2316262" y="2911293"/>
                <a:ext cx="13958" cy="56217"/>
              </a:xfrm>
              <a:custGeom>
                <a:avLst/>
                <a:gdLst/>
                <a:ahLst/>
                <a:cxnLst/>
                <a:rect l="l" t="t" r="r" b="b"/>
                <a:pathLst>
                  <a:path w="109" h="439" extrusionOk="0">
                    <a:moveTo>
                      <a:pt x="1" y="0"/>
                    </a:moveTo>
                    <a:lnTo>
                      <a:pt x="1" y="438"/>
                    </a:lnTo>
                    <a:lnTo>
                      <a:pt x="109" y="438"/>
                    </a:lnTo>
                    <a:lnTo>
                      <a:pt x="109"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3" name="Google Shape;1953;p24"/>
              <p:cNvSpPr/>
              <p:nvPr/>
            </p:nvSpPr>
            <p:spPr>
              <a:xfrm>
                <a:off x="1718105" y="4003368"/>
                <a:ext cx="15623" cy="55705"/>
              </a:xfrm>
              <a:custGeom>
                <a:avLst/>
                <a:gdLst/>
                <a:ahLst/>
                <a:cxnLst/>
                <a:rect l="l" t="t" r="r" b="b"/>
                <a:pathLst>
                  <a:path w="122" h="435" extrusionOk="0">
                    <a:moveTo>
                      <a:pt x="1" y="0"/>
                    </a:moveTo>
                    <a:lnTo>
                      <a:pt x="1" y="435"/>
                    </a:lnTo>
                    <a:lnTo>
                      <a:pt x="122" y="435"/>
                    </a:lnTo>
                    <a:lnTo>
                      <a:pt x="122"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4" name="Google Shape;1954;p24"/>
              <p:cNvSpPr/>
              <p:nvPr/>
            </p:nvSpPr>
            <p:spPr>
              <a:xfrm>
                <a:off x="1718105" y="4114650"/>
                <a:ext cx="15623" cy="57882"/>
              </a:xfrm>
              <a:custGeom>
                <a:avLst/>
                <a:gdLst/>
                <a:ahLst/>
                <a:cxnLst/>
                <a:rect l="l" t="t" r="r" b="b"/>
                <a:pathLst>
                  <a:path w="122" h="452" extrusionOk="0">
                    <a:moveTo>
                      <a:pt x="1" y="1"/>
                    </a:moveTo>
                    <a:lnTo>
                      <a:pt x="1" y="452"/>
                    </a:lnTo>
                    <a:lnTo>
                      <a:pt x="122" y="452"/>
                    </a:lnTo>
                    <a:lnTo>
                      <a:pt x="122"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5" name="Google Shape;1955;p24"/>
              <p:cNvSpPr/>
              <p:nvPr/>
            </p:nvSpPr>
            <p:spPr>
              <a:xfrm>
                <a:off x="1718105" y="3889909"/>
                <a:ext cx="15623" cy="57498"/>
              </a:xfrm>
              <a:custGeom>
                <a:avLst/>
                <a:gdLst/>
                <a:ahLst/>
                <a:cxnLst/>
                <a:rect l="l" t="t" r="r" b="b"/>
                <a:pathLst>
                  <a:path w="122" h="449" extrusionOk="0">
                    <a:moveTo>
                      <a:pt x="1" y="0"/>
                    </a:moveTo>
                    <a:lnTo>
                      <a:pt x="1" y="14"/>
                    </a:lnTo>
                    <a:lnTo>
                      <a:pt x="1" y="177"/>
                    </a:lnTo>
                    <a:lnTo>
                      <a:pt x="1" y="448"/>
                    </a:lnTo>
                    <a:lnTo>
                      <a:pt x="122" y="448"/>
                    </a:lnTo>
                    <a:lnTo>
                      <a:pt x="122"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6" name="Google Shape;1956;p24"/>
              <p:cNvSpPr/>
              <p:nvPr/>
            </p:nvSpPr>
            <p:spPr>
              <a:xfrm>
                <a:off x="1718105" y="4228109"/>
                <a:ext cx="15623" cy="56217"/>
              </a:xfrm>
              <a:custGeom>
                <a:avLst/>
                <a:gdLst/>
                <a:ahLst/>
                <a:cxnLst/>
                <a:rect l="l" t="t" r="r" b="b"/>
                <a:pathLst>
                  <a:path w="122" h="439" extrusionOk="0">
                    <a:moveTo>
                      <a:pt x="1" y="0"/>
                    </a:moveTo>
                    <a:lnTo>
                      <a:pt x="1" y="438"/>
                    </a:lnTo>
                    <a:lnTo>
                      <a:pt x="122" y="438"/>
                    </a:lnTo>
                    <a:lnTo>
                      <a:pt x="122"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7" name="Google Shape;1957;p24"/>
              <p:cNvSpPr/>
              <p:nvPr/>
            </p:nvSpPr>
            <p:spPr>
              <a:xfrm>
                <a:off x="1718105" y="4341568"/>
                <a:ext cx="15623" cy="55833"/>
              </a:xfrm>
              <a:custGeom>
                <a:avLst/>
                <a:gdLst/>
                <a:ahLst/>
                <a:cxnLst/>
                <a:rect l="l" t="t" r="r" b="b"/>
                <a:pathLst>
                  <a:path w="122" h="436" extrusionOk="0">
                    <a:moveTo>
                      <a:pt x="1" y="0"/>
                    </a:moveTo>
                    <a:lnTo>
                      <a:pt x="1" y="435"/>
                    </a:lnTo>
                    <a:lnTo>
                      <a:pt x="122" y="435"/>
                    </a:lnTo>
                    <a:lnTo>
                      <a:pt x="122"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8" name="Google Shape;1958;p24"/>
              <p:cNvSpPr/>
              <p:nvPr/>
            </p:nvSpPr>
            <p:spPr>
              <a:xfrm>
                <a:off x="1718105" y="4453362"/>
                <a:ext cx="15623" cy="55705"/>
              </a:xfrm>
              <a:custGeom>
                <a:avLst/>
                <a:gdLst/>
                <a:ahLst/>
                <a:cxnLst/>
                <a:rect l="l" t="t" r="r" b="b"/>
                <a:pathLst>
                  <a:path w="122" h="435" extrusionOk="0">
                    <a:moveTo>
                      <a:pt x="1" y="0"/>
                    </a:moveTo>
                    <a:lnTo>
                      <a:pt x="1" y="435"/>
                    </a:lnTo>
                    <a:lnTo>
                      <a:pt x="122" y="435"/>
                    </a:lnTo>
                    <a:lnTo>
                      <a:pt x="122"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9" name="Google Shape;1959;p24"/>
              <p:cNvSpPr/>
              <p:nvPr/>
            </p:nvSpPr>
            <p:spPr>
              <a:xfrm>
                <a:off x="1718105" y="4678103"/>
                <a:ext cx="15623" cy="59547"/>
              </a:xfrm>
              <a:custGeom>
                <a:avLst/>
                <a:gdLst/>
                <a:ahLst/>
                <a:cxnLst/>
                <a:rect l="l" t="t" r="r" b="b"/>
                <a:pathLst>
                  <a:path w="122" h="465" extrusionOk="0">
                    <a:moveTo>
                      <a:pt x="1" y="0"/>
                    </a:moveTo>
                    <a:lnTo>
                      <a:pt x="1" y="30"/>
                    </a:lnTo>
                    <a:lnTo>
                      <a:pt x="1" y="451"/>
                    </a:lnTo>
                    <a:lnTo>
                      <a:pt x="1" y="464"/>
                    </a:lnTo>
                    <a:lnTo>
                      <a:pt x="122" y="464"/>
                    </a:lnTo>
                    <a:lnTo>
                      <a:pt x="122" y="451"/>
                    </a:lnTo>
                    <a:lnTo>
                      <a:pt x="122" y="30"/>
                    </a:lnTo>
                    <a:lnTo>
                      <a:pt x="122"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0" name="Google Shape;1960;p24"/>
              <p:cNvSpPr/>
              <p:nvPr/>
            </p:nvSpPr>
            <p:spPr>
              <a:xfrm>
                <a:off x="1718105" y="4566693"/>
                <a:ext cx="15623" cy="55833"/>
              </a:xfrm>
              <a:custGeom>
                <a:avLst/>
                <a:gdLst/>
                <a:ahLst/>
                <a:cxnLst/>
                <a:rect l="l" t="t" r="r" b="b"/>
                <a:pathLst>
                  <a:path w="122" h="436" extrusionOk="0">
                    <a:moveTo>
                      <a:pt x="1" y="1"/>
                    </a:moveTo>
                    <a:lnTo>
                      <a:pt x="1" y="436"/>
                    </a:lnTo>
                    <a:lnTo>
                      <a:pt x="122" y="436"/>
                    </a:lnTo>
                    <a:lnTo>
                      <a:pt x="122"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961" name="Google Shape;1961;p24"/>
          <p:cNvGrpSpPr/>
          <p:nvPr/>
        </p:nvGrpSpPr>
        <p:grpSpPr>
          <a:xfrm>
            <a:off x="8173658" y="4513162"/>
            <a:ext cx="514249" cy="630515"/>
            <a:chOff x="1551613" y="4513162"/>
            <a:chExt cx="514249" cy="630515"/>
          </a:xfrm>
        </p:grpSpPr>
        <p:grpSp>
          <p:nvGrpSpPr>
            <p:cNvPr id="1962" name="Google Shape;1962;p24"/>
            <p:cNvGrpSpPr/>
            <p:nvPr/>
          </p:nvGrpSpPr>
          <p:grpSpPr>
            <a:xfrm>
              <a:off x="1551613" y="4513162"/>
              <a:ext cx="347653" cy="630515"/>
              <a:chOff x="3816307" y="2352225"/>
              <a:chExt cx="1213027" cy="2199981"/>
            </a:xfrm>
          </p:grpSpPr>
          <p:sp>
            <p:nvSpPr>
              <p:cNvPr id="1963" name="Google Shape;1963;p24"/>
              <p:cNvSpPr/>
              <p:nvPr/>
            </p:nvSpPr>
            <p:spPr>
              <a:xfrm>
                <a:off x="3816307" y="2353110"/>
                <a:ext cx="1213027" cy="1210194"/>
              </a:xfrm>
              <a:custGeom>
                <a:avLst/>
                <a:gdLst/>
                <a:ahLst/>
                <a:cxnLst/>
                <a:rect l="l" t="t" r="r" b="b"/>
                <a:pathLst>
                  <a:path w="6852" h="6836" extrusionOk="0">
                    <a:moveTo>
                      <a:pt x="3422" y="1"/>
                    </a:moveTo>
                    <a:cubicBezTo>
                      <a:pt x="1540" y="1"/>
                      <a:pt x="14" y="1519"/>
                      <a:pt x="1" y="3404"/>
                    </a:cubicBezTo>
                    <a:cubicBezTo>
                      <a:pt x="1" y="5299"/>
                      <a:pt x="1524" y="6836"/>
                      <a:pt x="3420" y="6836"/>
                    </a:cubicBezTo>
                    <a:cubicBezTo>
                      <a:pt x="3430" y="6836"/>
                      <a:pt x="3440" y="6836"/>
                      <a:pt x="3450" y="6836"/>
                    </a:cubicBezTo>
                    <a:cubicBezTo>
                      <a:pt x="5316" y="6836"/>
                      <a:pt x="6836" y="5315"/>
                      <a:pt x="6852" y="3433"/>
                    </a:cubicBezTo>
                    <a:cubicBezTo>
                      <a:pt x="6852" y="1540"/>
                      <a:pt x="5326" y="1"/>
                      <a:pt x="3446" y="1"/>
                    </a:cubicBezTo>
                    <a:cubicBezTo>
                      <a:pt x="3438" y="1"/>
                      <a:pt x="3430" y="1"/>
                      <a:pt x="342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4" name="Google Shape;1964;p24"/>
              <p:cNvSpPr/>
              <p:nvPr/>
            </p:nvSpPr>
            <p:spPr>
              <a:xfrm>
                <a:off x="4199402" y="2832867"/>
                <a:ext cx="361854" cy="1719340"/>
              </a:xfrm>
              <a:custGeom>
                <a:avLst/>
                <a:gdLst/>
                <a:ahLst/>
                <a:cxnLst/>
                <a:rect l="l" t="t" r="r" b="b"/>
                <a:pathLst>
                  <a:path w="2044" h="9712" extrusionOk="0">
                    <a:moveTo>
                      <a:pt x="1187" y="1"/>
                    </a:moveTo>
                    <a:lnTo>
                      <a:pt x="929" y="3420"/>
                    </a:lnTo>
                    <a:lnTo>
                      <a:pt x="14" y="2262"/>
                    </a:lnTo>
                    <a:lnTo>
                      <a:pt x="1" y="2276"/>
                    </a:lnTo>
                    <a:lnTo>
                      <a:pt x="900" y="3815"/>
                    </a:lnTo>
                    <a:lnTo>
                      <a:pt x="736" y="9712"/>
                    </a:lnTo>
                    <a:lnTo>
                      <a:pt x="1635" y="9712"/>
                    </a:lnTo>
                    <a:lnTo>
                      <a:pt x="1364" y="1854"/>
                    </a:lnTo>
                    <a:lnTo>
                      <a:pt x="2044" y="1020"/>
                    </a:lnTo>
                    <a:lnTo>
                      <a:pt x="2031" y="1007"/>
                    </a:lnTo>
                    <a:lnTo>
                      <a:pt x="1351" y="1648"/>
                    </a:lnTo>
                    <a:lnTo>
                      <a:pt x="1240" y="14"/>
                    </a:lnTo>
                    <a:lnTo>
                      <a:pt x="118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5" name="Google Shape;1965;p24"/>
              <p:cNvSpPr/>
              <p:nvPr/>
            </p:nvSpPr>
            <p:spPr>
              <a:xfrm>
                <a:off x="4331999" y="2352225"/>
                <a:ext cx="697331" cy="1211079"/>
              </a:xfrm>
              <a:custGeom>
                <a:avLst/>
                <a:gdLst/>
                <a:ahLst/>
                <a:cxnLst/>
                <a:rect l="l" t="t" r="r" b="b"/>
                <a:pathLst>
                  <a:path w="3939" h="6841" extrusionOk="0">
                    <a:moveTo>
                      <a:pt x="383" y="1"/>
                    </a:moveTo>
                    <a:cubicBezTo>
                      <a:pt x="248" y="1"/>
                      <a:pt x="120" y="13"/>
                      <a:pt x="0" y="32"/>
                    </a:cubicBezTo>
                    <a:cubicBezTo>
                      <a:pt x="1651" y="290"/>
                      <a:pt x="2903" y="1722"/>
                      <a:pt x="2903" y="3438"/>
                    </a:cubicBezTo>
                    <a:cubicBezTo>
                      <a:pt x="2890" y="5141"/>
                      <a:pt x="1635" y="6556"/>
                      <a:pt x="0" y="6801"/>
                    </a:cubicBezTo>
                    <a:cubicBezTo>
                      <a:pt x="164" y="6828"/>
                      <a:pt x="327" y="6841"/>
                      <a:pt x="507" y="6841"/>
                    </a:cubicBezTo>
                    <a:cubicBezTo>
                      <a:pt x="517" y="6841"/>
                      <a:pt x="527" y="6841"/>
                      <a:pt x="537" y="6841"/>
                    </a:cubicBezTo>
                    <a:cubicBezTo>
                      <a:pt x="2403" y="6841"/>
                      <a:pt x="3923" y="5320"/>
                      <a:pt x="3939" y="3438"/>
                    </a:cubicBezTo>
                    <a:cubicBezTo>
                      <a:pt x="3939" y="1545"/>
                      <a:pt x="2413" y="6"/>
                      <a:pt x="533" y="6"/>
                    </a:cubicBezTo>
                    <a:cubicBezTo>
                      <a:pt x="482" y="2"/>
                      <a:pt x="432" y="1"/>
                      <a:pt x="383" y="1"/>
                    </a:cubicBezTo>
                    <a:close/>
                  </a:path>
                </a:pathLst>
              </a:custGeom>
              <a:solidFill>
                <a:srgbClr val="473A50">
                  <a:alpha val="434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966" name="Google Shape;1966;p24"/>
            <p:cNvGrpSpPr/>
            <p:nvPr/>
          </p:nvGrpSpPr>
          <p:grpSpPr>
            <a:xfrm>
              <a:off x="1899071" y="4839761"/>
              <a:ext cx="166791" cy="302717"/>
              <a:chOff x="3816307" y="2352225"/>
              <a:chExt cx="1213027" cy="2199981"/>
            </a:xfrm>
          </p:grpSpPr>
          <p:sp>
            <p:nvSpPr>
              <p:cNvPr id="1967" name="Google Shape;1967;p24"/>
              <p:cNvSpPr/>
              <p:nvPr/>
            </p:nvSpPr>
            <p:spPr>
              <a:xfrm>
                <a:off x="3816307" y="2353110"/>
                <a:ext cx="1213027" cy="1210194"/>
              </a:xfrm>
              <a:custGeom>
                <a:avLst/>
                <a:gdLst/>
                <a:ahLst/>
                <a:cxnLst/>
                <a:rect l="l" t="t" r="r" b="b"/>
                <a:pathLst>
                  <a:path w="6852" h="6836" extrusionOk="0">
                    <a:moveTo>
                      <a:pt x="3422" y="1"/>
                    </a:moveTo>
                    <a:cubicBezTo>
                      <a:pt x="1540" y="1"/>
                      <a:pt x="14" y="1519"/>
                      <a:pt x="1" y="3404"/>
                    </a:cubicBezTo>
                    <a:cubicBezTo>
                      <a:pt x="1" y="5299"/>
                      <a:pt x="1524" y="6836"/>
                      <a:pt x="3420" y="6836"/>
                    </a:cubicBezTo>
                    <a:cubicBezTo>
                      <a:pt x="3430" y="6836"/>
                      <a:pt x="3440" y="6836"/>
                      <a:pt x="3450" y="6836"/>
                    </a:cubicBezTo>
                    <a:cubicBezTo>
                      <a:pt x="5316" y="6836"/>
                      <a:pt x="6836" y="5315"/>
                      <a:pt x="6852" y="3433"/>
                    </a:cubicBezTo>
                    <a:cubicBezTo>
                      <a:pt x="6852" y="1540"/>
                      <a:pt x="5326" y="1"/>
                      <a:pt x="3446" y="1"/>
                    </a:cubicBezTo>
                    <a:cubicBezTo>
                      <a:pt x="3438" y="1"/>
                      <a:pt x="3430" y="1"/>
                      <a:pt x="342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8" name="Google Shape;1968;p24"/>
              <p:cNvSpPr/>
              <p:nvPr/>
            </p:nvSpPr>
            <p:spPr>
              <a:xfrm>
                <a:off x="4199402" y="2832867"/>
                <a:ext cx="361854" cy="1719340"/>
              </a:xfrm>
              <a:custGeom>
                <a:avLst/>
                <a:gdLst/>
                <a:ahLst/>
                <a:cxnLst/>
                <a:rect l="l" t="t" r="r" b="b"/>
                <a:pathLst>
                  <a:path w="2044" h="9712" extrusionOk="0">
                    <a:moveTo>
                      <a:pt x="1187" y="1"/>
                    </a:moveTo>
                    <a:lnTo>
                      <a:pt x="929" y="3420"/>
                    </a:lnTo>
                    <a:lnTo>
                      <a:pt x="14" y="2262"/>
                    </a:lnTo>
                    <a:lnTo>
                      <a:pt x="1" y="2276"/>
                    </a:lnTo>
                    <a:lnTo>
                      <a:pt x="900" y="3815"/>
                    </a:lnTo>
                    <a:lnTo>
                      <a:pt x="736" y="9712"/>
                    </a:lnTo>
                    <a:lnTo>
                      <a:pt x="1635" y="9712"/>
                    </a:lnTo>
                    <a:lnTo>
                      <a:pt x="1364" y="1854"/>
                    </a:lnTo>
                    <a:lnTo>
                      <a:pt x="2044" y="1020"/>
                    </a:lnTo>
                    <a:lnTo>
                      <a:pt x="2031" y="1007"/>
                    </a:lnTo>
                    <a:lnTo>
                      <a:pt x="1351" y="1648"/>
                    </a:lnTo>
                    <a:lnTo>
                      <a:pt x="1240" y="14"/>
                    </a:lnTo>
                    <a:lnTo>
                      <a:pt x="118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9" name="Google Shape;1969;p24"/>
              <p:cNvSpPr/>
              <p:nvPr/>
            </p:nvSpPr>
            <p:spPr>
              <a:xfrm>
                <a:off x="4331999" y="2352225"/>
                <a:ext cx="697331" cy="1211079"/>
              </a:xfrm>
              <a:custGeom>
                <a:avLst/>
                <a:gdLst/>
                <a:ahLst/>
                <a:cxnLst/>
                <a:rect l="l" t="t" r="r" b="b"/>
                <a:pathLst>
                  <a:path w="3939" h="6841" extrusionOk="0">
                    <a:moveTo>
                      <a:pt x="383" y="1"/>
                    </a:moveTo>
                    <a:cubicBezTo>
                      <a:pt x="248" y="1"/>
                      <a:pt x="120" y="13"/>
                      <a:pt x="0" y="32"/>
                    </a:cubicBezTo>
                    <a:cubicBezTo>
                      <a:pt x="1651" y="290"/>
                      <a:pt x="2903" y="1722"/>
                      <a:pt x="2903" y="3438"/>
                    </a:cubicBezTo>
                    <a:cubicBezTo>
                      <a:pt x="2890" y="5141"/>
                      <a:pt x="1635" y="6556"/>
                      <a:pt x="0" y="6801"/>
                    </a:cubicBezTo>
                    <a:cubicBezTo>
                      <a:pt x="164" y="6828"/>
                      <a:pt x="327" y="6841"/>
                      <a:pt x="507" y="6841"/>
                    </a:cubicBezTo>
                    <a:cubicBezTo>
                      <a:pt x="517" y="6841"/>
                      <a:pt x="527" y="6841"/>
                      <a:pt x="537" y="6841"/>
                    </a:cubicBezTo>
                    <a:cubicBezTo>
                      <a:pt x="2403" y="6841"/>
                      <a:pt x="3923" y="5320"/>
                      <a:pt x="3939" y="3438"/>
                    </a:cubicBezTo>
                    <a:cubicBezTo>
                      <a:pt x="3939" y="1545"/>
                      <a:pt x="2413" y="6"/>
                      <a:pt x="533" y="6"/>
                    </a:cubicBezTo>
                    <a:cubicBezTo>
                      <a:pt x="482" y="2"/>
                      <a:pt x="432" y="1"/>
                      <a:pt x="383" y="1"/>
                    </a:cubicBezTo>
                    <a:close/>
                  </a:path>
                </a:pathLst>
              </a:custGeom>
              <a:solidFill>
                <a:srgbClr val="473A50">
                  <a:alpha val="434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970" name="Google Shape;1970;p24"/>
          <p:cNvGrpSpPr/>
          <p:nvPr/>
        </p:nvGrpSpPr>
        <p:grpSpPr>
          <a:xfrm flipH="1">
            <a:off x="8528600" y="-766400"/>
            <a:ext cx="2079250" cy="1802500"/>
            <a:chOff x="349725" y="59275"/>
            <a:chExt cx="2079250" cy="1802500"/>
          </a:xfrm>
        </p:grpSpPr>
        <p:sp>
          <p:nvSpPr>
            <p:cNvPr id="1971" name="Google Shape;1971;p24"/>
            <p:cNvSpPr/>
            <p:nvPr/>
          </p:nvSpPr>
          <p:spPr>
            <a:xfrm>
              <a:off x="349725" y="59275"/>
              <a:ext cx="2079250" cy="1802500"/>
            </a:xfrm>
            <a:custGeom>
              <a:avLst/>
              <a:gdLst/>
              <a:ahLst/>
              <a:cxnLst/>
              <a:rect l="l" t="t" r="r" b="b"/>
              <a:pathLst>
                <a:path w="83170" h="72100" extrusionOk="0">
                  <a:moveTo>
                    <a:pt x="66287" y="0"/>
                  </a:moveTo>
                  <a:lnTo>
                    <a:pt x="66287" y="48908"/>
                  </a:lnTo>
                  <a:lnTo>
                    <a:pt x="66211" y="49080"/>
                  </a:lnTo>
                  <a:lnTo>
                    <a:pt x="66287" y="49386"/>
                  </a:lnTo>
                  <a:cubicBezTo>
                    <a:pt x="66287" y="50265"/>
                    <a:pt x="66058" y="52579"/>
                    <a:pt x="64777" y="53860"/>
                  </a:cubicBezTo>
                  <a:cubicBezTo>
                    <a:pt x="63898" y="54739"/>
                    <a:pt x="62311" y="55217"/>
                    <a:pt x="59997" y="55217"/>
                  </a:cubicBezTo>
                  <a:lnTo>
                    <a:pt x="0" y="55217"/>
                  </a:lnTo>
                  <a:lnTo>
                    <a:pt x="0" y="72100"/>
                  </a:lnTo>
                  <a:lnTo>
                    <a:pt x="59997" y="72100"/>
                  </a:lnTo>
                  <a:cubicBezTo>
                    <a:pt x="68926" y="72100"/>
                    <a:pt x="74260" y="68429"/>
                    <a:pt x="77128" y="65331"/>
                  </a:cubicBezTo>
                  <a:cubicBezTo>
                    <a:pt x="83093" y="59041"/>
                    <a:pt x="83170" y="50743"/>
                    <a:pt x="83170" y="48755"/>
                  </a:cubicBezTo>
                  <a:lnTo>
                    <a:pt x="83170" y="0"/>
                  </a:lnTo>
                  <a:close/>
                </a:path>
              </a:pathLst>
            </a:custGeom>
            <a:solidFill>
              <a:schemeClr val="accent5"/>
            </a:solidFill>
            <a:ln>
              <a:noFill/>
            </a:ln>
            <a:effectLst>
              <a:outerShdw dist="57150" dir="21540000" algn="bl" rotWithShape="0">
                <a:schemeClr val="dk1">
                  <a:alpha val="35000"/>
                </a:scheme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endParaRPr/>
            </a:p>
          </p:txBody>
        </p:sp>
        <p:sp>
          <p:nvSpPr>
            <p:cNvPr id="1972" name="Google Shape;1972;p24"/>
            <p:cNvSpPr/>
            <p:nvPr/>
          </p:nvSpPr>
          <p:spPr>
            <a:xfrm>
              <a:off x="443400" y="166800"/>
              <a:ext cx="1782450" cy="1503775"/>
            </a:xfrm>
            <a:custGeom>
              <a:avLst/>
              <a:gdLst/>
              <a:ahLst/>
              <a:cxnLst/>
              <a:rect l="l" t="t" r="r" b="b"/>
              <a:pathLst>
                <a:path w="71298" h="60151" extrusionOk="0">
                  <a:moveTo>
                    <a:pt x="70666" y="1"/>
                  </a:moveTo>
                  <a:lnTo>
                    <a:pt x="70666" y="2544"/>
                  </a:lnTo>
                  <a:lnTo>
                    <a:pt x="71297" y="2544"/>
                  </a:lnTo>
                  <a:lnTo>
                    <a:pt x="71297" y="1"/>
                  </a:lnTo>
                  <a:close/>
                  <a:moveTo>
                    <a:pt x="70666" y="5106"/>
                  </a:moveTo>
                  <a:lnTo>
                    <a:pt x="70666" y="7649"/>
                  </a:lnTo>
                  <a:lnTo>
                    <a:pt x="71297" y="7649"/>
                  </a:lnTo>
                  <a:lnTo>
                    <a:pt x="71297" y="5106"/>
                  </a:lnTo>
                  <a:close/>
                  <a:moveTo>
                    <a:pt x="70666" y="10192"/>
                  </a:moveTo>
                  <a:lnTo>
                    <a:pt x="70666" y="12754"/>
                  </a:lnTo>
                  <a:lnTo>
                    <a:pt x="71297" y="12754"/>
                  </a:lnTo>
                  <a:lnTo>
                    <a:pt x="71297" y="10192"/>
                  </a:lnTo>
                  <a:close/>
                  <a:moveTo>
                    <a:pt x="70666" y="15297"/>
                  </a:moveTo>
                  <a:lnTo>
                    <a:pt x="70666" y="17839"/>
                  </a:lnTo>
                  <a:lnTo>
                    <a:pt x="71297" y="17839"/>
                  </a:lnTo>
                  <a:lnTo>
                    <a:pt x="71297" y="15297"/>
                  </a:lnTo>
                  <a:close/>
                  <a:moveTo>
                    <a:pt x="70666" y="20401"/>
                  </a:moveTo>
                  <a:lnTo>
                    <a:pt x="70666" y="22944"/>
                  </a:lnTo>
                  <a:lnTo>
                    <a:pt x="71297" y="22944"/>
                  </a:lnTo>
                  <a:lnTo>
                    <a:pt x="71297" y="20401"/>
                  </a:lnTo>
                  <a:close/>
                  <a:moveTo>
                    <a:pt x="70666" y="25487"/>
                  </a:moveTo>
                  <a:lnTo>
                    <a:pt x="70666" y="28049"/>
                  </a:lnTo>
                  <a:lnTo>
                    <a:pt x="71297" y="28049"/>
                  </a:lnTo>
                  <a:lnTo>
                    <a:pt x="71297" y="25487"/>
                  </a:lnTo>
                  <a:close/>
                  <a:moveTo>
                    <a:pt x="70666" y="30592"/>
                  </a:moveTo>
                  <a:lnTo>
                    <a:pt x="70666" y="33135"/>
                  </a:lnTo>
                  <a:lnTo>
                    <a:pt x="71297" y="33135"/>
                  </a:lnTo>
                  <a:lnTo>
                    <a:pt x="71297" y="30592"/>
                  </a:lnTo>
                  <a:close/>
                  <a:moveTo>
                    <a:pt x="70666" y="35697"/>
                  </a:moveTo>
                  <a:lnTo>
                    <a:pt x="70666" y="38240"/>
                  </a:lnTo>
                  <a:lnTo>
                    <a:pt x="71297" y="38240"/>
                  </a:lnTo>
                  <a:lnTo>
                    <a:pt x="71297" y="35697"/>
                  </a:lnTo>
                  <a:close/>
                  <a:moveTo>
                    <a:pt x="70666" y="40783"/>
                  </a:moveTo>
                  <a:lnTo>
                    <a:pt x="70666" y="43345"/>
                  </a:lnTo>
                  <a:lnTo>
                    <a:pt x="71297" y="43345"/>
                  </a:lnTo>
                  <a:lnTo>
                    <a:pt x="71297" y="40783"/>
                  </a:lnTo>
                  <a:close/>
                  <a:moveTo>
                    <a:pt x="70666" y="45888"/>
                  </a:moveTo>
                  <a:cubicBezTo>
                    <a:pt x="70590" y="46442"/>
                    <a:pt x="70590" y="47322"/>
                    <a:pt x="70341" y="48354"/>
                  </a:cubicBezTo>
                  <a:lnTo>
                    <a:pt x="70991" y="48526"/>
                  </a:lnTo>
                  <a:cubicBezTo>
                    <a:pt x="71221" y="47398"/>
                    <a:pt x="71221" y="46519"/>
                    <a:pt x="71297" y="45888"/>
                  </a:cubicBezTo>
                  <a:close/>
                  <a:moveTo>
                    <a:pt x="69787" y="50821"/>
                  </a:moveTo>
                  <a:cubicBezTo>
                    <a:pt x="69481" y="51624"/>
                    <a:pt x="69156" y="52427"/>
                    <a:pt x="68754" y="53058"/>
                  </a:cubicBezTo>
                  <a:lnTo>
                    <a:pt x="69309" y="53383"/>
                  </a:lnTo>
                  <a:cubicBezTo>
                    <a:pt x="69710" y="52656"/>
                    <a:pt x="70112" y="51872"/>
                    <a:pt x="70341" y="50993"/>
                  </a:cubicBezTo>
                  <a:lnTo>
                    <a:pt x="69787" y="50821"/>
                  </a:lnTo>
                  <a:close/>
                  <a:moveTo>
                    <a:pt x="67397" y="55122"/>
                  </a:moveTo>
                  <a:cubicBezTo>
                    <a:pt x="66842" y="55773"/>
                    <a:pt x="66211" y="56327"/>
                    <a:pt x="65561" y="56805"/>
                  </a:cubicBezTo>
                  <a:lnTo>
                    <a:pt x="65963" y="57359"/>
                  </a:lnTo>
                  <a:cubicBezTo>
                    <a:pt x="66689" y="56805"/>
                    <a:pt x="67320" y="56251"/>
                    <a:pt x="67875" y="55524"/>
                  </a:cubicBezTo>
                  <a:lnTo>
                    <a:pt x="67397" y="55122"/>
                  </a:lnTo>
                  <a:close/>
                  <a:moveTo>
                    <a:pt x="63420" y="58086"/>
                  </a:moveTo>
                  <a:cubicBezTo>
                    <a:pt x="62693" y="58392"/>
                    <a:pt x="61910" y="58717"/>
                    <a:pt x="61107" y="58946"/>
                  </a:cubicBezTo>
                  <a:lnTo>
                    <a:pt x="61259" y="59520"/>
                  </a:lnTo>
                  <a:cubicBezTo>
                    <a:pt x="62139" y="59348"/>
                    <a:pt x="62942" y="59042"/>
                    <a:pt x="63745" y="58640"/>
                  </a:cubicBezTo>
                  <a:lnTo>
                    <a:pt x="63420" y="58086"/>
                  </a:lnTo>
                  <a:close/>
                  <a:moveTo>
                    <a:pt x="1" y="59520"/>
                  </a:moveTo>
                  <a:lnTo>
                    <a:pt x="1" y="60151"/>
                  </a:lnTo>
                  <a:lnTo>
                    <a:pt x="2563" y="60151"/>
                  </a:lnTo>
                  <a:lnTo>
                    <a:pt x="2563" y="59520"/>
                  </a:lnTo>
                  <a:close/>
                  <a:moveTo>
                    <a:pt x="5106" y="59520"/>
                  </a:moveTo>
                  <a:lnTo>
                    <a:pt x="5106" y="60151"/>
                  </a:lnTo>
                  <a:lnTo>
                    <a:pt x="7648" y="60151"/>
                  </a:lnTo>
                  <a:lnTo>
                    <a:pt x="7648" y="59520"/>
                  </a:lnTo>
                  <a:close/>
                  <a:moveTo>
                    <a:pt x="10210" y="59520"/>
                  </a:moveTo>
                  <a:lnTo>
                    <a:pt x="10210" y="60151"/>
                  </a:lnTo>
                  <a:lnTo>
                    <a:pt x="12753" y="60151"/>
                  </a:lnTo>
                  <a:lnTo>
                    <a:pt x="12753" y="59520"/>
                  </a:lnTo>
                  <a:close/>
                  <a:moveTo>
                    <a:pt x="15296" y="59520"/>
                  </a:moveTo>
                  <a:lnTo>
                    <a:pt x="15296" y="60151"/>
                  </a:lnTo>
                  <a:lnTo>
                    <a:pt x="17858" y="60151"/>
                  </a:lnTo>
                  <a:lnTo>
                    <a:pt x="17858" y="59520"/>
                  </a:lnTo>
                  <a:close/>
                  <a:moveTo>
                    <a:pt x="20401" y="59520"/>
                  </a:moveTo>
                  <a:lnTo>
                    <a:pt x="20401" y="60151"/>
                  </a:lnTo>
                  <a:lnTo>
                    <a:pt x="22944" y="60151"/>
                  </a:lnTo>
                  <a:lnTo>
                    <a:pt x="22944" y="59520"/>
                  </a:lnTo>
                  <a:close/>
                  <a:moveTo>
                    <a:pt x="25506" y="59520"/>
                  </a:moveTo>
                  <a:lnTo>
                    <a:pt x="25506" y="60151"/>
                  </a:lnTo>
                  <a:lnTo>
                    <a:pt x="28049" y="60151"/>
                  </a:lnTo>
                  <a:lnTo>
                    <a:pt x="28049" y="59520"/>
                  </a:lnTo>
                  <a:close/>
                  <a:moveTo>
                    <a:pt x="30592" y="59520"/>
                  </a:moveTo>
                  <a:lnTo>
                    <a:pt x="30592" y="60151"/>
                  </a:lnTo>
                  <a:lnTo>
                    <a:pt x="33154" y="60151"/>
                  </a:lnTo>
                  <a:lnTo>
                    <a:pt x="33154" y="59520"/>
                  </a:lnTo>
                  <a:close/>
                  <a:moveTo>
                    <a:pt x="35697" y="59520"/>
                  </a:moveTo>
                  <a:lnTo>
                    <a:pt x="35697" y="60151"/>
                  </a:lnTo>
                  <a:lnTo>
                    <a:pt x="38316" y="60151"/>
                  </a:lnTo>
                  <a:lnTo>
                    <a:pt x="38316" y="59520"/>
                  </a:lnTo>
                  <a:close/>
                  <a:moveTo>
                    <a:pt x="40878" y="59520"/>
                  </a:moveTo>
                  <a:lnTo>
                    <a:pt x="40878" y="60151"/>
                  </a:lnTo>
                  <a:lnTo>
                    <a:pt x="43421" y="60151"/>
                  </a:lnTo>
                  <a:lnTo>
                    <a:pt x="43421" y="59520"/>
                  </a:lnTo>
                  <a:close/>
                  <a:moveTo>
                    <a:pt x="45964" y="59520"/>
                  </a:moveTo>
                  <a:lnTo>
                    <a:pt x="45964" y="60151"/>
                  </a:lnTo>
                  <a:lnTo>
                    <a:pt x="48526" y="60151"/>
                  </a:lnTo>
                  <a:lnTo>
                    <a:pt x="48526" y="59520"/>
                  </a:lnTo>
                  <a:close/>
                  <a:moveTo>
                    <a:pt x="51069" y="59520"/>
                  </a:moveTo>
                  <a:lnTo>
                    <a:pt x="51069" y="60151"/>
                  </a:lnTo>
                  <a:lnTo>
                    <a:pt x="53612" y="60151"/>
                  </a:lnTo>
                  <a:lnTo>
                    <a:pt x="53612" y="59520"/>
                  </a:lnTo>
                  <a:close/>
                  <a:moveTo>
                    <a:pt x="58640" y="59348"/>
                  </a:moveTo>
                  <a:cubicBezTo>
                    <a:pt x="57914" y="59424"/>
                    <a:pt x="57130" y="59520"/>
                    <a:pt x="56250" y="59520"/>
                  </a:cubicBezTo>
                  <a:lnTo>
                    <a:pt x="56174" y="59520"/>
                  </a:lnTo>
                  <a:lnTo>
                    <a:pt x="56174" y="60151"/>
                  </a:lnTo>
                  <a:lnTo>
                    <a:pt x="56250" y="60151"/>
                  </a:lnTo>
                  <a:cubicBezTo>
                    <a:pt x="57130" y="60151"/>
                    <a:pt x="57914" y="60074"/>
                    <a:pt x="58717" y="59998"/>
                  </a:cubicBezTo>
                  <a:lnTo>
                    <a:pt x="58640" y="59348"/>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973" name="Google Shape;1973;p24"/>
          <p:cNvGrpSpPr/>
          <p:nvPr/>
        </p:nvGrpSpPr>
        <p:grpSpPr>
          <a:xfrm flipH="1">
            <a:off x="630504" y="4002345"/>
            <a:ext cx="374657" cy="463150"/>
            <a:chOff x="8243489" y="4050570"/>
            <a:chExt cx="374657" cy="463150"/>
          </a:xfrm>
        </p:grpSpPr>
        <p:sp>
          <p:nvSpPr>
            <p:cNvPr id="1974" name="Google Shape;1974;p24"/>
            <p:cNvSpPr/>
            <p:nvPr/>
          </p:nvSpPr>
          <p:spPr>
            <a:xfrm>
              <a:off x="8243489" y="4051225"/>
              <a:ext cx="374657" cy="461828"/>
            </a:xfrm>
            <a:custGeom>
              <a:avLst/>
              <a:gdLst/>
              <a:ahLst/>
              <a:cxnLst/>
              <a:rect l="l" t="t" r="r" b="b"/>
              <a:pathLst>
                <a:path w="107815" h="132900" extrusionOk="0">
                  <a:moveTo>
                    <a:pt x="53908" y="30499"/>
                  </a:moveTo>
                  <a:cubicBezTo>
                    <a:pt x="65243" y="30499"/>
                    <a:pt x="74444" y="39725"/>
                    <a:pt x="74444" y="51162"/>
                  </a:cubicBezTo>
                  <a:cubicBezTo>
                    <a:pt x="74444" y="62472"/>
                    <a:pt x="65243" y="71698"/>
                    <a:pt x="53908" y="71698"/>
                  </a:cubicBezTo>
                  <a:cubicBezTo>
                    <a:pt x="42572" y="71698"/>
                    <a:pt x="33372" y="62472"/>
                    <a:pt x="33372" y="51162"/>
                  </a:cubicBezTo>
                  <a:cubicBezTo>
                    <a:pt x="33372" y="39725"/>
                    <a:pt x="42572" y="30499"/>
                    <a:pt x="53908" y="30499"/>
                  </a:cubicBezTo>
                  <a:close/>
                  <a:moveTo>
                    <a:pt x="53908" y="0"/>
                  </a:moveTo>
                  <a:cubicBezTo>
                    <a:pt x="24146" y="0"/>
                    <a:pt x="1" y="24145"/>
                    <a:pt x="1" y="53907"/>
                  </a:cubicBezTo>
                  <a:cubicBezTo>
                    <a:pt x="1" y="72867"/>
                    <a:pt x="9125" y="89489"/>
                    <a:pt x="19800" y="102629"/>
                  </a:cubicBezTo>
                  <a:cubicBezTo>
                    <a:pt x="35176" y="121462"/>
                    <a:pt x="53908" y="132899"/>
                    <a:pt x="53908" y="132899"/>
                  </a:cubicBezTo>
                  <a:cubicBezTo>
                    <a:pt x="53908" y="132899"/>
                    <a:pt x="107815" y="101460"/>
                    <a:pt x="107815" y="53907"/>
                  </a:cubicBezTo>
                  <a:cubicBezTo>
                    <a:pt x="107815" y="49993"/>
                    <a:pt x="107383" y="46282"/>
                    <a:pt x="106646" y="42571"/>
                  </a:cubicBezTo>
                  <a:cubicBezTo>
                    <a:pt x="101461" y="18223"/>
                    <a:pt x="79857" y="0"/>
                    <a:pt x="5390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5" name="Google Shape;1975;p24"/>
            <p:cNvSpPr/>
            <p:nvPr/>
          </p:nvSpPr>
          <p:spPr>
            <a:xfrm>
              <a:off x="8244307" y="4050570"/>
              <a:ext cx="257600" cy="463150"/>
            </a:xfrm>
            <a:custGeom>
              <a:avLst/>
              <a:gdLst/>
              <a:ahLst/>
              <a:cxnLst/>
              <a:rect l="l" t="t" r="r" b="b"/>
              <a:pathLst>
                <a:path w="10304" h="18526" extrusionOk="0">
                  <a:moveTo>
                    <a:pt x="10304" y="569"/>
                  </a:moveTo>
                  <a:cubicBezTo>
                    <a:pt x="10352" y="391"/>
                    <a:pt x="7780" y="-157"/>
                    <a:pt x="6521" y="43"/>
                  </a:cubicBezTo>
                  <a:cubicBezTo>
                    <a:pt x="5262" y="243"/>
                    <a:pt x="3802" y="856"/>
                    <a:pt x="2749" y="1767"/>
                  </a:cubicBezTo>
                  <a:cubicBezTo>
                    <a:pt x="1697" y="2678"/>
                    <a:pt x="575" y="4056"/>
                    <a:pt x="206" y="5509"/>
                  </a:cubicBezTo>
                  <a:cubicBezTo>
                    <a:pt x="-163" y="6962"/>
                    <a:pt x="-24" y="8869"/>
                    <a:pt x="533" y="10485"/>
                  </a:cubicBezTo>
                  <a:cubicBezTo>
                    <a:pt x="1090" y="12102"/>
                    <a:pt x="2383" y="13868"/>
                    <a:pt x="3548" y="15208"/>
                  </a:cubicBezTo>
                  <a:cubicBezTo>
                    <a:pt x="4713" y="16548"/>
                    <a:pt x="7296" y="18466"/>
                    <a:pt x="7523" y="18525"/>
                  </a:cubicBezTo>
                  <a:cubicBezTo>
                    <a:pt x="7750" y="18584"/>
                    <a:pt x="5678" y="16542"/>
                    <a:pt x="4908" y="15561"/>
                  </a:cubicBezTo>
                  <a:cubicBezTo>
                    <a:pt x="4138" y="14580"/>
                    <a:pt x="3455" y="13897"/>
                    <a:pt x="2903" y="12640"/>
                  </a:cubicBezTo>
                  <a:cubicBezTo>
                    <a:pt x="2351" y="11383"/>
                    <a:pt x="1592" y="9536"/>
                    <a:pt x="1595" y="8020"/>
                  </a:cubicBezTo>
                  <a:cubicBezTo>
                    <a:pt x="1598" y="6504"/>
                    <a:pt x="2149" y="4697"/>
                    <a:pt x="2922" y="3546"/>
                  </a:cubicBezTo>
                  <a:cubicBezTo>
                    <a:pt x="3696" y="2395"/>
                    <a:pt x="5006" y="1609"/>
                    <a:pt x="6236" y="1113"/>
                  </a:cubicBezTo>
                  <a:cubicBezTo>
                    <a:pt x="7466" y="617"/>
                    <a:pt x="10257" y="747"/>
                    <a:pt x="10304" y="569"/>
                  </a:cubicBezTo>
                  <a:close/>
                </a:path>
              </a:pathLst>
            </a:custGeom>
            <a:solidFill>
              <a:srgbClr val="8162A7">
                <a:alpha val="45910"/>
              </a:srgbClr>
            </a:solidFill>
            <a:ln>
              <a:noFill/>
            </a:ln>
          </p:spPr>
        </p:sp>
      </p:gr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13225" y="368825"/>
            <a:ext cx="7717500" cy="5727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Clr>
                <a:schemeClr val="dk1"/>
              </a:buClr>
              <a:buSzPts val="3000"/>
              <a:buFont typeface="Poppins ExtraBold"/>
              <a:buNone/>
              <a:defRPr sz="3000">
                <a:solidFill>
                  <a:schemeClr val="dk1"/>
                </a:solidFill>
                <a:latin typeface="Poppins ExtraBold"/>
                <a:ea typeface="Poppins ExtraBold"/>
                <a:cs typeface="Poppins ExtraBold"/>
                <a:sym typeface="Poppins ExtraBold"/>
              </a:defRPr>
            </a:lvl1pPr>
            <a:lvl2pPr lvl="1" rtl="0">
              <a:spcBef>
                <a:spcPts val="0"/>
              </a:spcBef>
              <a:spcAft>
                <a:spcPts val="0"/>
              </a:spcAft>
              <a:buClr>
                <a:schemeClr val="dk1"/>
              </a:buClr>
              <a:buSzPts val="3500"/>
              <a:buFont typeface="Poppins"/>
              <a:buNone/>
              <a:defRPr sz="3500">
                <a:solidFill>
                  <a:schemeClr val="dk1"/>
                </a:solidFill>
                <a:latin typeface="Poppins"/>
                <a:ea typeface="Poppins"/>
                <a:cs typeface="Poppins"/>
                <a:sym typeface="Poppins"/>
              </a:defRPr>
            </a:lvl2pPr>
            <a:lvl3pPr lvl="2" rtl="0">
              <a:spcBef>
                <a:spcPts val="0"/>
              </a:spcBef>
              <a:spcAft>
                <a:spcPts val="0"/>
              </a:spcAft>
              <a:buClr>
                <a:schemeClr val="dk1"/>
              </a:buClr>
              <a:buSzPts val="3500"/>
              <a:buFont typeface="Poppins"/>
              <a:buNone/>
              <a:defRPr sz="3500">
                <a:solidFill>
                  <a:schemeClr val="dk1"/>
                </a:solidFill>
                <a:latin typeface="Poppins"/>
                <a:ea typeface="Poppins"/>
                <a:cs typeface="Poppins"/>
                <a:sym typeface="Poppins"/>
              </a:defRPr>
            </a:lvl3pPr>
            <a:lvl4pPr lvl="3" rtl="0">
              <a:spcBef>
                <a:spcPts val="0"/>
              </a:spcBef>
              <a:spcAft>
                <a:spcPts val="0"/>
              </a:spcAft>
              <a:buClr>
                <a:schemeClr val="dk1"/>
              </a:buClr>
              <a:buSzPts val="3500"/>
              <a:buFont typeface="Poppins"/>
              <a:buNone/>
              <a:defRPr sz="3500">
                <a:solidFill>
                  <a:schemeClr val="dk1"/>
                </a:solidFill>
                <a:latin typeface="Poppins"/>
                <a:ea typeface="Poppins"/>
                <a:cs typeface="Poppins"/>
                <a:sym typeface="Poppins"/>
              </a:defRPr>
            </a:lvl4pPr>
            <a:lvl5pPr lvl="4" rtl="0">
              <a:spcBef>
                <a:spcPts val="0"/>
              </a:spcBef>
              <a:spcAft>
                <a:spcPts val="0"/>
              </a:spcAft>
              <a:buClr>
                <a:schemeClr val="dk1"/>
              </a:buClr>
              <a:buSzPts val="3500"/>
              <a:buFont typeface="Poppins"/>
              <a:buNone/>
              <a:defRPr sz="3500">
                <a:solidFill>
                  <a:schemeClr val="dk1"/>
                </a:solidFill>
                <a:latin typeface="Poppins"/>
                <a:ea typeface="Poppins"/>
                <a:cs typeface="Poppins"/>
                <a:sym typeface="Poppins"/>
              </a:defRPr>
            </a:lvl5pPr>
            <a:lvl6pPr lvl="5" rtl="0">
              <a:spcBef>
                <a:spcPts val="0"/>
              </a:spcBef>
              <a:spcAft>
                <a:spcPts val="0"/>
              </a:spcAft>
              <a:buClr>
                <a:schemeClr val="dk1"/>
              </a:buClr>
              <a:buSzPts val="3500"/>
              <a:buFont typeface="Poppins"/>
              <a:buNone/>
              <a:defRPr sz="3500">
                <a:solidFill>
                  <a:schemeClr val="dk1"/>
                </a:solidFill>
                <a:latin typeface="Poppins"/>
                <a:ea typeface="Poppins"/>
                <a:cs typeface="Poppins"/>
                <a:sym typeface="Poppins"/>
              </a:defRPr>
            </a:lvl6pPr>
            <a:lvl7pPr lvl="6" rtl="0">
              <a:spcBef>
                <a:spcPts val="0"/>
              </a:spcBef>
              <a:spcAft>
                <a:spcPts val="0"/>
              </a:spcAft>
              <a:buClr>
                <a:schemeClr val="dk1"/>
              </a:buClr>
              <a:buSzPts val="3500"/>
              <a:buFont typeface="Poppins"/>
              <a:buNone/>
              <a:defRPr sz="3500">
                <a:solidFill>
                  <a:schemeClr val="dk1"/>
                </a:solidFill>
                <a:latin typeface="Poppins"/>
                <a:ea typeface="Poppins"/>
                <a:cs typeface="Poppins"/>
                <a:sym typeface="Poppins"/>
              </a:defRPr>
            </a:lvl7pPr>
            <a:lvl8pPr lvl="7" rtl="0">
              <a:spcBef>
                <a:spcPts val="0"/>
              </a:spcBef>
              <a:spcAft>
                <a:spcPts val="0"/>
              </a:spcAft>
              <a:buClr>
                <a:schemeClr val="dk1"/>
              </a:buClr>
              <a:buSzPts val="3500"/>
              <a:buFont typeface="Poppins"/>
              <a:buNone/>
              <a:defRPr sz="3500">
                <a:solidFill>
                  <a:schemeClr val="dk1"/>
                </a:solidFill>
                <a:latin typeface="Poppins"/>
                <a:ea typeface="Poppins"/>
                <a:cs typeface="Poppins"/>
                <a:sym typeface="Poppins"/>
              </a:defRPr>
            </a:lvl8pPr>
            <a:lvl9pPr lvl="8" rtl="0">
              <a:spcBef>
                <a:spcPts val="0"/>
              </a:spcBef>
              <a:spcAft>
                <a:spcPts val="0"/>
              </a:spcAft>
              <a:buClr>
                <a:schemeClr val="dk1"/>
              </a:buClr>
              <a:buSzPts val="3500"/>
              <a:buFont typeface="Poppins"/>
              <a:buNone/>
              <a:defRPr sz="3500">
                <a:solidFill>
                  <a:schemeClr val="dk1"/>
                </a:solidFill>
                <a:latin typeface="Poppins"/>
                <a:ea typeface="Poppins"/>
                <a:cs typeface="Poppins"/>
                <a:sym typeface="Poppins"/>
              </a:defRPr>
            </a:lvl9pPr>
          </a:lstStyle>
          <a:p>
            <a:endParaRPr/>
          </a:p>
        </p:txBody>
      </p:sp>
      <p:sp>
        <p:nvSpPr>
          <p:cNvPr id="7" name="Google Shape;7;p1"/>
          <p:cNvSpPr txBox="1">
            <a:spLocks noGrp="1"/>
          </p:cNvSpPr>
          <p:nvPr>
            <p:ph type="body" idx="1"/>
          </p:nvPr>
        </p:nvSpPr>
        <p:spPr>
          <a:xfrm>
            <a:off x="713225" y="1152475"/>
            <a:ext cx="7717500" cy="3416400"/>
          </a:xfrm>
          <a:prstGeom prst="rect">
            <a:avLst/>
          </a:prstGeom>
          <a:noFill/>
          <a:ln>
            <a:noFill/>
          </a:ln>
        </p:spPr>
        <p:txBody>
          <a:bodyPr spcFirstLastPara="1" wrap="square" lIns="91425" tIns="91425" rIns="91425" bIns="91425" anchor="t" anchorCtr="0">
            <a:noAutofit/>
          </a:bodyPr>
          <a:lstStyle>
            <a:lvl1pPr marL="457200" lvl="0" indent="-304800">
              <a:lnSpc>
                <a:spcPct val="100000"/>
              </a:lnSpc>
              <a:spcBef>
                <a:spcPts val="0"/>
              </a:spcBef>
              <a:spcAft>
                <a:spcPts val="0"/>
              </a:spcAft>
              <a:buClr>
                <a:schemeClr val="dk1"/>
              </a:buClr>
              <a:buSzPts val="1200"/>
              <a:buFont typeface="DM Sans"/>
              <a:buChar char="●"/>
              <a:defRPr sz="1200">
                <a:solidFill>
                  <a:schemeClr val="dk1"/>
                </a:solidFill>
                <a:latin typeface="DM Sans"/>
                <a:ea typeface="DM Sans"/>
                <a:cs typeface="DM Sans"/>
                <a:sym typeface="DM Sans"/>
              </a:defRPr>
            </a:lvl1pPr>
            <a:lvl2pPr marL="914400" lvl="1" indent="-304800">
              <a:lnSpc>
                <a:spcPct val="100000"/>
              </a:lnSpc>
              <a:spcBef>
                <a:spcPts val="1600"/>
              </a:spcBef>
              <a:spcAft>
                <a:spcPts val="0"/>
              </a:spcAft>
              <a:buClr>
                <a:schemeClr val="dk1"/>
              </a:buClr>
              <a:buSzPts val="1200"/>
              <a:buFont typeface="DM Sans"/>
              <a:buChar char="○"/>
              <a:defRPr sz="1200">
                <a:solidFill>
                  <a:schemeClr val="dk1"/>
                </a:solidFill>
                <a:latin typeface="DM Sans"/>
                <a:ea typeface="DM Sans"/>
                <a:cs typeface="DM Sans"/>
                <a:sym typeface="DM Sans"/>
              </a:defRPr>
            </a:lvl2pPr>
            <a:lvl3pPr marL="1371600" lvl="2" indent="-304800">
              <a:lnSpc>
                <a:spcPct val="100000"/>
              </a:lnSpc>
              <a:spcBef>
                <a:spcPts val="1600"/>
              </a:spcBef>
              <a:spcAft>
                <a:spcPts val="0"/>
              </a:spcAft>
              <a:buClr>
                <a:schemeClr val="dk1"/>
              </a:buClr>
              <a:buSzPts val="1200"/>
              <a:buFont typeface="DM Sans"/>
              <a:buChar char="■"/>
              <a:defRPr sz="1200">
                <a:solidFill>
                  <a:schemeClr val="dk1"/>
                </a:solidFill>
                <a:latin typeface="DM Sans"/>
                <a:ea typeface="DM Sans"/>
                <a:cs typeface="DM Sans"/>
                <a:sym typeface="DM Sans"/>
              </a:defRPr>
            </a:lvl3pPr>
            <a:lvl4pPr marL="1828800" lvl="3" indent="-304800">
              <a:lnSpc>
                <a:spcPct val="100000"/>
              </a:lnSpc>
              <a:spcBef>
                <a:spcPts val="1600"/>
              </a:spcBef>
              <a:spcAft>
                <a:spcPts val="0"/>
              </a:spcAft>
              <a:buClr>
                <a:schemeClr val="dk1"/>
              </a:buClr>
              <a:buSzPts val="1200"/>
              <a:buFont typeface="DM Sans"/>
              <a:buChar char="●"/>
              <a:defRPr sz="1200">
                <a:solidFill>
                  <a:schemeClr val="dk1"/>
                </a:solidFill>
                <a:latin typeface="DM Sans"/>
                <a:ea typeface="DM Sans"/>
                <a:cs typeface="DM Sans"/>
                <a:sym typeface="DM Sans"/>
              </a:defRPr>
            </a:lvl4pPr>
            <a:lvl5pPr marL="2286000" lvl="4" indent="-304800">
              <a:lnSpc>
                <a:spcPct val="100000"/>
              </a:lnSpc>
              <a:spcBef>
                <a:spcPts val="1600"/>
              </a:spcBef>
              <a:spcAft>
                <a:spcPts val="0"/>
              </a:spcAft>
              <a:buClr>
                <a:schemeClr val="dk1"/>
              </a:buClr>
              <a:buSzPts val="1200"/>
              <a:buFont typeface="DM Sans"/>
              <a:buChar char="○"/>
              <a:defRPr sz="1200">
                <a:solidFill>
                  <a:schemeClr val="dk1"/>
                </a:solidFill>
                <a:latin typeface="DM Sans"/>
                <a:ea typeface="DM Sans"/>
                <a:cs typeface="DM Sans"/>
                <a:sym typeface="DM Sans"/>
              </a:defRPr>
            </a:lvl5pPr>
            <a:lvl6pPr marL="2743200" lvl="5" indent="-304800">
              <a:lnSpc>
                <a:spcPct val="100000"/>
              </a:lnSpc>
              <a:spcBef>
                <a:spcPts val="1600"/>
              </a:spcBef>
              <a:spcAft>
                <a:spcPts val="0"/>
              </a:spcAft>
              <a:buClr>
                <a:schemeClr val="dk1"/>
              </a:buClr>
              <a:buSzPts val="1200"/>
              <a:buFont typeface="DM Sans"/>
              <a:buChar char="■"/>
              <a:defRPr sz="1200">
                <a:solidFill>
                  <a:schemeClr val="dk1"/>
                </a:solidFill>
                <a:latin typeface="DM Sans"/>
                <a:ea typeface="DM Sans"/>
                <a:cs typeface="DM Sans"/>
                <a:sym typeface="DM Sans"/>
              </a:defRPr>
            </a:lvl6pPr>
            <a:lvl7pPr marL="3200400" lvl="6" indent="-304800">
              <a:lnSpc>
                <a:spcPct val="100000"/>
              </a:lnSpc>
              <a:spcBef>
                <a:spcPts val="1600"/>
              </a:spcBef>
              <a:spcAft>
                <a:spcPts val="0"/>
              </a:spcAft>
              <a:buClr>
                <a:schemeClr val="dk1"/>
              </a:buClr>
              <a:buSzPts val="1200"/>
              <a:buFont typeface="DM Sans"/>
              <a:buChar char="●"/>
              <a:defRPr sz="1200">
                <a:solidFill>
                  <a:schemeClr val="dk1"/>
                </a:solidFill>
                <a:latin typeface="DM Sans"/>
                <a:ea typeface="DM Sans"/>
                <a:cs typeface="DM Sans"/>
                <a:sym typeface="DM Sans"/>
              </a:defRPr>
            </a:lvl7pPr>
            <a:lvl8pPr marL="3657600" lvl="7" indent="-304800">
              <a:lnSpc>
                <a:spcPct val="100000"/>
              </a:lnSpc>
              <a:spcBef>
                <a:spcPts val="1600"/>
              </a:spcBef>
              <a:spcAft>
                <a:spcPts val="0"/>
              </a:spcAft>
              <a:buClr>
                <a:schemeClr val="dk1"/>
              </a:buClr>
              <a:buSzPts val="1200"/>
              <a:buFont typeface="DM Sans"/>
              <a:buChar char="○"/>
              <a:defRPr sz="1200">
                <a:solidFill>
                  <a:schemeClr val="dk1"/>
                </a:solidFill>
                <a:latin typeface="DM Sans"/>
                <a:ea typeface="DM Sans"/>
                <a:cs typeface="DM Sans"/>
                <a:sym typeface="DM Sans"/>
              </a:defRPr>
            </a:lvl8pPr>
            <a:lvl9pPr marL="4114800" lvl="8" indent="-304800">
              <a:lnSpc>
                <a:spcPct val="100000"/>
              </a:lnSpc>
              <a:spcBef>
                <a:spcPts val="1600"/>
              </a:spcBef>
              <a:spcAft>
                <a:spcPts val="1600"/>
              </a:spcAft>
              <a:buClr>
                <a:schemeClr val="dk1"/>
              </a:buClr>
              <a:buSzPts val="1200"/>
              <a:buFont typeface="DM Sans"/>
              <a:buChar char="■"/>
              <a:defRPr sz="1200">
                <a:solidFill>
                  <a:schemeClr val="dk1"/>
                </a:solidFill>
                <a:latin typeface="DM Sans"/>
                <a:ea typeface="DM Sans"/>
                <a:cs typeface="DM Sans"/>
                <a:sym typeface="DM Sans"/>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5.xml"/></Relationships>
</file>

<file path=ppt/slides/_rels/slide6.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6.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16.xml"/><Relationship Id="rId5" Type="http://schemas.openxmlformats.org/officeDocument/2006/relationships/image" Target="../media/image5.png"/><Relationship Id="rId4" Type="http://schemas.openxmlformats.org/officeDocument/2006/relationships/image" Target="../media/image4.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6.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0.xml"/><Relationship Id="rId1" Type="http://schemas.openxmlformats.org/officeDocument/2006/relationships/slideLayout" Target="../slideLayouts/slideLayout16.xml"/><Relationship Id="rId4" Type="http://schemas.openxmlformats.org/officeDocument/2006/relationships/image" Target="../media/image7.png"/></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1.xml"/><Relationship Id="rId1" Type="http://schemas.openxmlformats.org/officeDocument/2006/relationships/slideLayout" Target="../slideLayouts/slideLayout16.xml"/><Relationship Id="rId4" Type="http://schemas.openxmlformats.org/officeDocument/2006/relationships/image" Target="../media/image9.png"/></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2.xml"/><Relationship Id="rId1" Type="http://schemas.openxmlformats.org/officeDocument/2006/relationships/slideLayout" Target="../slideLayouts/slideLayout16.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6.xml"/></Relationships>
</file>

<file path=ppt/slides/_rels/slide14.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1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6.xml"/><Relationship Id="rId1" Type="http://schemas.openxmlformats.org/officeDocument/2006/relationships/slideLayout" Target="../slideLayouts/slideLayout22.xml"/></Relationships>
</file>

<file path=ppt/slides/_rels/slide1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7.xml"/><Relationship Id="rId1" Type="http://schemas.openxmlformats.org/officeDocument/2006/relationships/slideLayout" Target="../slideLayouts/slideLayout22.xml"/></Relationships>
</file>

<file path=ppt/slides/_rels/slide1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8.xml"/><Relationship Id="rId1" Type="http://schemas.openxmlformats.org/officeDocument/2006/relationships/slideLayout" Target="../slideLayouts/slideLayout22.xml"/><Relationship Id="rId4" Type="http://schemas.openxmlformats.org/officeDocument/2006/relationships/image" Target="../media/image17.png"/></Relationships>
</file>

<file path=ppt/slides/_rels/slide1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9.xml"/><Relationship Id="rId1" Type="http://schemas.openxmlformats.org/officeDocument/2006/relationships/slideLayout" Target="../slideLayouts/slideLayout22.xml"/></Relationships>
</file>

<file path=ppt/slides/_rels/slide2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0.xml"/><Relationship Id="rId1" Type="http://schemas.openxmlformats.org/officeDocument/2006/relationships/slideLayout" Target="../slideLayouts/slideLayout22.xml"/></Relationships>
</file>

<file path=ppt/slides/_rels/slide2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21.xml"/><Relationship Id="rId1" Type="http://schemas.openxmlformats.org/officeDocument/2006/relationships/slideLayout" Target="../slideLayouts/slideLayout2.xml"/><Relationship Id="rId4" Type="http://schemas.openxmlformats.org/officeDocument/2006/relationships/image" Target="../media/image20.png"/></Relationships>
</file>

<file path=ppt/slides/_rels/slide2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2.xml"/><Relationship Id="rId1" Type="http://schemas.openxmlformats.org/officeDocument/2006/relationships/slideLayout" Target="../slideLayouts/slideLayout17.xml"/></Relationships>
</file>

<file path=ppt/slides/_rels/slide2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3.xml"/><Relationship Id="rId1" Type="http://schemas.openxmlformats.org/officeDocument/2006/relationships/slideLayout" Target="../slideLayouts/slideLayout17.xml"/></Relationships>
</file>

<file path=ppt/slides/_rels/slide24.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4.xml"/><Relationship Id="rId1" Type="http://schemas.openxmlformats.org/officeDocument/2006/relationships/slideLayout" Target="../slideLayouts/slideLayout17.xml"/></Relationships>
</file>

<file path=ppt/slides/_rels/slide25.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5.xml"/><Relationship Id="rId1" Type="http://schemas.openxmlformats.org/officeDocument/2006/relationships/slideLayout" Target="../slideLayouts/slideLayout17.xml"/></Relationships>
</file>

<file path=ppt/slides/_rels/slide26.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6.xml"/><Relationship Id="rId1" Type="http://schemas.openxmlformats.org/officeDocument/2006/relationships/slideLayout" Target="../slideLayouts/slideLayout17.xml"/></Relationships>
</file>

<file path=ppt/slides/_rels/slide27.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7.xml"/></Relationships>
</file>

<file path=ppt/slides/_rels/slide29.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hyperlink" Target="https://data.gov.tw/dataset/167905" TargetMode="External"/><Relationship Id="rId2" Type="http://schemas.openxmlformats.org/officeDocument/2006/relationships/notesSlide" Target="../notesSlides/notesSlide30.xml"/><Relationship Id="rId1" Type="http://schemas.openxmlformats.org/officeDocument/2006/relationships/slideLayout" Target="../slideLayouts/slideLayout1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979"/>
        <p:cNvGrpSpPr/>
        <p:nvPr/>
      </p:nvGrpSpPr>
      <p:grpSpPr>
        <a:xfrm>
          <a:off x="0" y="0"/>
          <a:ext cx="0" cy="0"/>
          <a:chOff x="0" y="0"/>
          <a:chExt cx="0" cy="0"/>
        </a:xfrm>
      </p:grpSpPr>
      <p:sp>
        <p:nvSpPr>
          <p:cNvPr id="1980" name="Google Shape;1980;p25"/>
          <p:cNvSpPr/>
          <p:nvPr/>
        </p:nvSpPr>
        <p:spPr>
          <a:xfrm>
            <a:off x="5167288" y="1336038"/>
            <a:ext cx="3059100" cy="3059100"/>
          </a:xfrm>
          <a:prstGeom prst="ellipse">
            <a:avLst/>
          </a:prstGeom>
          <a:solidFill>
            <a:srgbClr val="897FBB">
              <a:alpha val="291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1" name="Google Shape;1981;p25"/>
          <p:cNvSpPr txBox="1">
            <a:spLocks noGrp="1"/>
          </p:cNvSpPr>
          <p:nvPr>
            <p:ph type="ctrTitle"/>
          </p:nvPr>
        </p:nvSpPr>
        <p:spPr>
          <a:xfrm>
            <a:off x="713225" y="658000"/>
            <a:ext cx="4783500" cy="24345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sz="4200" b="1" dirty="0">
                <a:latin typeface="微軟正黑體" panose="020B0604030504040204" pitchFamily="34" charset="-120"/>
                <a:ea typeface="微軟正黑體" panose="020B0604030504040204" pitchFamily="34" charset="-120"/>
                <a:cs typeface="Arial" panose="020B0604020202020204" pitchFamily="34" charset="0"/>
              </a:rPr>
              <a:t>112年傷亡道路交通事故資料統計</a:t>
            </a:r>
            <a:endParaRPr sz="4200" b="1" dirty="0">
              <a:latin typeface="微軟正黑體" panose="020B0604030504040204" pitchFamily="34" charset="-120"/>
              <a:ea typeface="微軟正黑體" panose="020B0604030504040204" pitchFamily="34" charset="-120"/>
              <a:cs typeface="Arial" panose="020B0604020202020204" pitchFamily="34" charset="0"/>
            </a:endParaRPr>
          </a:p>
          <a:p>
            <a:pPr marL="0" lvl="0" indent="0" algn="l" rtl="0">
              <a:spcBef>
                <a:spcPts val="0"/>
              </a:spcBef>
              <a:spcAft>
                <a:spcPts val="0"/>
              </a:spcAft>
              <a:buNone/>
            </a:pPr>
            <a:endParaRPr sz="4200" b="1" dirty="0">
              <a:latin typeface="微軟正黑體" panose="020B0604030504040204" pitchFamily="34" charset="-120"/>
              <a:ea typeface="微軟正黑體" panose="020B0604030504040204" pitchFamily="34" charset="-120"/>
              <a:cs typeface="Arial" panose="020B0604020202020204" pitchFamily="34" charset="0"/>
            </a:endParaRPr>
          </a:p>
        </p:txBody>
      </p:sp>
      <p:sp>
        <p:nvSpPr>
          <p:cNvPr id="1982" name="Google Shape;1982;p25"/>
          <p:cNvSpPr txBox="1">
            <a:spLocks noGrp="1"/>
          </p:cNvSpPr>
          <p:nvPr>
            <p:ph type="subTitle" idx="1"/>
          </p:nvPr>
        </p:nvSpPr>
        <p:spPr>
          <a:xfrm>
            <a:off x="713225" y="2454600"/>
            <a:ext cx="4783500" cy="1800900"/>
          </a:xfrm>
          <a:prstGeom prst="rect">
            <a:avLst/>
          </a:prstGeom>
        </p:spPr>
        <p:txBody>
          <a:bodyPr spcFirstLastPara="1" wrap="square" lIns="91425" tIns="91425" rIns="91425" bIns="91425" anchor="t" anchorCtr="0">
            <a:spAutoFit/>
          </a:bodyPr>
          <a:lstStyle/>
          <a:p>
            <a:pPr marL="0" lvl="0" indent="0" algn="l" rtl="0">
              <a:spcBef>
                <a:spcPts val="0"/>
              </a:spcBef>
              <a:spcAft>
                <a:spcPts val="0"/>
              </a:spcAft>
              <a:buNone/>
            </a:pPr>
            <a:r>
              <a:rPr lang="en" b="1" dirty="0">
                <a:latin typeface="微軟正黑體" panose="020B0604030504040204" pitchFamily="34" charset="-120"/>
                <a:ea typeface="微軟正黑體" panose="020B0604030504040204" pitchFamily="34" charset="-120"/>
                <a:cs typeface="Arial" panose="020B0604020202020204" pitchFamily="34" charset="0"/>
              </a:rPr>
              <a:t>第九組 組員:</a:t>
            </a:r>
            <a:endParaRPr b="1" dirty="0">
              <a:latin typeface="微軟正黑體" panose="020B0604030504040204" pitchFamily="34" charset="-120"/>
              <a:ea typeface="微軟正黑體" panose="020B0604030504040204" pitchFamily="34" charset="-120"/>
              <a:cs typeface="Arial" panose="020B0604020202020204" pitchFamily="34" charset="0"/>
            </a:endParaRPr>
          </a:p>
          <a:p>
            <a:pPr marL="0" lvl="0" indent="0" algn="l" rtl="0">
              <a:spcBef>
                <a:spcPts val="0"/>
              </a:spcBef>
              <a:spcAft>
                <a:spcPts val="0"/>
              </a:spcAft>
              <a:buNone/>
            </a:pPr>
            <a:r>
              <a:rPr lang="en" b="1" dirty="0">
                <a:latin typeface="微軟正黑體" panose="020B0604030504040204" pitchFamily="34" charset="-120"/>
                <a:ea typeface="微軟正黑體" panose="020B0604030504040204" pitchFamily="34" charset="-120"/>
                <a:cs typeface="Arial" panose="020B0604020202020204" pitchFamily="34" charset="0"/>
              </a:rPr>
              <a:t>1114552 葉秋妶</a:t>
            </a:r>
            <a:endParaRPr b="1" dirty="0">
              <a:latin typeface="微軟正黑體" panose="020B0604030504040204" pitchFamily="34" charset="-120"/>
              <a:ea typeface="微軟正黑體" panose="020B0604030504040204" pitchFamily="34" charset="-120"/>
              <a:cs typeface="Arial" panose="020B0604020202020204" pitchFamily="34" charset="0"/>
            </a:endParaRPr>
          </a:p>
          <a:p>
            <a:pPr marL="0" lvl="0" indent="0" algn="l" rtl="0">
              <a:spcBef>
                <a:spcPts val="0"/>
              </a:spcBef>
              <a:spcAft>
                <a:spcPts val="0"/>
              </a:spcAft>
              <a:buNone/>
            </a:pPr>
            <a:r>
              <a:rPr lang="en" b="1" dirty="0">
                <a:latin typeface="微軟正黑體" panose="020B0604030504040204" pitchFamily="34" charset="-120"/>
                <a:ea typeface="微軟正黑體" panose="020B0604030504040204" pitchFamily="34" charset="-120"/>
                <a:cs typeface="Arial" panose="020B0604020202020204" pitchFamily="34" charset="0"/>
              </a:rPr>
              <a:t>1114558 劉冠宇</a:t>
            </a:r>
            <a:br>
              <a:rPr lang="en" b="1" dirty="0">
                <a:latin typeface="微軟正黑體" panose="020B0604030504040204" pitchFamily="34" charset="-120"/>
                <a:ea typeface="微軟正黑體" panose="020B0604030504040204" pitchFamily="34" charset="-120"/>
                <a:cs typeface="Arial" panose="020B0604020202020204" pitchFamily="34" charset="0"/>
              </a:rPr>
            </a:br>
            <a:r>
              <a:rPr lang="en" b="1" dirty="0">
                <a:latin typeface="微軟正黑體" panose="020B0604030504040204" pitchFamily="34" charset="-120"/>
                <a:ea typeface="微軟正黑體" panose="020B0604030504040204" pitchFamily="34" charset="-120"/>
                <a:cs typeface="Arial" panose="020B0604020202020204" pitchFamily="34" charset="0"/>
              </a:rPr>
              <a:t>1114561 蘇昱修 </a:t>
            </a:r>
            <a:endParaRPr b="1" dirty="0">
              <a:latin typeface="微軟正黑體" panose="020B0604030504040204" pitchFamily="34" charset="-120"/>
              <a:ea typeface="微軟正黑體" panose="020B0604030504040204" pitchFamily="34" charset="-120"/>
              <a:cs typeface="Arial" panose="020B0604020202020204" pitchFamily="34" charset="0"/>
            </a:endParaRPr>
          </a:p>
          <a:p>
            <a:pPr marL="0" lvl="0" indent="0" algn="l" rtl="0">
              <a:spcBef>
                <a:spcPts val="0"/>
              </a:spcBef>
              <a:spcAft>
                <a:spcPts val="0"/>
              </a:spcAft>
              <a:buNone/>
            </a:pPr>
            <a:r>
              <a:rPr lang="en" b="1" dirty="0">
                <a:latin typeface="微軟正黑體" panose="020B0604030504040204" pitchFamily="34" charset="-120"/>
                <a:ea typeface="微軟正黑體" panose="020B0604030504040204" pitchFamily="34" charset="-120"/>
                <a:cs typeface="Arial" panose="020B0604020202020204" pitchFamily="34" charset="0"/>
              </a:rPr>
              <a:t>1114565 謝向威 </a:t>
            </a:r>
            <a:endParaRPr b="1" dirty="0">
              <a:latin typeface="微軟正黑體" panose="020B0604030504040204" pitchFamily="34" charset="-120"/>
              <a:ea typeface="微軟正黑體" panose="020B0604030504040204" pitchFamily="34" charset="-120"/>
              <a:cs typeface="Arial" panose="020B0604020202020204" pitchFamily="34" charset="0"/>
            </a:endParaRPr>
          </a:p>
          <a:p>
            <a:pPr marL="0" lvl="0" indent="0" algn="l" rtl="0">
              <a:spcBef>
                <a:spcPts val="0"/>
              </a:spcBef>
              <a:spcAft>
                <a:spcPts val="0"/>
              </a:spcAft>
              <a:buNone/>
            </a:pPr>
            <a:r>
              <a:rPr lang="en" b="1" dirty="0">
                <a:latin typeface="微軟正黑體" panose="020B0604030504040204" pitchFamily="34" charset="-120"/>
                <a:ea typeface="微軟正黑體" panose="020B0604030504040204" pitchFamily="34" charset="-120"/>
                <a:cs typeface="Arial" panose="020B0604020202020204" pitchFamily="34" charset="0"/>
              </a:rPr>
              <a:t>1114572 陳群翔 </a:t>
            </a:r>
            <a:endParaRPr b="1" dirty="0">
              <a:latin typeface="微軟正黑體" panose="020B0604030504040204" pitchFamily="34" charset="-120"/>
              <a:ea typeface="微軟正黑體" panose="020B0604030504040204" pitchFamily="34" charset="-120"/>
              <a:cs typeface="Arial" panose="020B0604020202020204" pitchFamily="34" charset="0"/>
            </a:endParaRPr>
          </a:p>
          <a:p>
            <a:pPr marL="0" lvl="0" indent="0" algn="l" rtl="0">
              <a:spcBef>
                <a:spcPts val="0"/>
              </a:spcBef>
              <a:spcAft>
                <a:spcPts val="0"/>
              </a:spcAft>
              <a:buNone/>
            </a:pPr>
            <a:r>
              <a:rPr lang="en" b="1" dirty="0">
                <a:latin typeface="微軟正黑體" panose="020B0604030504040204" pitchFamily="34" charset="-120"/>
                <a:ea typeface="微軟正黑體" panose="020B0604030504040204" pitchFamily="34" charset="-120"/>
                <a:cs typeface="Arial" panose="020B0604020202020204" pitchFamily="34" charset="0"/>
              </a:rPr>
              <a:t>1114575 羅冠珽</a:t>
            </a:r>
            <a:endParaRPr b="1" dirty="0">
              <a:latin typeface="微軟正黑體" panose="020B0604030504040204" pitchFamily="34" charset="-120"/>
              <a:ea typeface="微軟正黑體" panose="020B0604030504040204" pitchFamily="34" charset="-120"/>
              <a:cs typeface="Arial" panose="020B0604020202020204" pitchFamily="34" charset="0"/>
            </a:endParaRPr>
          </a:p>
        </p:txBody>
      </p:sp>
      <p:grpSp>
        <p:nvGrpSpPr>
          <p:cNvPr id="1983" name="Google Shape;1983;p25"/>
          <p:cNvGrpSpPr/>
          <p:nvPr/>
        </p:nvGrpSpPr>
        <p:grpSpPr>
          <a:xfrm>
            <a:off x="733931" y="657995"/>
            <a:ext cx="11949650" cy="4976633"/>
            <a:chOff x="713181" y="582145"/>
            <a:chExt cx="11949650" cy="4976633"/>
          </a:xfrm>
        </p:grpSpPr>
        <p:grpSp>
          <p:nvGrpSpPr>
            <p:cNvPr id="1984" name="Google Shape;1984;p25"/>
            <p:cNvGrpSpPr/>
            <p:nvPr/>
          </p:nvGrpSpPr>
          <p:grpSpPr>
            <a:xfrm>
              <a:off x="6279940" y="582145"/>
              <a:ext cx="6382891" cy="1623545"/>
              <a:chOff x="6371290" y="314120"/>
              <a:chExt cx="6382891" cy="1623545"/>
            </a:xfrm>
          </p:grpSpPr>
          <p:sp>
            <p:nvSpPr>
              <p:cNvPr id="1985" name="Google Shape;1985;p25"/>
              <p:cNvSpPr/>
              <p:nvPr/>
            </p:nvSpPr>
            <p:spPr>
              <a:xfrm rot="-5400000" flipH="1">
                <a:off x="8750963" y="-2065553"/>
                <a:ext cx="1623545" cy="6382891"/>
              </a:xfrm>
              <a:custGeom>
                <a:avLst/>
                <a:gdLst/>
                <a:ahLst/>
                <a:cxnLst/>
                <a:rect l="l" t="t" r="r" b="b"/>
                <a:pathLst>
                  <a:path w="12220" h="44059" extrusionOk="0">
                    <a:moveTo>
                      <a:pt x="9359" y="0"/>
                    </a:moveTo>
                    <a:lnTo>
                      <a:pt x="9359" y="18593"/>
                    </a:lnTo>
                    <a:lnTo>
                      <a:pt x="9359" y="27156"/>
                    </a:lnTo>
                    <a:cubicBezTo>
                      <a:pt x="9359" y="27621"/>
                      <a:pt x="9003" y="28003"/>
                      <a:pt x="8568" y="28055"/>
                    </a:cubicBezTo>
                    <a:lnTo>
                      <a:pt x="8444" y="28055"/>
                    </a:lnTo>
                    <a:cubicBezTo>
                      <a:pt x="7940" y="28055"/>
                      <a:pt x="7532" y="27647"/>
                      <a:pt x="7532" y="27156"/>
                    </a:cubicBezTo>
                    <a:lnTo>
                      <a:pt x="7532" y="18168"/>
                    </a:lnTo>
                    <a:cubicBezTo>
                      <a:pt x="7532" y="16099"/>
                      <a:pt x="5845" y="14409"/>
                      <a:pt x="3773" y="14409"/>
                    </a:cubicBezTo>
                    <a:cubicBezTo>
                      <a:pt x="1704" y="14409"/>
                      <a:pt x="1" y="16099"/>
                      <a:pt x="1" y="18168"/>
                    </a:cubicBezTo>
                    <a:lnTo>
                      <a:pt x="1" y="30141"/>
                    </a:lnTo>
                    <a:lnTo>
                      <a:pt x="1" y="44059"/>
                    </a:lnTo>
                    <a:lnTo>
                      <a:pt x="2861" y="44059"/>
                    </a:lnTo>
                    <a:lnTo>
                      <a:pt x="2861" y="29065"/>
                    </a:lnTo>
                    <a:lnTo>
                      <a:pt x="2861" y="18168"/>
                    </a:lnTo>
                    <a:cubicBezTo>
                      <a:pt x="2861" y="17677"/>
                      <a:pt x="3270" y="17269"/>
                      <a:pt x="3773" y="17269"/>
                    </a:cubicBezTo>
                    <a:cubicBezTo>
                      <a:pt x="4276" y="17269"/>
                      <a:pt x="4685" y="17677"/>
                      <a:pt x="4685" y="18168"/>
                    </a:cubicBezTo>
                    <a:lnTo>
                      <a:pt x="4685" y="27156"/>
                    </a:lnTo>
                    <a:cubicBezTo>
                      <a:pt x="4685" y="29186"/>
                      <a:pt x="6306" y="30863"/>
                      <a:pt x="8336" y="30915"/>
                    </a:cubicBezTo>
                    <a:cubicBezTo>
                      <a:pt x="8378" y="30915"/>
                      <a:pt x="8405" y="30932"/>
                      <a:pt x="8444" y="30932"/>
                    </a:cubicBezTo>
                    <a:cubicBezTo>
                      <a:pt x="10529" y="30932"/>
                      <a:pt x="12219" y="29229"/>
                      <a:pt x="12219" y="27156"/>
                    </a:cubicBezTo>
                    <a:lnTo>
                      <a:pt x="12219" y="18619"/>
                    </a:lnTo>
                    <a:lnTo>
                      <a:pt x="12219" y="0"/>
                    </a:lnTo>
                    <a:close/>
                  </a:path>
                </a:pathLst>
              </a:custGeom>
              <a:solidFill>
                <a:schemeClr val="accent5"/>
              </a:solidFill>
              <a:ln>
                <a:noFill/>
              </a:ln>
              <a:effectLst>
                <a:outerShdw dist="57150" dir="6660000" algn="bl" rotWithShape="0">
                  <a:schemeClr val="dk1">
                    <a:alpha val="34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986" name="Google Shape;1986;p25"/>
              <p:cNvGrpSpPr/>
              <p:nvPr/>
            </p:nvGrpSpPr>
            <p:grpSpPr>
              <a:xfrm rot="-5400000" flipH="1">
                <a:off x="8817700" y="-1773617"/>
                <a:ext cx="1257637" cy="5799004"/>
                <a:chOff x="3563222" y="101822"/>
                <a:chExt cx="1212180" cy="5125965"/>
              </a:xfrm>
            </p:grpSpPr>
            <p:sp>
              <p:nvSpPr>
                <p:cNvPr id="1987" name="Google Shape;1987;p25"/>
                <p:cNvSpPr/>
                <p:nvPr/>
              </p:nvSpPr>
              <p:spPr>
                <a:xfrm>
                  <a:off x="3563222" y="4946702"/>
                  <a:ext cx="13830" cy="55833"/>
                </a:xfrm>
                <a:custGeom>
                  <a:avLst/>
                  <a:gdLst/>
                  <a:ahLst/>
                  <a:cxnLst/>
                  <a:rect l="l" t="t" r="r" b="b"/>
                  <a:pathLst>
                    <a:path w="108" h="436" extrusionOk="0">
                      <a:moveTo>
                        <a:pt x="0" y="1"/>
                      </a:moveTo>
                      <a:lnTo>
                        <a:pt x="0" y="436"/>
                      </a:lnTo>
                      <a:lnTo>
                        <a:pt x="108" y="436"/>
                      </a:lnTo>
                      <a:lnTo>
                        <a:pt x="10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8" name="Google Shape;1988;p25"/>
                <p:cNvSpPr/>
                <p:nvPr/>
              </p:nvSpPr>
              <p:spPr>
                <a:xfrm>
                  <a:off x="3563222" y="5060160"/>
                  <a:ext cx="13830" cy="55833"/>
                </a:xfrm>
                <a:custGeom>
                  <a:avLst/>
                  <a:gdLst/>
                  <a:ahLst/>
                  <a:cxnLst/>
                  <a:rect l="l" t="t" r="r" b="b"/>
                  <a:pathLst>
                    <a:path w="108" h="436" extrusionOk="0">
                      <a:moveTo>
                        <a:pt x="0" y="1"/>
                      </a:moveTo>
                      <a:lnTo>
                        <a:pt x="0" y="435"/>
                      </a:lnTo>
                      <a:lnTo>
                        <a:pt x="108" y="435"/>
                      </a:lnTo>
                      <a:lnTo>
                        <a:pt x="10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9" name="Google Shape;1989;p25"/>
                <p:cNvSpPr/>
                <p:nvPr/>
              </p:nvSpPr>
              <p:spPr>
                <a:xfrm>
                  <a:off x="3563222" y="4833244"/>
                  <a:ext cx="13830" cy="58010"/>
                </a:xfrm>
                <a:custGeom>
                  <a:avLst/>
                  <a:gdLst/>
                  <a:ahLst/>
                  <a:cxnLst/>
                  <a:rect l="l" t="t" r="r" b="b"/>
                  <a:pathLst>
                    <a:path w="108" h="453" extrusionOk="0">
                      <a:moveTo>
                        <a:pt x="0" y="1"/>
                      </a:moveTo>
                      <a:lnTo>
                        <a:pt x="0" y="452"/>
                      </a:lnTo>
                      <a:lnTo>
                        <a:pt x="108" y="452"/>
                      </a:lnTo>
                      <a:lnTo>
                        <a:pt x="10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0" name="Google Shape;1990;p25"/>
                <p:cNvSpPr/>
                <p:nvPr/>
              </p:nvSpPr>
              <p:spPr>
                <a:xfrm>
                  <a:off x="3563222" y="5171569"/>
                  <a:ext cx="13830" cy="56217"/>
                </a:xfrm>
                <a:custGeom>
                  <a:avLst/>
                  <a:gdLst/>
                  <a:ahLst/>
                  <a:cxnLst/>
                  <a:rect l="l" t="t" r="r" b="b"/>
                  <a:pathLst>
                    <a:path w="108" h="439" extrusionOk="0">
                      <a:moveTo>
                        <a:pt x="0" y="0"/>
                      </a:moveTo>
                      <a:lnTo>
                        <a:pt x="0" y="438"/>
                      </a:lnTo>
                      <a:lnTo>
                        <a:pt x="108" y="438"/>
                      </a:lnTo>
                      <a:lnTo>
                        <a:pt x="108"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1" name="Google Shape;1991;p25"/>
                <p:cNvSpPr/>
                <p:nvPr/>
              </p:nvSpPr>
              <p:spPr>
                <a:xfrm>
                  <a:off x="3563222" y="4043522"/>
                  <a:ext cx="13830" cy="55705"/>
                </a:xfrm>
                <a:custGeom>
                  <a:avLst/>
                  <a:gdLst/>
                  <a:ahLst/>
                  <a:cxnLst/>
                  <a:rect l="l" t="t" r="r" b="b"/>
                  <a:pathLst>
                    <a:path w="108" h="435" extrusionOk="0">
                      <a:moveTo>
                        <a:pt x="0" y="0"/>
                      </a:moveTo>
                      <a:lnTo>
                        <a:pt x="0" y="435"/>
                      </a:lnTo>
                      <a:lnTo>
                        <a:pt x="108" y="435"/>
                      </a:lnTo>
                      <a:lnTo>
                        <a:pt x="108"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2" name="Google Shape;1992;p25"/>
                <p:cNvSpPr/>
                <p:nvPr/>
              </p:nvSpPr>
              <p:spPr>
                <a:xfrm>
                  <a:off x="3563222" y="4154802"/>
                  <a:ext cx="13830" cy="57882"/>
                </a:xfrm>
                <a:custGeom>
                  <a:avLst/>
                  <a:gdLst/>
                  <a:ahLst/>
                  <a:cxnLst/>
                  <a:rect l="l" t="t" r="r" b="b"/>
                  <a:pathLst>
                    <a:path w="108" h="452" extrusionOk="0">
                      <a:moveTo>
                        <a:pt x="0" y="0"/>
                      </a:moveTo>
                      <a:lnTo>
                        <a:pt x="0" y="452"/>
                      </a:lnTo>
                      <a:lnTo>
                        <a:pt x="108" y="452"/>
                      </a:lnTo>
                      <a:lnTo>
                        <a:pt x="108"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3" name="Google Shape;1993;p25"/>
                <p:cNvSpPr/>
                <p:nvPr/>
              </p:nvSpPr>
              <p:spPr>
                <a:xfrm>
                  <a:off x="3563222" y="3818271"/>
                  <a:ext cx="13830" cy="55833"/>
                </a:xfrm>
                <a:custGeom>
                  <a:avLst/>
                  <a:gdLst/>
                  <a:ahLst/>
                  <a:cxnLst/>
                  <a:rect l="l" t="t" r="r" b="b"/>
                  <a:pathLst>
                    <a:path w="108" h="436" extrusionOk="0">
                      <a:moveTo>
                        <a:pt x="0" y="0"/>
                      </a:moveTo>
                      <a:lnTo>
                        <a:pt x="0" y="435"/>
                      </a:lnTo>
                      <a:lnTo>
                        <a:pt x="108" y="435"/>
                      </a:lnTo>
                      <a:lnTo>
                        <a:pt x="108"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4" name="Google Shape;1994;p25"/>
                <p:cNvSpPr/>
                <p:nvPr/>
              </p:nvSpPr>
              <p:spPr>
                <a:xfrm>
                  <a:off x="3563222" y="3930064"/>
                  <a:ext cx="13830" cy="55705"/>
                </a:xfrm>
                <a:custGeom>
                  <a:avLst/>
                  <a:gdLst/>
                  <a:ahLst/>
                  <a:cxnLst/>
                  <a:rect l="l" t="t" r="r" b="b"/>
                  <a:pathLst>
                    <a:path w="108" h="435" extrusionOk="0">
                      <a:moveTo>
                        <a:pt x="0" y="0"/>
                      </a:moveTo>
                      <a:lnTo>
                        <a:pt x="0" y="435"/>
                      </a:lnTo>
                      <a:lnTo>
                        <a:pt x="108" y="435"/>
                      </a:lnTo>
                      <a:lnTo>
                        <a:pt x="108"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5" name="Google Shape;1995;p25"/>
                <p:cNvSpPr/>
                <p:nvPr/>
              </p:nvSpPr>
              <p:spPr>
                <a:xfrm>
                  <a:off x="3563222" y="4268260"/>
                  <a:ext cx="13830" cy="55833"/>
                </a:xfrm>
                <a:custGeom>
                  <a:avLst/>
                  <a:gdLst/>
                  <a:ahLst/>
                  <a:cxnLst/>
                  <a:rect l="l" t="t" r="r" b="b"/>
                  <a:pathLst>
                    <a:path w="108" h="436" extrusionOk="0">
                      <a:moveTo>
                        <a:pt x="0" y="0"/>
                      </a:moveTo>
                      <a:lnTo>
                        <a:pt x="0" y="435"/>
                      </a:lnTo>
                      <a:lnTo>
                        <a:pt x="108" y="435"/>
                      </a:lnTo>
                      <a:lnTo>
                        <a:pt x="108"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6" name="Google Shape;1996;p25"/>
                <p:cNvSpPr/>
                <p:nvPr/>
              </p:nvSpPr>
              <p:spPr>
                <a:xfrm>
                  <a:off x="3563222" y="4380053"/>
                  <a:ext cx="13830" cy="57370"/>
                </a:xfrm>
                <a:custGeom>
                  <a:avLst/>
                  <a:gdLst/>
                  <a:ahLst/>
                  <a:cxnLst/>
                  <a:rect l="l" t="t" r="r" b="b"/>
                  <a:pathLst>
                    <a:path w="108" h="448" extrusionOk="0">
                      <a:moveTo>
                        <a:pt x="0" y="0"/>
                      </a:moveTo>
                      <a:lnTo>
                        <a:pt x="0" y="448"/>
                      </a:lnTo>
                      <a:lnTo>
                        <a:pt x="108" y="448"/>
                      </a:lnTo>
                      <a:lnTo>
                        <a:pt x="108"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7" name="Google Shape;1997;p25"/>
                <p:cNvSpPr/>
                <p:nvPr/>
              </p:nvSpPr>
              <p:spPr>
                <a:xfrm>
                  <a:off x="3563222" y="4493383"/>
                  <a:ext cx="13830" cy="55833"/>
                </a:xfrm>
                <a:custGeom>
                  <a:avLst/>
                  <a:gdLst/>
                  <a:ahLst/>
                  <a:cxnLst/>
                  <a:rect l="l" t="t" r="r" b="b"/>
                  <a:pathLst>
                    <a:path w="108" h="436" extrusionOk="0">
                      <a:moveTo>
                        <a:pt x="0" y="1"/>
                      </a:moveTo>
                      <a:lnTo>
                        <a:pt x="0" y="436"/>
                      </a:lnTo>
                      <a:lnTo>
                        <a:pt x="108" y="436"/>
                      </a:lnTo>
                      <a:lnTo>
                        <a:pt x="10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8" name="Google Shape;1998;p25"/>
                <p:cNvSpPr/>
                <p:nvPr/>
              </p:nvSpPr>
              <p:spPr>
                <a:xfrm>
                  <a:off x="3563222" y="4718250"/>
                  <a:ext cx="13830" cy="59547"/>
                </a:xfrm>
                <a:custGeom>
                  <a:avLst/>
                  <a:gdLst/>
                  <a:ahLst/>
                  <a:cxnLst/>
                  <a:rect l="l" t="t" r="r" b="b"/>
                  <a:pathLst>
                    <a:path w="108" h="465" extrusionOk="0">
                      <a:moveTo>
                        <a:pt x="0" y="0"/>
                      </a:moveTo>
                      <a:lnTo>
                        <a:pt x="0" y="26"/>
                      </a:lnTo>
                      <a:lnTo>
                        <a:pt x="0" y="435"/>
                      </a:lnTo>
                      <a:lnTo>
                        <a:pt x="0" y="464"/>
                      </a:lnTo>
                      <a:lnTo>
                        <a:pt x="108" y="464"/>
                      </a:lnTo>
                      <a:lnTo>
                        <a:pt x="108" y="435"/>
                      </a:lnTo>
                      <a:lnTo>
                        <a:pt x="108" y="26"/>
                      </a:lnTo>
                      <a:lnTo>
                        <a:pt x="108"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9" name="Google Shape;1999;p25"/>
                <p:cNvSpPr/>
                <p:nvPr/>
              </p:nvSpPr>
              <p:spPr>
                <a:xfrm>
                  <a:off x="3563222" y="4606457"/>
                  <a:ext cx="13830" cy="56217"/>
                </a:xfrm>
                <a:custGeom>
                  <a:avLst/>
                  <a:gdLst/>
                  <a:ahLst/>
                  <a:cxnLst/>
                  <a:rect l="l" t="t" r="r" b="b"/>
                  <a:pathLst>
                    <a:path w="108" h="439" extrusionOk="0">
                      <a:moveTo>
                        <a:pt x="0" y="0"/>
                      </a:moveTo>
                      <a:lnTo>
                        <a:pt x="0" y="438"/>
                      </a:lnTo>
                      <a:lnTo>
                        <a:pt x="108" y="438"/>
                      </a:lnTo>
                      <a:lnTo>
                        <a:pt x="108"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0" name="Google Shape;2000;p25"/>
                <p:cNvSpPr/>
                <p:nvPr/>
              </p:nvSpPr>
              <p:spPr>
                <a:xfrm>
                  <a:off x="3746086" y="1978230"/>
                  <a:ext cx="57882" cy="31502"/>
                </a:xfrm>
                <a:custGeom>
                  <a:avLst/>
                  <a:gdLst/>
                  <a:ahLst/>
                  <a:cxnLst/>
                  <a:rect l="l" t="t" r="r" b="b"/>
                  <a:pathLst>
                    <a:path w="452" h="246" extrusionOk="0">
                      <a:moveTo>
                        <a:pt x="438" y="0"/>
                      </a:moveTo>
                      <a:cubicBezTo>
                        <a:pt x="288" y="43"/>
                        <a:pt x="138" y="82"/>
                        <a:pt x="0" y="151"/>
                      </a:cubicBezTo>
                      <a:lnTo>
                        <a:pt x="43" y="246"/>
                      </a:lnTo>
                      <a:cubicBezTo>
                        <a:pt x="180" y="193"/>
                        <a:pt x="314" y="151"/>
                        <a:pt x="451" y="112"/>
                      </a:cubicBezTo>
                      <a:lnTo>
                        <a:pt x="438"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1" name="Google Shape;2001;p25"/>
                <p:cNvSpPr/>
                <p:nvPr/>
              </p:nvSpPr>
              <p:spPr>
                <a:xfrm>
                  <a:off x="3563222" y="2663843"/>
                  <a:ext cx="13830" cy="55833"/>
                </a:xfrm>
                <a:custGeom>
                  <a:avLst/>
                  <a:gdLst/>
                  <a:ahLst/>
                  <a:cxnLst/>
                  <a:rect l="l" t="t" r="r" b="b"/>
                  <a:pathLst>
                    <a:path w="108" h="436" extrusionOk="0">
                      <a:moveTo>
                        <a:pt x="0" y="1"/>
                      </a:moveTo>
                      <a:lnTo>
                        <a:pt x="0" y="435"/>
                      </a:lnTo>
                      <a:lnTo>
                        <a:pt x="108" y="435"/>
                      </a:lnTo>
                      <a:lnTo>
                        <a:pt x="10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2" name="Google Shape;2002;p25"/>
                <p:cNvSpPr/>
                <p:nvPr/>
              </p:nvSpPr>
              <p:spPr>
                <a:xfrm>
                  <a:off x="3563222" y="2777301"/>
                  <a:ext cx="13830" cy="55833"/>
                </a:xfrm>
                <a:custGeom>
                  <a:avLst/>
                  <a:gdLst/>
                  <a:ahLst/>
                  <a:cxnLst/>
                  <a:rect l="l" t="t" r="r" b="b"/>
                  <a:pathLst>
                    <a:path w="108" h="436" extrusionOk="0">
                      <a:moveTo>
                        <a:pt x="0" y="0"/>
                      </a:moveTo>
                      <a:lnTo>
                        <a:pt x="0" y="435"/>
                      </a:lnTo>
                      <a:lnTo>
                        <a:pt x="108" y="435"/>
                      </a:lnTo>
                      <a:lnTo>
                        <a:pt x="108"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3" name="Google Shape;2003;p25"/>
                <p:cNvSpPr/>
                <p:nvPr/>
              </p:nvSpPr>
              <p:spPr>
                <a:xfrm>
                  <a:off x="3563222" y="2438721"/>
                  <a:ext cx="13830" cy="56089"/>
                </a:xfrm>
                <a:custGeom>
                  <a:avLst/>
                  <a:gdLst/>
                  <a:ahLst/>
                  <a:cxnLst/>
                  <a:rect l="l" t="t" r="r" b="b"/>
                  <a:pathLst>
                    <a:path w="108" h="438" extrusionOk="0">
                      <a:moveTo>
                        <a:pt x="0" y="0"/>
                      </a:moveTo>
                      <a:lnTo>
                        <a:pt x="0" y="438"/>
                      </a:lnTo>
                      <a:lnTo>
                        <a:pt x="108" y="438"/>
                      </a:lnTo>
                      <a:lnTo>
                        <a:pt x="108"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4" name="Google Shape;2004;p25"/>
                <p:cNvSpPr/>
                <p:nvPr/>
              </p:nvSpPr>
              <p:spPr>
                <a:xfrm>
                  <a:off x="3587424" y="2107567"/>
                  <a:ext cx="40338" cy="55833"/>
                </a:xfrm>
                <a:custGeom>
                  <a:avLst/>
                  <a:gdLst/>
                  <a:ahLst/>
                  <a:cxnLst/>
                  <a:rect l="l" t="t" r="r" b="b"/>
                  <a:pathLst>
                    <a:path w="315" h="436" extrusionOk="0">
                      <a:moveTo>
                        <a:pt x="220" y="1"/>
                      </a:moveTo>
                      <a:cubicBezTo>
                        <a:pt x="138" y="121"/>
                        <a:pt x="69" y="259"/>
                        <a:pt x="1" y="393"/>
                      </a:cubicBezTo>
                      <a:lnTo>
                        <a:pt x="112" y="435"/>
                      </a:lnTo>
                      <a:cubicBezTo>
                        <a:pt x="164" y="298"/>
                        <a:pt x="233" y="177"/>
                        <a:pt x="314" y="53"/>
                      </a:cubicBezTo>
                      <a:lnTo>
                        <a:pt x="220"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5" name="Google Shape;2005;p25"/>
                <p:cNvSpPr/>
                <p:nvPr/>
              </p:nvSpPr>
              <p:spPr>
                <a:xfrm>
                  <a:off x="3563222" y="2325263"/>
                  <a:ext cx="13830" cy="57882"/>
                </a:xfrm>
                <a:custGeom>
                  <a:avLst/>
                  <a:gdLst/>
                  <a:ahLst/>
                  <a:cxnLst/>
                  <a:rect l="l" t="t" r="r" b="b"/>
                  <a:pathLst>
                    <a:path w="108" h="452" extrusionOk="0">
                      <a:moveTo>
                        <a:pt x="0" y="0"/>
                      </a:moveTo>
                      <a:lnTo>
                        <a:pt x="0" y="451"/>
                      </a:lnTo>
                      <a:lnTo>
                        <a:pt x="108" y="451"/>
                      </a:lnTo>
                      <a:lnTo>
                        <a:pt x="108"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6" name="Google Shape;2006;p25"/>
                <p:cNvSpPr/>
                <p:nvPr/>
              </p:nvSpPr>
              <p:spPr>
                <a:xfrm>
                  <a:off x="3651837" y="2025483"/>
                  <a:ext cx="52504" cy="46997"/>
                </a:xfrm>
                <a:custGeom>
                  <a:avLst/>
                  <a:gdLst/>
                  <a:ahLst/>
                  <a:cxnLst/>
                  <a:rect l="l" t="t" r="r" b="b"/>
                  <a:pathLst>
                    <a:path w="410" h="367" extrusionOk="0">
                      <a:moveTo>
                        <a:pt x="344" y="1"/>
                      </a:moveTo>
                      <a:cubicBezTo>
                        <a:pt x="220" y="83"/>
                        <a:pt x="112" y="177"/>
                        <a:pt x="1" y="285"/>
                      </a:cubicBezTo>
                      <a:lnTo>
                        <a:pt x="83" y="367"/>
                      </a:lnTo>
                      <a:cubicBezTo>
                        <a:pt x="181" y="259"/>
                        <a:pt x="289" y="177"/>
                        <a:pt x="410" y="96"/>
                      </a:cubicBezTo>
                      <a:lnTo>
                        <a:pt x="344"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7" name="Google Shape;2007;p25"/>
                <p:cNvSpPr/>
                <p:nvPr/>
              </p:nvSpPr>
              <p:spPr>
                <a:xfrm>
                  <a:off x="3563222" y="2212189"/>
                  <a:ext cx="21001" cy="57498"/>
                </a:xfrm>
                <a:custGeom>
                  <a:avLst/>
                  <a:gdLst/>
                  <a:ahLst/>
                  <a:cxnLst/>
                  <a:rect l="l" t="t" r="r" b="b"/>
                  <a:pathLst>
                    <a:path w="164" h="449" extrusionOk="0">
                      <a:moveTo>
                        <a:pt x="56" y="1"/>
                      </a:moveTo>
                      <a:cubicBezTo>
                        <a:pt x="26" y="148"/>
                        <a:pt x="13" y="298"/>
                        <a:pt x="0" y="448"/>
                      </a:cubicBezTo>
                      <a:lnTo>
                        <a:pt x="121" y="448"/>
                      </a:lnTo>
                      <a:cubicBezTo>
                        <a:pt x="121" y="311"/>
                        <a:pt x="137" y="164"/>
                        <a:pt x="163" y="27"/>
                      </a:cubicBezTo>
                      <a:lnTo>
                        <a:pt x="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8" name="Google Shape;2008;p25"/>
                <p:cNvSpPr/>
                <p:nvPr/>
              </p:nvSpPr>
              <p:spPr>
                <a:xfrm>
                  <a:off x="3563222" y="2550386"/>
                  <a:ext cx="13830" cy="57498"/>
                </a:xfrm>
                <a:custGeom>
                  <a:avLst/>
                  <a:gdLst/>
                  <a:ahLst/>
                  <a:cxnLst/>
                  <a:rect l="l" t="t" r="r" b="b"/>
                  <a:pathLst>
                    <a:path w="108" h="449" extrusionOk="0">
                      <a:moveTo>
                        <a:pt x="0" y="1"/>
                      </a:moveTo>
                      <a:lnTo>
                        <a:pt x="0" y="449"/>
                      </a:lnTo>
                      <a:lnTo>
                        <a:pt x="108" y="449"/>
                      </a:lnTo>
                      <a:lnTo>
                        <a:pt x="10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9" name="Google Shape;2009;p25"/>
                <p:cNvSpPr/>
                <p:nvPr/>
              </p:nvSpPr>
              <p:spPr>
                <a:xfrm>
                  <a:off x="3563222" y="3452030"/>
                  <a:ext cx="13830" cy="55833"/>
                </a:xfrm>
                <a:custGeom>
                  <a:avLst/>
                  <a:gdLst/>
                  <a:ahLst/>
                  <a:cxnLst/>
                  <a:rect l="l" t="t" r="r" b="b"/>
                  <a:pathLst>
                    <a:path w="108" h="436" extrusionOk="0">
                      <a:moveTo>
                        <a:pt x="0" y="0"/>
                      </a:moveTo>
                      <a:lnTo>
                        <a:pt x="0" y="435"/>
                      </a:lnTo>
                      <a:lnTo>
                        <a:pt x="108" y="435"/>
                      </a:lnTo>
                      <a:lnTo>
                        <a:pt x="108"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0" name="Google Shape;2010;p25"/>
                <p:cNvSpPr/>
                <p:nvPr/>
              </p:nvSpPr>
              <p:spPr>
                <a:xfrm>
                  <a:off x="3563222" y="3565488"/>
                  <a:ext cx="13830" cy="55705"/>
                </a:xfrm>
                <a:custGeom>
                  <a:avLst/>
                  <a:gdLst/>
                  <a:ahLst/>
                  <a:cxnLst/>
                  <a:rect l="l" t="t" r="r" b="b"/>
                  <a:pathLst>
                    <a:path w="108" h="435" extrusionOk="0">
                      <a:moveTo>
                        <a:pt x="0" y="0"/>
                      </a:moveTo>
                      <a:lnTo>
                        <a:pt x="0" y="435"/>
                      </a:lnTo>
                      <a:lnTo>
                        <a:pt x="108" y="435"/>
                      </a:lnTo>
                      <a:lnTo>
                        <a:pt x="108"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1" name="Google Shape;2011;p25"/>
                <p:cNvSpPr/>
                <p:nvPr/>
              </p:nvSpPr>
              <p:spPr>
                <a:xfrm>
                  <a:off x="3563222" y="2888582"/>
                  <a:ext cx="13830" cy="56217"/>
                </a:xfrm>
                <a:custGeom>
                  <a:avLst/>
                  <a:gdLst/>
                  <a:ahLst/>
                  <a:cxnLst/>
                  <a:rect l="l" t="t" r="r" b="b"/>
                  <a:pathLst>
                    <a:path w="108" h="439" extrusionOk="0">
                      <a:moveTo>
                        <a:pt x="0" y="1"/>
                      </a:moveTo>
                      <a:lnTo>
                        <a:pt x="0" y="439"/>
                      </a:lnTo>
                      <a:lnTo>
                        <a:pt x="108" y="439"/>
                      </a:lnTo>
                      <a:lnTo>
                        <a:pt x="10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2" name="Google Shape;2012;p25"/>
                <p:cNvSpPr/>
                <p:nvPr/>
              </p:nvSpPr>
              <p:spPr>
                <a:xfrm>
                  <a:off x="3563222" y="3790226"/>
                  <a:ext cx="13830" cy="19337"/>
                </a:xfrm>
                <a:custGeom>
                  <a:avLst/>
                  <a:gdLst/>
                  <a:ahLst/>
                  <a:cxnLst/>
                  <a:rect l="l" t="t" r="r" b="b"/>
                  <a:pathLst>
                    <a:path w="108" h="151" extrusionOk="0">
                      <a:moveTo>
                        <a:pt x="0" y="0"/>
                      </a:moveTo>
                      <a:lnTo>
                        <a:pt x="0" y="151"/>
                      </a:lnTo>
                      <a:lnTo>
                        <a:pt x="108" y="151"/>
                      </a:lnTo>
                      <a:lnTo>
                        <a:pt x="108"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3" name="Google Shape;2013;p25"/>
                <p:cNvSpPr/>
                <p:nvPr/>
              </p:nvSpPr>
              <p:spPr>
                <a:xfrm>
                  <a:off x="3563222" y="3677153"/>
                  <a:ext cx="13830" cy="55833"/>
                </a:xfrm>
                <a:custGeom>
                  <a:avLst/>
                  <a:gdLst/>
                  <a:ahLst/>
                  <a:cxnLst/>
                  <a:rect l="l" t="t" r="r" b="b"/>
                  <a:pathLst>
                    <a:path w="108" h="436" extrusionOk="0">
                      <a:moveTo>
                        <a:pt x="0" y="1"/>
                      </a:moveTo>
                      <a:lnTo>
                        <a:pt x="0" y="436"/>
                      </a:lnTo>
                      <a:lnTo>
                        <a:pt x="108" y="436"/>
                      </a:lnTo>
                      <a:lnTo>
                        <a:pt x="10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4" name="Google Shape;2014;p25"/>
                <p:cNvSpPr/>
                <p:nvPr/>
              </p:nvSpPr>
              <p:spPr>
                <a:xfrm>
                  <a:off x="3563222" y="3002040"/>
                  <a:ext cx="13830" cy="55833"/>
                </a:xfrm>
                <a:custGeom>
                  <a:avLst/>
                  <a:gdLst/>
                  <a:ahLst/>
                  <a:cxnLst/>
                  <a:rect l="l" t="t" r="r" b="b"/>
                  <a:pathLst>
                    <a:path w="108" h="436" extrusionOk="0">
                      <a:moveTo>
                        <a:pt x="0" y="1"/>
                      </a:moveTo>
                      <a:lnTo>
                        <a:pt x="0" y="435"/>
                      </a:lnTo>
                      <a:lnTo>
                        <a:pt x="108" y="435"/>
                      </a:lnTo>
                      <a:lnTo>
                        <a:pt x="10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5" name="Google Shape;2015;p25"/>
                <p:cNvSpPr/>
                <p:nvPr/>
              </p:nvSpPr>
              <p:spPr>
                <a:xfrm>
                  <a:off x="3563222" y="3113833"/>
                  <a:ext cx="13830" cy="57498"/>
                </a:xfrm>
                <a:custGeom>
                  <a:avLst/>
                  <a:gdLst/>
                  <a:ahLst/>
                  <a:cxnLst/>
                  <a:rect l="l" t="t" r="r" b="b"/>
                  <a:pathLst>
                    <a:path w="108" h="449" extrusionOk="0">
                      <a:moveTo>
                        <a:pt x="0" y="0"/>
                      </a:moveTo>
                      <a:lnTo>
                        <a:pt x="0" y="448"/>
                      </a:lnTo>
                      <a:lnTo>
                        <a:pt x="108" y="448"/>
                      </a:lnTo>
                      <a:lnTo>
                        <a:pt x="108"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6" name="Google Shape;2016;p25"/>
                <p:cNvSpPr/>
                <p:nvPr/>
              </p:nvSpPr>
              <p:spPr>
                <a:xfrm>
                  <a:off x="3563222" y="3338572"/>
                  <a:ext cx="13830" cy="57882"/>
                </a:xfrm>
                <a:custGeom>
                  <a:avLst/>
                  <a:gdLst/>
                  <a:ahLst/>
                  <a:cxnLst/>
                  <a:rect l="l" t="t" r="r" b="b"/>
                  <a:pathLst>
                    <a:path w="108" h="452" extrusionOk="0">
                      <a:moveTo>
                        <a:pt x="0" y="1"/>
                      </a:moveTo>
                      <a:lnTo>
                        <a:pt x="0" y="452"/>
                      </a:lnTo>
                      <a:lnTo>
                        <a:pt x="108" y="452"/>
                      </a:lnTo>
                      <a:lnTo>
                        <a:pt x="10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7" name="Google Shape;2017;p25"/>
                <p:cNvSpPr/>
                <p:nvPr/>
              </p:nvSpPr>
              <p:spPr>
                <a:xfrm>
                  <a:off x="3563222" y="3227291"/>
                  <a:ext cx="13830" cy="55705"/>
                </a:xfrm>
                <a:custGeom>
                  <a:avLst/>
                  <a:gdLst/>
                  <a:ahLst/>
                  <a:cxnLst/>
                  <a:rect l="l" t="t" r="r" b="b"/>
                  <a:pathLst>
                    <a:path w="108" h="435" extrusionOk="0">
                      <a:moveTo>
                        <a:pt x="0" y="0"/>
                      </a:moveTo>
                      <a:lnTo>
                        <a:pt x="0" y="435"/>
                      </a:lnTo>
                      <a:lnTo>
                        <a:pt x="108" y="435"/>
                      </a:lnTo>
                      <a:lnTo>
                        <a:pt x="108"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8" name="Google Shape;2018;p25"/>
                <p:cNvSpPr/>
                <p:nvPr/>
              </p:nvSpPr>
              <p:spPr>
                <a:xfrm>
                  <a:off x="4161244" y="2921749"/>
                  <a:ext cx="16135" cy="56217"/>
                </a:xfrm>
                <a:custGeom>
                  <a:avLst/>
                  <a:gdLst/>
                  <a:ahLst/>
                  <a:cxnLst/>
                  <a:rect l="l" t="t" r="r" b="b"/>
                  <a:pathLst>
                    <a:path w="126" h="439" extrusionOk="0">
                      <a:moveTo>
                        <a:pt x="1" y="0"/>
                      </a:moveTo>
                      <a:lnTo>
                        <a:pt x="1" y="438"/>
                      </a:lnTo>
                      <a:lnTo>
                        <a:pt x="125" y="438"/>
                      </a:lnTo>
                      <a:lnTo>
                        <a:pt x="12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9" name="Google Shape;2019;p25"/>
                <p:cNvSpPr/>
                <p:nvPr/>
              </p:nvSpPr>
              <p:spPr>
                <a:xfrm>
                  <a:off x="4161244" y="2358685"/>
                  <a:ext cx="16135" cy="57498"/>
                </a:xfrm>
                <a:custGeom>
                  <a:avLst/>
                  <a:gdLst/>
                  <a:ahLst/>
                  <a:cxnLst/>
                  <a:rect l="l" t="t" r="r" b="b"/>
                  <a:pathLst>
                    <a:path w="126" h="449" extrusionOk="0">
                      <a:moveTo>
                        <a:pt x="1" y="1"/>
                      </a:moveTo>
                      <a:lnTo>
                        <a:pt x="1" y="449"/>
                      </a:lnTo>
                      <a:lnTo>
                        <a:pt x="125" y="449"/>
                      </a:lnTo>
                      <a:lnTo>
                        <a:pt x="12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0" name="Google Shape;2020;p25"/>
                <p:cNvSpPr/>
                <p:nvPr/>
              </p:nvSpPr>
              <p:spPr>
                <a:xfrm>
                  <a:off x="4161244" y="2471759"/>
                  <a:ext cx="16135" cy="56217"/>
                </a:xfrm>
                <a:custGeom>
                  <a:avLst/>
                  <a:gdLst/>
                  <a:ahLst/>
                  <a:cxnLst/>
                  <a:rect l="l" t="t" r="r" b="b"/>
                  <a:pathLst>
                    <a:path w="126" h="439" extrusionOk="0">
                      <a:moveTo>
                        <a:pt x="1" y="0"/>
                      </a:moveTo>
                      <a:lnTo>
                        <a:pt x="1" y="438"/>
                      </a:lnTo>
                      <a:lnTo>
                        <a:pt x="125" y="438"/>
                      </a:lnTo>
                      <a:lnTo>
                        <a:pt x="12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1" name="Google Shape;2021;p25"/>
                <p:cNvSpPr/>
                <p:nvPr/>
              </p:nvSpPr>
              <p:spPr>
                <a:xfrm>
                  <a:off x="4161244" y="2583424"/>
                  <a:ext cx="16135" cy="58010"/>
                </a:xfrm>
                <a:custGeom>
                  <a:avLst/>
                  <a:gdLst/>
                  <a:ahLst/>
                  <a:cxnLst/>
                  <a:rect l="l" t="t" r="r" b="b"/>
                  <a:pathLst>
                    <a:path w="126" h="453" extrusionOk="0">
                      <a:moveTo>
                        <a:pt x="1" y="1"/>
                      </a:moveTo>
                      <a:lnTo>
                        <a:pt x="1" y="452"/>
                      </a:lnTo>
                      <a:lnTo>
                        <a:pt x="125" y="452"/>
                      </a:lnTo>
                      <a:lnTo>
                        <a:pt x="12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2" name="Google Shape;2022;p25"/>
                <p:cNvSpPr/>
                <p:nvPr/>
              </p:nvSpPr>
              <p:spPr>
                <a:xfrm>
                  <a:off x="4161244" y="3373787"/>
                  <a:ext cx="16135" cy="55705"/>
                </a:xfrm>
                <a:custGeom>
                  <a:avLst/>
                  <a:gdLst/>
                  <a:ahLst/>
                  <a:cxnLst/>
                  <a:rect l="l" t="t" r="r" b="b"/>
                  <a:pathLst>
                    <a:path w="126" h="435" extrusionOk="0">
                      <a:moveTo>
                        <a:pt x="1" y="0"/>
                      </a:moveTo>
                      <a:lnTo>
                        <a:pt x="1" y="422"/>
                      </a:lnTo>
                      <a:lnTo>
                        <a:pt x="1" y="435"/>
                      </a:lnTo>
                      <a:lnTo>
                        <a:pt x="125" y="435"/>
                      </a:lnTo>
                      <a:lnTo>
                        <a:pt x="125" y="422"/>
                      </a:lnTo>
                      <a:lnTo>
                        <a:pt x="12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3" name="Google Shape;2023;p25"/>
                <p:cNvSpPr/>
                <p:nvPr/>
              </p:nvSpPr>
              <p:spPr>
                <a:xfrm>
                  <a:off x="4393154" y="3710319"/>
                  <a:ext cx="57882" cy="22666"/>
                </a:xfrm>
                <a:custGeom>
                  <a:avLst/>
                  <a:gdLst/>
                  <a:ahLst/>
                  <a:cxnLst/>
                  <a:rect l="l" t="t" r="r" b="b"/>
                  <a:pathLst>
                    <a:path w="452" h="177" extrusionOk="0">
                      <a:moveTo>
                        <a:pt x="30" y="0"/>
                      </a:moveTo>
                      <a:lnTo>
                        <a:pt x="1" y="108"/>
                      </a:lnTo>
                      <a:cubicBezTo>
                        <a:pt x="138" y="151"/>
                        <a:pt x="288" y="177"/>
                        <a:pt x="439" y="177"/>
                      </a:cubicBezTo>
                      <a:lnTo>
                        <a:pt x="452" y="69"/>
                      </a:lnTo>
                      <a:cubicBezTo>
                        <a:pt x="301" y="52"/>
                        <a:pt x="164" y="39"/>
                        <a:pt x="30"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4" name="Google Shape;2024;p25"/>
                <p:cNvSpPr/>
                <p:nvPr/>
              </p:nvSpPr>
              <p:spPr>
                <a:xfrm>
                  <a:off x="4161244" y="2696882"/>
                  <a:ext cx="16135" cy="55833"/>
                </a:xfrm>
                <a:custGeom>
                  <a:avLst/>
                  <a:gdLst/>
                  <a:ahLst/>
                  <a:cxnLst/>
                  <a:rect l="l" t="t" r="r" b="b"/>
                  <a:pathLst>
                    <a:path w="126" h="436" extrusionOk="0">
                      <a:moveTo>
                        <a:pt x="1" y="1"/>
                      </a:moveTo>
                      <a:lnTo>
                        <a:pt x="1" y="435"/>
                      </a:lnTo>
                      <a:lnTo>
                        <a:pt x="125" y="435"/>
                      </a:lnTo>
                      <a:lnTo>
                        <a:pt x="12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5" name="Google Shape;2025;p25"/>
                <p:cNvSpPr/>
                <p:nvPr/>
              </p:nvSpPr>
              <p:spPr>
                <a:xfrm>
                  <a:off x="4168415" y="3483403"/>
                  <a:ext cx="29837" cy="57882"/>
                </a:xfrm>
                <a:custGeom>
                  <a:avLst/>
                  <a:gdLst/>
                  <a:ahLst/>
                  <a:cxnLst/>
                  <a:rect l="l" t="t" r="r" b="b"/>
                  <a:pathLst>
                    <a:path w="233" h="452" extrusionOk="0">
                      <a:moveTo>
                        <a:pt x="108" y="1"/>
                      </a:moveTo>
                      <a:lnTo>
                        <a:pt x="0" y="27"/>
                      </a:lnTo>
                      <a:cubicBezTo>
                        <a:pt x="27" y="164"/>
                        <a:pt x="69" y="314"/>
                        <a:pt x="121" y="452"/>
                      </a:cubicBezTo>
                      <a:lnTo>
                        <a:pt x="233" y="409"/>
                      </a:lnTo>
                      <a:cubicBezTo>
                        <a:pt x="177" y="288"/>
                        <a:pt x="134" y="138"/>
                        <a:pt x="108"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6" name="Google Shape;2026;p25"/>
                <p:cNvSpPr/>
                <p:nvPr/>
              </p:nvSpPr>
              <p:spPr>
                <a:xfrm>
                  <a:off x="4288532" y="3664603"/>
                  <a:ext cx="56217" cy="40338"/>
                </a:xfrm>
                <a:custGeom>
                  <a:avLst/>
                  <a:gdLst/>
                  <a:ahLst/>
                  <a:cxnLst/>
                  <a:rect l="l" t="t" r="r" b="b"/>
                  <a:pathLst>
                    <a:path w="439" h="315" extrusionOk="0">
                      <a:moveTo>
                        <a:pt x="69" y="1"/>
                      </a:moveTo>
                      <a:lnTo>
                        <a:pt x="1" y="83"/>
                      </a:lnTo>
                      <a:cubicBezTo>
                        <a:pt x="125" y="181"/>
                        <a:pt x="259" y="246"/>
                        <a:pt x="396" y="315"/>
                      </a:cubicBezTo>
                      <a:lnTo>
                        <a:pt x="439" y="220"/>
                      </a:lnTo>
                      <a:cubicBezTo>
                        <a:pt x="314" y="151"/>
                        <a:pt x="193" y="83"/>
                        <a:pt x="69"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7" name="Google Shape;2027;p25"/>
                <p:cNvSpPr/>
                <p:nvPr/>
              </p:nvSpPr>
              <p:spPr>
                <a:xfrm>
                  <a:off x="4210290" y="3584696"/>
                  <a:ext cx="45332" cy="54168"/>
                </a:xfrm>
                <a:custGeom>
                  <a:avLst/>
                  <a:gdLst/>
                  <a:ahLst/>
                  <a:cxnLst/>
                  <a:rect l="l" t="t" r="r" b="b"/>
                  <a:pathLst>
                    <a:path w="354" h="423" extrusionOk="0">
                      <a:moveTo>
                        <a:pt x="95" y="1"/>
                      </a:moveTo>
                      <a:lnTo>
                        <a:pt x="0" y="69"/>
                      </a:lnTo>
                      <a:cubicBezTo>
                        <a:pt x="82" y="190"/>
                        <a:pt x="177" y="314"/>
                        <a:pt x="285" y="422"/>
                      </a:cubicBezTo>
                      <a:lnTo>
                        <a:pt x="353" y="341"/>
                      </a:lnTo>
                      <a:cubicBezTo>
                        <a:pt x="259" y="233"/>
                        <a:pt x="177" y="122"/>
                        <a:pt x="95"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8" name="Google Shape;2028;p25"/>
                <p:cNvSpPr/>
                <p:nvPr/>
              </p:nvSpPr>
              <p:spPr>
                <a:xfrm>
                  <a:off x="3857879" y="1971571"/>
                  <a:ext cx="57882" cy="17288"/>
                </a:xfrm>
                <a:custGeom>
                  <a:avLst/>
                  <a:gdLst/>
                  <a:ahLst/>
                  <a:cxnLst/>
                  <a:rect l="l" t="t" r="r" b="b"/>
                  <a:pathLst>
                    <a:path w="452" h="135" extrusionOk="0">
                      <a:moveTo>
                        <a:pt x="0" y="0"/>
                      </a:moveTo>
                      <a:lnTo>
                        <a:pt x="13" y="108"/>
                      </a:lnTo>
                      <a:lnTo>
                        <a:pt x="95" y="108"/>
                      </a:lnTo>
                      <a:cubicBezTo>
                        <a:pt x="206" y="108"/>
                        <a:pt x="327" y="121"/>
                        <a:pt x="435" y="134"/>
                      </a:cubicBezTo>
                      <a:lnTo>
                        <a:pt x="451" y="26"/>
                      </a:lnTo>
                      <a:cubicBezTo>
                        <a:pt x="340" y="13"/>
                        <a:pt x="219" y="0"/>
                        <a:pt x="95"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9" name="Google Shape;2029;p25"/>
                <p:cNvSpPr/>
                <p:nvPr/>
              </p:nvSpPr>
              <p:spPr>
                <a:xfrm>
                  <a:off x="4161244" y="2245228"/>
                  <a:ext cx="16135" cy="57498"/>
                </a:xfrm>
                <a:custGeom>
                  <a:avLst/>
                  <a:gdLst/>
                  <a:ahLst/>
                  <a:cxnLst/>
                  <a:rect l="l" t="t" r="r" b="b"/>
                  <a:pathLst>
                    <a:path w="126" h="449" extrusionOk="0">
                      <a:moveTo>
                        <a:pt x="109" y="1"/>
                      </a:moveTo>
                      <a:lnTo>
                        <a:pt x="1" y="14"/>
                      </a:lnTo>
                      <a:lnTo>
                        <a:pt x="1" y="259"/>
                      </a:lnTo>
                      <a:lnTo>
                        <a:pt x="1" y="449"/>
                      </a:lnTo>
                      <a:lnTo>
                        <a:pt x="125" y="449"/>
                      </a:lnTo>
                      <a:lnTo>
                        <a:pt x="125" y="259"/>
                      </a:lnTo>
                      <a:cubicBezTo>
                        <a:pt x="125" y="164"/>
                        <a:pt x="109" y="83"/>
                        <a:pt x="109"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0" name="Google Shape;2030;p25"/>
                <p:cNvSpPr/>
                <p:nvPr/>
              </p:nvSpPr>
              <p:spPr>
                <a:xfrm>
                  <a:off x="4129870" y="2135227"/>
                  <a:ext cx="33167" cy="57882"/>
                </a:xfrm>
                <a:custGeom>
                  <a:avLst/>
                  <a:gdLst/>
                  <a:ahLst/>
                  <a:cxnLst/>
                  <a:rect l="l" t="t" r="r" b="b"/>
                  <a:pathLst>
                    <a:path w="259" h="452" extrusionOk="0">
                      <a:moveTo>
                        <a:pt x="96" y="0"/>
                      </a:moveTo>
                      <a:lnTo>
                        <a:pt x="1" y="56"/>
                      </a:lnTo>
                      <a:cubicBezTo>
                        <a:pt x="56" y="177"/>
                        <a:pt x="109" y="314"/>
                        <a:pt x="151" y="451"/>
                      </a:cubicBezTo>
                      <a:lnTo>
                        <a:pt x="259" y="422"/>
                      </a:lnTo>
                      <a:cubicBezTo>
                        <a:pt x="220" y="275"/>
                        <a:pt x="164" y="138"/>
                        <a:pt x="96"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1" name="Google Shape;2031;p25"/>
                <p:cNvSpPr/>
                <p:nvPr/>
              </p:nvSpPr>
              <p:spPr>
                <a:xfrm>
                  <a:off x="4062129" y="2046484"/>
                  <a:ext cx="48662" cy="50711"/>
                </a:xfrm>
                <a:custGeom>
                  <a:avLst/>
                  <a:gdLst/>
                  <a:ahLst/>
                  <a:cxnLst/>
                  <a:rect l="l" t="t" r="r" b="b"/>
                  <a:pathLst>
                    <a:path w="380" h="396" extrusionOk="0">
                      <a:moveTo>
                        <a:pt x="66" y="0"/>
                      </a:moveTo>
                      <a:lnTo>
                        <a:pt x="0" y="82"/>
                      </a:lnTo>
                      <a:cubicBezTo>
                        <a:pt x="108" y="177"/>
                        <a:pt x="203" y="285"/>
                        <a:pt x="285" y="396"/>
                      </a:cubicBezTo>
                      <a:lnTo>
                        <a:pt x="379" y="327"/>
                      </a:lnTo>
                      <a:cubicBezTo>
                        <a:pt x="285" y="203"/>
                        <a:pt x="177" y="95"/>
                        <a:pt x="66"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2" name="Google Shape;2032;p25"/>
                <p:cNvSpPr/>
                <p:nvPr/>
              </p:nvSpPr>
              <p:spPr>
                <a:xfrm>
                  <a:off x="3965830" y="1988731"/>
                  <a:ext cx="57882" cy="36881"/>
                </a:xfrm>
                <a:custGeom>
                  <a:avLst/>
                  <a:gdLst/>
                  <a:ahLst/>
                  <a:cxnLst/>
                  <a:rect l="l" t="t" r="r" b="b"/>
                  <a:pathLst>
                    <a:path w="452" h="288" extrusionOk="0">
                      <a:moveTo>
                        <a:pt x="43" y="0"/>
                      </a:moveTo>
                      <a:lnTo>
                        <a:pt x="0" y="95"/>
                      </a:lnTo>
                      <a:cubicBezTo>
                        <a:pt x="138" y="151"/>
                        <a:pt x="275" y="206"/>
                        <a:pt x="396" y="288"/>
                      </a:cubicBezTo>
                      <a:lnTo>
                        <a:pt x="452" y="193"/>
                      </a:lnTo>
                      <a:cubicBezTo>
                        <a:pt x="327" y="111"/>
                        <a:pt x="193" y="56"/>
                        <a:pt x="43"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3" name="Google Shape;2033;p25"/>
                <p:cNvSpPr/>
                <p:nvPr/>
              </p:nvSpPr>
              <p:spPr>
                <a:xfrm>
                  <a:off x="4161244" y="3260329"/>
                  <a:ext cx="16135" cy="55833"/>
                </a:xfrm>
                <a:custGeom>
                  <a:avLst/>
                  <a:gdLst/>
                  <a:ahLst/>
                  <a:cxnLst/>
                  <a:rect l="l" t="t" r="r" b="b"/>
                  <a:pathLst>
                    <a:path w="126" h="436" extrusionOk="0">
                      <a:moveTo>
                        <a:pt x="1" y="0"/>
                      </a:moveTo>
                      <a:lnTo>
                        <a:pt x="1" y="435"/>
                      </a:lnTo>
                      <a:lnTo>
                        <a:pt x="125" y="435"/>
                      </a:lnTo>
                      <a:lnTo>
                        <a:pt x="12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4" name="Google Shape;2034;p25"/>
                <p:cNvSpPr/>
                <p:nvPr/>
              </p:nvSpPr>
              <p:spPr>
                <a:xfrm>
                  <a:off x="4161244" y="3035079"/>
                  <a:ext cx="16135" cy="56217"/>
                </a:xfrm>
                <a:custGeom>
                  <a:avLst/>
                  <a:gdLst/>
                  <a:ahLst/>
                  <a:cxnLst/>
                  <a:rect l="l" t="t" r="r" b="b"/>
                  <a:pathLst>
                    <a:path w="126" h="439" extrusionOk="0">
                      <a:moveTo>
                        <a:pt x="1" y="1"/>
                      </a:moveTo>
                      <a:lnTo>
                        <a:pt x="1" y="439"/>
                      </a:lnTo>
                      <a:lnTo>
                        <a:pt x="125" y="439"/>
                      </a:lnTo>
                      <a:lnTo>
                        <a:pt x="12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5" name="Google Shape;2035;p25"/>
                <p:cNvSpPr/>
                <p:nvPr/>
              </p:nvSpPr>
              <p:spPr>
                <a:xfrm>
                  <a:off x="4161244" y="2810340"/>
                  <a:ext cx="16135" cy="55833"/>
                </a:xfrm>
                <a:custGeom>
                  <a:avLst/>
                  <a:gdLst/>
                  <a:ahLst/>
                  <a:cxnLst/>
                  <a:rect l="l" t="t" r="r" b="b"/>
                  <a:pathLst>
                    <a:path w="126" h="436" extrusionOk="0">
                      <a:moveTo>
                        <a:pt x="1" y="1"/>
                      </a:moveTo>
                      <a:lnTo>
                        <a:pt x="1" y="435"/>
                      </a:lnTo>
                      <a:lnTo>
                        <a:pt x="125" y="435"/>
                      </a:lnTo>
                      <a:lnTo>
                        <a:pt x="12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6" name="Google Shape;2036;p25"/>
                <p:cNvSpPr/>
                <p:nvPr/>
              </p:nvSpPr>
              <p:spPr>
                <a:xfrm>
                  <a:off x="4161244" y="3146872"/>
                  <a:ext cx="16135" cy="57498"/>
                </a:xfrm>
                <a:custGeom>
                  <a:avLst/>
                  <a:gdLst/>
                  <a:ahLst/>
                  <a:cxnLst/>
                  <a:rect l="l" t="t" r="r" b="b"/>
                  <a:pathLst>
                    <a:path w="126" h="449" extrusionOk="0">
                      <a:moveTo>
                        <a:pt x="1" y="1"/>
                      </a:moveTo>
                      <a:lnTo>
                        <a:pt x="1" y="448"/>
                      </a:lnTo>
                      <a:lnTo>
                        <a:pt x="125" y="448"/>
                      </a:lnTo>
                      <a:lnTo>
                        <a:pt x="12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7" name="Google Shape;2037;p25"/>
                <p:cNvSpPr/>
                <p:nvPr/>
              </p:nvSpPr>
              <p:spPr>
                <a:xfrm>
                  <a:off x="4761060" y="1231918"/>
                  <a:ext cx="14342" cy="55833"/>
                </a:xfrm>
                <a:custGeom>
                  <a:avLst/>
                  <a:gdLst/>
                  <a:ahLst/>
                  <a:cxnLst/>
                  <a:rect l="l" t="t" r="r" b="b"/>
                  <a:pathLst>
                    <a:path w="112" h="436" extrusionOk="0">
                      <a:moveTo>
                        <a:pt x="1" y="0"/>
                      </a:moveTo>
                      <a:lnTo>
                        <a:pt x="1" y="435"/>
                      </a:lnTo>
                      <a:lnTo>
                        <a:pt x="112" y="435"/>
                      </a:lnTo>
                      <a:lnTo>
                        <a:pt x="112"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8" name="Google Shape;2038;p25"/>
                <p:cNvSpPr/>
                <p:nvPr/>
              </p:nvSpPr>
              <p:spPr>
                <a:xfrm>
                  <a:off x="4761060" y="1343711"/>
                  <a:ext cx="14342" cy="57498"/>
                </a:xfrm>
                <a:custGeom>
                  <a:avLst/>
                  <a:gdLst/>
                  <a:ahLst/>
                  <a:cxnLst/>
                  <a:rect l="l" t="t" r="r" b="b"/>
                  <a:pathLst>
                    <a:path w="112" h="449" extrusionOk="0">
                      <a:moveTo>
                        <a:pt x="1" y="0"/>
                      </a:moveTo>
                      <a:lnTo>
                        <a:pt x="1" y="448"/>
                      </a:lnTo>
                      <a:lnTo>
                        <a:pt x="112" y="448"/>
                      </a:lnTo>
                      <a:lnTo>
                        <a:pt x="112"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9" name="Google Shape;2039;p25"/>
                <p:cNvSpPr/>
                <p:nvPr/>
              </p:nvSpPr>
              <p:spPr>
                <a:xfrm>
                  <a:off x="4761060" y="1003338"/>
                  <a:ext cx="14342" cy="59547"/>
                </a:xfrm>
                <a:custGeom>
                  <a:avLst/>
                  <a:gdLst/>
                  <a:ahLst/>
                  <a:cxnLst/>
                  <a:rect l="l" t="t" r="r" b="b"/>
                  <a:pathLst>
                    <a:path w="112" h="465" extrusionOk="0">
                      <a:moveTo>
                        <a:pt x="1" y="1"/>
                      </a:moveTo>
                      <a:lnTo>
                        <a:pt x="1" y="27"/>
                      </a:lnTo>
                      <a:lnTo>
                        <a:pt x="1" y="436"/>
                      </a:lnTo>
                      <a:lnTo>
                        <a:pt x="1" y="465"/>
                      </a:lnTo>
                      <a:lnTo>
                        <a:pt x="112" y="465"/>
                      </a:lnTo>
                      <a:lnTo>
                        <a:pt x="112" y="436"/>
                      </a:lnTo>
                      <a:lnTo>
                        <a:pt x="112" y="27"/>
                      </a:lnTo>
                      <a:lnTo>
                        <a:pt x="112"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0" name="Google Shape;2040;p25"/>
                <p:cNvSpPr/>
                <p:nvPr/>
              </p:nvSpPr>
              <p:spPr>
                <a:xfrm>
                  <a:off x="4761060" y="1118460"/>
                  <a:ext cx="14342" cy="57882"/>
                </a:xfrm>
                <a:custGeom>
                  <a:avLst/>
                  <a:gdLst/>
                  <a:ahLst/>
                  <a:cxnLst/>
                  <a:rect l="l" t="t" r="r" b="b"/>
                  <a:pathLst>
                    <a:path w="112" h="452" extrusionOk="0">
                      <a:moveTo>
                        <a:pt x="1" y="1"/>
                      </a:moveTo>
                      <a:lnTo>
                        <a:pt x="1" y="452"/>
                      </a:lnTo>
                      <a:lnTo>
                        <a:pt x="112" y="452"/>
                      </a:lnTo>
                      <a:lnTo>
                        <a:pt x="112"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1" name="Google Shape;2041;p25"/>
                <p:cNvSpPr/>
                <p:nvPr/>
              </p:nvSpPr>
              <p:spPr>
                <a:xfrm>
                  <a:off x="4761060" y="2020105"/>
                  <a:ext cx="14342" cy="56217"/>
                </a:xfrm>
                <a:custGeom>
                  <a:avLst/>
                  <a:gdLst/>
                  <a:ahLst/>
                  <a:cxnLst/>
                  <a:rect l="l" t="t" r="r" b="b"/>
                  <a:pathLst>
                    <a:path w="112" h="439" extrusionOk="0">
                      <a:moveTo>
                        <a:pt x="1" y="0"/>
                      </a:moveTo>
                      <a:lnTo>
                        <a:pt x="1" y="438"/>
                      </a:lnTo>
                      <a:lnTo>
                        <a:pt x="112" y="438"/>
                      </a:lnTo>
                      <a:lnTo>
                        <a:pt x="112"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2" name="Google Shape;2042;p25"/>
                <p:cNvSpPr/>
                <p:nvPr/>
              </p:nvSpPr>
              <p:spPr>
                <a:xfrm>
                  <a:off x="4761060" y="2131898"/>
                  <a:ext cx="14342" cy="57370"/>
                </a:xfrm>
                <a:custGeom>
                  <a:avLst/>
                  <a:gdLst/>
                  <a:ahLst/>
                  <a:cxnLst/>
                  <a:rect l="l" t="t" r="r" b="b"/>
                  <a:pathLst>
                    <a:path w="112" h="448" extrusionOk="0">
                      <a:moveTo>
                        <a:pt x="1" y="0"/>
                      </a:moveTo>
                      <a:lnTo>
                        <a:pt x="1" y="448"/>
                      </a:lnTo>
                      <a:lnTo>
                        <a:pt x="112" y="448"/>
                      </a:lnTo>
                      <a:lnTo>
                        <a:pt x="112"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3" name="Google Shape;2043;p25"/>
                <p:cNvSpPr/>
                <p:nvPr/>
              </p:nvSpPr>
              <p:spPr>
                <a:xfrm>
                  <a:off x="4761060" y="1456657"/>
                  <a:ext cx="14342" cy="56217"/>
                </a:xfrm>
                <a:custGeom>
                  <a:avLst/>
                  <a:gdLst/>
                  <a:ahLst/>
                  <a:cxnLst/>
                  <a:rect l="l" t="t" r="r" b="b"/>
                  <a:pathLst>
                    <a:path w="112" h="439" extrusionOk="0">
                      <a:moveTo>
                        <a:pt x="1" y="1"/>
                      </a:moveTo>
                      <a:lnTo>
                        <a:pt x="1" y="439"/>
                      </a:lnTo>
                      <a:lnTo>
                        <a:pt x="112" y="439"/>
                      </a:lnTo>
                      <a:lnTo>
                        <a:pt x="112"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4" name="Google Shape;2044;p25"/>
                <p:cNvSpPr/>
                <p:nvPr/>
              </p:nvSpPr>
              <p:spPr>
                <a:xfrm>
                  <a:off x="4761060" y="2245228"/>
                  <a:ext cx="14342" cy="55833"/>
                </a:xfrm>
                <a:custGeom>
                  <a:avLst/>
                  <a:gdLst/>
                  <a:ahLst/>
                  <a:cxnLst/>
                  <a:rect l="l" t="t" r="r" b="b"/>
                  <a:pathLst>
                    <a:path w="112" h="436" extrusionOk="0">
                      <a:moveTo>
                        <a:pt x="1" y="1"/>
                      </a:moveTo>
                      <a:lnTo>
                        <a:pt x="1" y="436"/>
                      </a:lnTo>
                      <a:lnTo>
                        <a:pt x="112" y="436"/>
                      </a:lnTo>
                      <a:lnTo>
                        <a:pt x="112"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5" name="Google Shape;2045;p25"/>
                <p:cNvSpPr/>
                <p:nvPr/>
              </p:nvSpPr>
              <p:spPr>
                <a:xfrm>
                  <a:off x="4761060" y="1570115"/>
                  <a:ext cx="14342" cy="56217"/>
                </a:xfrm>
                <a:custGeom>
                  <a:avLst/>
                  <a:gdLst/>
                  <a:ahLst/>
                  <a:cxnLst/>
                  <a:rect l="l" t="t" r="r" b="b"/>
                  <a:pathLst>
                    <a:path w="112" h="439" extrusionOk="0">
                      <a:moveTo>
                        <a:pt x="1" y="1"/>
                      </a:moveTo>
                      <a:lnTo>
                        <a:pt x="1" y="439"/>
                      </a:lnTo>
                      <a:lnTo>
                        <a:pt x="112" y="439"/>
                      </a:lnTo>
                      <a:lnTo>
                        <a:pt x="112"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6" name="Google Shape;2046;p25"/>
                <p:cNvSpPr/>
                <p:nvPr/>
              </p:nvSpPr>
              <p:spPr>
                <a:xfrm>
                  <a:off x="4761060" y="1681908"/>
                  <a:ext cx="14342" cy="55833"/>
                </a:xfrm>
                <a:custGeom>
                  <a:avLst/>
                  <a:gdLst/>
                  <a:ahLst/>
                  <a:cxnLst/>
                  <a:rect l="l" t="t" r="r" b="b"/>
                  <a:pathLst>
                    <a:path w="112" h="436" extrusionOk="0">
                      <a:moveTo>
                        <a:pt x="1" y="0"/>
                      </a:moveTo>
                      <a:lnTo>
                        <a:pt x="1" y="435"/>
                      </a:lnTo>
                      <a:lnTo>
                        <a:pt x="112" y="435"/>
                      </a:lnTo>
                      <a:lnTo>
                        <a:pt x="112"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7" name="Google Shape;2047;p25"/>
                <p:cNvSpPr/>
                <p:nvPr/>
              </p:nvSpPr>
              <p:spPr>
                <a:xfrm>
                  <a:off x="4761060" y="1906647"/>
                  <a:ext cx="14342" cy="57882"/>
                </a:xfrm>
                <a:custGeom>
                  <a:avLst/>
                  <a:gdLst/>
                  <a:ahLst/>
                  <a:cxnLst/>
                  <a:rect l="l" t="t" r="r" b="b"/>
                  <a:pathLst>
                    <a:path w="112" h="452" extrusionOk="0">
                      <a:moveTo>
                        <a:pt x="1" y="1"/>
                      </a:moveTo>
                      <a:lnTo>
                        <a:pt x="1" y="452"/>
                      </a:lnTo>
                      <a:lnTo>
                        <a:pt x="112" y="452"/>
                      </a:lnTo>
                      <a:lnTo>
                        <a:pt x="112"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8" name="Google Shape;2048;p25"/>
                <p:cNvSpPr/>
                <p:nvPr/>
              </p:nvSpPr>
              <p:spPr>
                <a:xfrm>
                  <a:off x="4761060" y="1795366"/>
                  <a:ext cx="14342" cy="55705"/>
                </a:xfrm>
                <a:custGeom>
                  <a:avLst/>
                  <a:gdLst/>
                  <a:ahLst/>
                  <a:cxnLst/>
                  <a:rect l="l" t="t" r="r" b="b"/>
                  <a:pathLst>
                    <a:path w="112" h="435" extrusionOk="0">
                      <a:moveTo>
                        <a:pt x="1" y="0"/>
                      </a:moveTo>
                      <a:lnTo>
                        <a:pt x="1" y="435"/>
                      </a:lnTo>
                      <a:lnTo>
                        <a:pt x="112" y="435"/>
                      </a:lnTo>
                      <a:lnTo>
                        <a:pt x="112"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9" name="Google Shape;2049;p25"/>
                <p:cNvSpPr/>
                <p:nvPr/>
              </p:nvSpPr>
              <p:spPr>
                <a:xfrm>
                  <a:off x="4761060" y="328609"/>
                  <a:ext cx="14342" cy="55833"/>
                </a:xfrm>
                <a:custGeom>
                  <a:avLst/>
                  <a:gdLst/>
                  <a:ahLst/>
                  <a:cxnLst/>
                  <a:rect l="l" t="t" r="r" b="b"/>
                  <a:pathLst>
                    <a:path w="112" h="436" extrusionOk="0">
                      <a:moveTo>
                        <a:pt x="1" y="1"/>
                      </a:moveTo>
                      <a:lnTo>
                        <a:pt x="1" y="435"/>
                      </a:lnTo>
                      <a:lnTo>
                        <a:pt x="112" y="435"/>
                      </a:lnTo>
                      <a:lnTo>
                        <a:pt x="112"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0" name="Google Shape;2050;p25"/>
                <p:cNvSpPr/>
                <p:nvPr/>
              </p:nvSpPr>
              <p:spPr>
                <a:xfrm>
                  <a:off x="4761060" y="440018"/>
                  <a:ext cx="14342" cy="56217"/>
                </a:xfrm>
                <a:custGeom>
                  <a:avLst/>
                  <a:gdLst/>
                  <a:ahLst/>
                  <a:cxnLst/>
                  <a:rect l="l" t="t" r="r" b="b"/>
                  <a:pathLst>
                    <a:path w="112" h="439" extrusionOk="0">
                      <a:moveTo>
                        <a:pt x="1" y="0"/>
                      </a:moveTo>
                      <a:lnTo>
                        <a:pt x="1" y="438"/>
                      </a:lnTo>
                      <a:lnTo>
                        <a:pt x="112" y="438"/>
                      </a:lnTo>
                      <a:lnTo>
                        <a:pt x="112"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1" name="Google Shape;2051;p25"/>
                <p:cNvSpPr/>
                <p:nvPr/>
              </p:nvSpPr>
              <p:spPr>
                <a:xfrm>
                  <a:off x="4761060" y="101822"/>
                  <a:ext cx="14342" cy="57370"/>
                </a:xfrm>
                <a:custGeom>
                  <a:avLst/>
                  <a:gdLst/>
                  <a:ahLst/>
                  <a:cxnLst/>
                  <a:rect l="l" t="t" r="r" b="b"/>
                  <a:pathLst>
                    <a:path w="112" h="448" extrusionOk="0">
                      <a:moveTo>
                        <a:pt x="1" y="0"/>
                      </a:moveTo>
                      <a:lnTo>
                        <a:pt x="1" y="448"/>
                      </a:lnTo>
                      <a:lnTo>
                        <a:pt x="112" y="448"/>
                      </a:lnTo>
                      <a:lnTo>
                        <a:pt x="112"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2" name="Google Shape;2052;p25"/>
                <p:cNvSpPr/>
                <p:nvPr/>
              </p:nvSpPr>
              <p:spPr>
                <a:xfrm>
                  <a:off x="4761060" y="215152"/>
                  <a:ext cx="14342" cy="55833"/>
                </a:xfrm>
                <a:custGeom>
                  <a:avLst/>
                  <a:gdLst/>
                  <a:ahLst/>
                  <a:cxnLst/>
                  <a:rect l="l" t="t" r="r" b="b"/>
                  <a:pathLst>
                    <a:path w="112" h="436" extrusionOk="0">
                      <a:moveTo>
                        <a:pt x="1" y="1"/>
                      </a:moveTo>
                      <a:lnTo>
                        <a:pt x="1" y="436"/>
                      </a:lnTo>
                      <a:lnTo>
                        <a:pt x="112" y="436"/>
                      </a:lnTo>
                      <a:lnTo>
                        <a:pt x="112"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3" name="Google Shape;2053;p25"/>
                <p:cNvSpPr/>
                <p:nvPr/>
              </p:nvSpPr>
              <p:spPr>
                <a:xfrm>
                  <a:off x="4761060" y="553476"/>
                  <a:ext cx="14342" cy="55705"/>
                </a:xfrm>
                <a:custGeom>
                  <a:avLst/>
                  <a:gdLst/>
                  <a:ahLst/>
                  <a:cxnLst/>
                  <a:rect l="l" t="t" r="r" b="b"/>
                  <a:pathLst>
                    <a:path w="112" h="435" extrusionOk="0">
                      <a:moveTo>
                        <a:pt x="1" y="0"/>
                      </a:moveTo>
                      <a:lnTo>
                        <a:pt x="1" y="435"/>
                      </a:lnTo>
                      <a:lnTo>
                        <a:pt x="112" y="435"/>
                      </a:lnTo>
                      <a:lnTo>
                        <a:pt x="112"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4" name="Google Shape;2054;p25"/>
                <p:cNvSpPr/>
                <p:nvPr/>
              </p:nvSpPr>
              <p:spPr>
                <a:xfrm>
                  <a:off x="4761060" y="665141"/>
                  <a:ext cx="14342" cy="57498"/>
                </a:xfrm>
                <a:custGeom>
                  <a:avLst/>
                  <a:gdLst/>
                  <a:ahLst/>
                  <a:cxnLst/>
                  <a:rect l="l" t="t" r="r" b="b"/>
                  <a:pathLst>
                    <a:path w="112" h="449" extrusionOk="0">
                      <a:moveTo>
                        <a:pt x="1" y="1"/>
                      </a:moveTo>
                      <a:lnTo>
                        <a:pt x="1" y="449"/>
                      </a:lnTo>
                      <a:lnTo>
                        <a:pt x="112" y="449"/>
                      </a:lnTo>
                      <a:lnTo>
                        <a:pt x="112"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5" name="Google Shape;2055;p25"/>
                <p:cNvSpPr/>
                <p:nvPr/>
              </p:nvSpPr>
              <p:spPr>
                <a:xfrm>
                  <a:off x="4761060" y="778599"/>
                  <a:ext cx="14342" cy="55833"/>
                </a:xfrm>
                <a:custGeom>
                  <a:avLst/>
                  <a:gdLst/>
                  <a:ahLst/>
                  <a:cxnLst/>
                  <a:rect l="l" t="t" r="r" b="b"/>
                  <a:pathLst>
                    <a:path w="112" h="436" extrusionOk="0">
                      <a:moveTo>
                        <a:pt x="1" y="1"/>
                      </a:moveTo>
                      <a:lnTo>
                        <a:pt x="1" y="435"/>
                      </a:lnTo>
                      <a:lnTo>
                        <a:pt x="112" y="435"/>
                      </a:lnTo>
                      <a:lnTo>
                        <a:pt x="112"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6" name="Google Shape;2056;p25"/>
                <p:cNvSpPr/>
                <p:nvPr/>
              </p:nvSpPr>
              <p:spPr>
                <a:xfrm>
                  <a:off x="4761060" y="889880"/>
                  <a:ext cx="14342" cy="58010"/>
                </a:xfrm>
                <a:custGeom>
                  <a:avLst/>
                  <a:gdLst/>
                  <a:ahLst/>
                  <a:cxnLst/>
                  <a:rect l="l" t="t" r="r" b="b"/>
                  <a:pathLst>
                    <a:path w="112" h="453" extrusionOk="0">
                      <a:moveTo>
                        <a:pt x="1" y="1"/>
                      </a:moveTo>
                      <a:lnTo>
                        <a:pt x="1" y="452"/>
                      </a:lnTo>
                      <a:lnTo>
                        <a:pt x="112" y="452"/>
                      </a:lnTo>
                      <a:lnTo>
                        <a:pt x="112"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7" name="Google Shape;2057;p25"/>
                <p:cNvSpPr/>
                <p:nvPr/>
              </p:nvSpPr>
              <p:spPr>
                <a:xfrm>
                  <a:off x="4761060" y="2921749"/>
                  <a:ext cx="14342" cy="56217"/>
                </a:xfrm>
                <a:custGeom>
                  <a:avLst/>
                  <a:gdLst/>
                  <a:ahLst/>
                  <a:cxnLst/>
                  <a:rect l="l" t="t" r="r" b="b"/>
                  <a:pathLst>
                    <a:path w="112" h="439" extrusionOk="0">
                      <a:moveTo>
                        <a:pt x="1" y="0"/>
                      </a:moveTo>
                      <a:lnTo>
                        <a:pt x="1" y="438"/>
                      </a:lnTo>
                      <a:lnTo>
                        <a:pt x="112" y="438"/>
                      </a:lnTo>
                      <a:lnTo>
                        <a:pt x="112"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8" name="Google Shape;2058;p25"/>
                <p:cNvSpPr/>
                <p:nvPr/>
              </p:nvSpPr>
              <p:spPr>
                <a:xfrm>
                  <a:off x="4761060" y="2358685"/>
                  <a:ext cx="14342" cy="55833"/>
                </a:xfrm>
                <a:custGeom>
                  <a:avLst/>
                  <a:gdLst/>
                  <a:ahLst/>
                  <a:cxnLst/>
                  <a:rect l="l" t="t" r="r" b="b"/>
                  <a:pathLst>
                    <a:path w="112" h="436" extrusionOk="0">
                      <a:moveTo>
                        <a:pt x="1" y="1"/>
                      </a:moveTo>
                      <a:lnTo>
                        <a:pt x="1" y="435"/>
                      </a:lnTo>
                      <a:lnTo>
                        <a:pt x="112" y="435"/>
                      </a:lnTo>
                      <a:lnTo>
                        <a:pt x="112" y="148"/>
                      </a:lnTo>
                      <a:lnTo>
                        <a:pt x="112"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9" name="Google Shape;2059;p25"/>
                <p:cNvSpPr/>
                <p:nvPr/>
              </p:nvSpPr>
              <p:spPr>
                <a:xfrm>
                  <a:off x="4761060" y="2470094"/>
                  <a:ext cx="14342" cy="57882"/>
                </a:xfrm>
                <a:custGeom>
                  <a:avLst/>
                  <a:gdLst/>
                  <a:ahLst/>
                  <a:cxnLst/>
                  <a:rect l="l" t="t" r="r" b="b"/>
                  <a:pathLst>
                    <a:path w="112" h="452" extrusionOk="0">
                      <a:moveTo>
                        <a:pt x="1" y="0"/>
                      </a:moveTo>
                      <a:lnTo>
                        <a:pt x="1" y="451"/>
                      </a:lnTo>
                      <a:lnTo>
                        <a:pt x="112" y="451"/>
                      </a:lnTo>
                      <a:lnTo>
                        <a:pt x="112"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0" name="Google Shape;2060;p25"/>
                <p:cNvSpPr/>
                <p:nvPr/>
              </p:nvSpPr>
              <p:spPr>
                <a:xfrm>
                  <a:off x="4761060" y="2583424"/>
                  <a:ext cx="14342" cy="55833"/>
                </a:xfrm>
                <a:custGeom>
                  <a:avLst/>
                  <a:gdLst/>
                  <a:ahLst/>
                  <a:cxnLst/>
                  <a:rect l="l" t="t" r="r" b="b"/>
                  <a:pathLst>
                    <a:path w="112" h="436" extrusionOk="0">
                      <a:moveTo>
                        <a:pt x="1" y="1"/>
                      </a:moveTo>
                      <a:lnTo>
                        <a:pt x="1" y="436"/>
                      </a:lnTo>
                      <a:lnTo>
                        <a:pt x="112" y="436"/>
                      </a:lnTo>
                      <a:lnTo>
                        <a:pt x="112"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1" name="Google Shape;2061;p25"/>
                <p:cNvSpPr/>
                <p:nvPr/>
              </p:nvSpPr>
              <p:spPr>
                <a:xfrm>
                  <a:off x="4761060" y="3368281"/>
                  <a:ext cx="14342" cy="55833"/>
                </a:xfrm>
                <a:custGeom>
                  <a:avLst/>
                  <a:gdLst/>
                  <a:ahLst/>
                  <a:cxnLst/>
                  <a:rect l="l" t="t" r="r" b="b"/>
                  <a:pathLst>
                    <a:path w="112" h="436" extrusionOk="0">
                      <a:moveTo>
                        <a:pt x="1" y="1"/>
                      </a:moveTo>
                      <a:lnTo>
                        <a:pt x="1" y="422"/>
                      </a:lnTo>
                      <a:lnTo>
                        <a:pt x="1" y="435"/>
                      </a:lnTo>
                      <a:lnTo>
                        <a:pt x="112" y="435"/>
                      </a:lnTo>
                      <a:lnTo>
                        <a:pt x="112" y="422"/>
                      </a:lnTo>
                      <a:lnTo>
                        <a:pt x="112"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2" name="Google Shape;2062;p25"/>
                <p:cNvSpPr/>
                <p:nvPr/>
              </p:nvSpPr>
              <p:spPr>
                <a:xfrm>
                  <a:off x="4485739" y="3710319"/>
                  <a:ext cx="59547" cy="22666"/>
                </a:xfrm>
                <a:custGeom>
                  <a:avLst/>
                  <a:gdLst/>
                  <a:ahLst/>
                  <a:cxnLst/>
                  <a:rect l="l" t="t" r="r" b="b"/>
                  <a:pathLst>
                    <a:path w="465" h="177" extrusionOk="0">
                      <a:moveTo>
                        <a:pt x="435" y="0"/>
                      </a:moveTo>
                      <a:cubicBezTo>
                        <a:pt x="288" y="26"/>
                        <a:pt x="150" y="52"/>
                        <a:pt x="0" y="69"/>
                      </a:cubicBezTo>
                      <a:lnTo>
                        <a:pt x="13" y="177"/>
                      </a:lnTo>
                      <a:cubicBezTo>
                        <a:pt x="163" y="164"/>
                        <a:pt x="314" y="134"/>
                        <a:pt x="464" y="108"/>
                      </a:cubicBezTo>
                      <a:lnTo>
                        <a:pt x="43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3" name="Google Shape;2063;p25"/>
                <p:cNvSpPr/>
                <p:nvPr/>
              </p:nvSpPr>
              <p:spPr>
                <a:xfrm>
                  <a:off x="4761060" y="2696882"/>
                  <a:ext cx="14342" cy="55833"/>
                </a:xfrm>
                <a:custGeom>
                  <a:avLst/>
                  <a:gdLst/>
                  <a:ahLst/>
                  <a:cxnLst/>
                  <a:rect l="l" t="t" r="r" b="b"/>
                  <a:pathLst>
                    <a:path w="112" h="436" extrusionOk="0">
                      <a:moveTo>
                        <a:pt x="1" y="1"/>
                      </a:moveTo>
                      <a:lnTo>
                        <a:pt x="1" y="435"/>
                      </a:lnTo>
                      <a:lnTo>
                        <a:pt x="112" y="435"/>
                      </a:lnTo>
                      <a:lnTo>
                        <a:pt x="112"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4" name="Google Shape;2064;p25"/>
                <p:cNvSpPr/>
                <p:nvPr/>
              </p:nvSpPr>
              <p:spPr>
                <a:xfrm>
                  <a:off x="4740187" y="3480074"/>
                  <a:ext cx="29837" cy="57498"/>
                </a:xfrm>
                <a:custGeom>
                  <a:avLst/>
                  <a:gdLst/>
                  <a:ahLst/>
                  <a:cxnLst/>
                  <a:rect l="l" t="t" r="r" b="b"/>
                  <a:pathLst>
                    <a:path w="233" h="449" extrusionOk="0">
                      <a:moveTo>
                        <a:pt x="125" y="0"/>
                      </a:moveTo>
                      <a:cubicBezTo>
                        <a:pt x="98" y="134"/>
                        <a:pt x="56" y="272"/>
                        <a:pt x="0" y="409"/>
                      </a:cubicBezTo>
                      <a:lnTo>
                        <a:pt x="98" y="448"/>
                      </a:lnTo>
                      <a:cubicBezTo>
                        <a:pt x="151" y="314"/>
                        <a:pt x="206" y="164"/>
                        <a:pt x="232" y="13"/>
                      </a:cubicBezTo>
                      <a:lnTo>
                        <a:pt x="12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5" name="Google Shape;2065;p25"/>
                <p:cNvSpPr/>
                <p:nvPr/>
              </p:nvSpPr>
              <p:spPr>
                <a:xfrm>
                  <a:off x="4592025" y="3662938"/>
                  <a:ext cx="56217" cy="42003"/>
                </a:xfrm>
                <a:custGeom>
                  <a:avLst/>
                  <a:gdLst/>
                  <a:ahLst/>
                  <a:cxnLst/>
                  <a:rect l="l" t="t" r="r" b="b"/>
                  <a:pathLst>
                    <a:path w="439" h="328" extrusionOk="0">
                      <a:moveTo>
                        <a:pt x="370" y="1"/>
                      </a:moveTo>
                      <a:cubicBezTo>
                        <a:pt x="259" y="83"/>
                        <a:pt x="138" y="164"/>
                        <a:pt x="0" y="220"/>
                      </a:cubicBezTo>
                      <a:lnTo>
                        <a:pt x="56" y="328"/>
                      </a:lnTo>
                      <a:cubicBezTo>
                        <a:pt x="193" y="259"/>
                        <a:pt x="314" y="177"/>
                        <a:pt x="438" y="96"/>
                      </a:cubicBezTo>
                      <a:lnTo>
                        <a:pt x="370"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6" name="Google Shape;2066;p25"/>
                <p:cNvSpPr/>
                <p:nvPr/>
              </p:nvSpPr>
              <p:spPr>
                <a:xfrm>
                  <a:off x="4681153" y="3580982"/>
                  <a:ext cx="45332" cy="52376"/>
                </a:xfrm>
                <a:custGeom>
                  <a:avLst/>
                  <a:gdLst/>
                  <a:ahLst/>
                  <a:cxnLst/>
                  <a:rect l="l" t="t" r="r" b="b"/>
                  <a:pathLst>
                    <a:path w="354" h="409" extrusionOk="0">
                      <a:moveTo>
                        <a:pt x="259" y="0"/>
                      </a:moveTo>
                      <a:cubicBezTo>
                        <a:pt x="190" y="124"/>
                        <a:pt x="95" y="232"/>
                        <a:pt x="1" y="343"/>
                      </a:cubicBezTo>
                      <a:lnTo>
                        <a:pt x="82" y="409"/>
                      </a:lnTo>
                      <a:cubicBezTo>
                        <a:pt x="177" y="301"/>
                        <a:pt x="272" y="180"/>
                        <a:pt x="354" y="56"/>
                      </a:cubicBezTo>
                      <a:lnTo>
                        <a:pt x="259"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7" name="Google Shape;2067;p25"/>
                <p:cNvSpPr/>
                <p:nvPr/>
              </p:nvSpPr>
              <p:spPr>
                <a:xfrm>
                  <a:off x="4761060" y="3260329"/>
                  <a:ext cx="14342" cy="55833"/>
                </a:xfrm>
                <a:custGeom>
                  <a:avLst/>
                  <a:gdLst/>
                  <a:ahLst/>
                  <a:cxnLst/>
                  <a:rect l="l" t="t" r="r" b="b"/>
                  <a:pathLst>
                    <a:path w="112" h="436" extrusionOk="0">
                      <a:moveTo>
                        <a:pt x="1" y="0"/>
                      </a:moveTo>
                      <a:lnTo>
                        <a:pt x="1" y="435"/>
                      </a:lnTo>
                      <a:lnTo>
                        <a:pt x="112" y="435"/>
                      </a:lnTo>
                      <a:lnTo>
                        <a:pt x="112"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8" name="Google Shape;2068;p25"/>
                <p:cNvSpPr/>
                <p:nvPr/>
              </p:nvSpPr>
              <p:spPr>
                <a:xfrm>
                  <a:off x="4761060" y="3035079"/>
                  <a:ext cx="14342" cy="56217"/>
                </a:xfrm>
                <a:custGeom>
                  <a:avLst/>
                  <a:gdLst/>
                  <a:ahLst/>
                  <a:cxnLst/>
                  <a:rect l="l" t="t" r="r" b="b"/>
                  <a:pathLst>
                    <a:path w="112" h="439" extrusionOk="0">
                      <a:moveTo>
                        <a:pt x="1" y="1"/>
                      </a:moveTo>
                      <a:lnTo>
                        <a:pt x="1" y="439"/>
                      </a:lnTo>
                      <a:lnTo>
                        <a:pt x="112" y="439"/>
                      </a:lnTo>
                      <a:lnTo>
                        <a:pt x="112"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9" name="Google Shape;2069;p25"/>
                <p:cNvSpPr/>
                <p:nvPr/>
              </p:nvSpPr>
              <p:spPr>
                <a:xfrm>
                  <a:off x="4761060" y="2808675"/>
                  <a:ext cx="14342" cy="55833"/>
                </a:xfrm>
                <a:custGeom>
                  <a:avLst/>
                  <a:gdLst/>
                  <a:ahLst/>
                  <a:cxnLst/>
                  <a:rect l="l" t="t" r="r" b="b"/>
                  <a:pathLst>
                    <a:path w="112" h="436" extrusionOk="0">
                      <a:moveTo>
                        <a:pt x="1" y="0"/>
                      </a:moveTo>
                      <a:lnTo>
                        <a:pt x="1" y="435"/>
                      </a:lnTo>
                      <a:lnTo>
                        <a:pt x="112" y="435"/>
                      </a:lnTo>
                      <a:lnTo>
                        <a:pt x="112"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0" name="Google Shape;2070;p25"/>
                <p:cNvSpPr/>
                <p:nvPr/>
              </p:nvSpPr>
              <p:spPr>
                <a:xfrm>
                  <a:off x="4761060" y="3146872"/>
                  <a:ext cx="14342" cy="57498"/>
                </a:xfrm>
                <a:custGeom>
                  <a:avLst/>
                  <a:gdLst/>
                  <a:ahLst/>
                  <a:cxnLst/>
                  <a:rect l="l" t="t" r="r" b="b"/>
                  <a:pathLst>
                    <a:path w="112" h="449" extrusionOk="0">
                      <a:moveTo>
                        <a:pt x="1" y="1"/>
                      </a:moveTo>
                      <a:lnTo>
                        <a:pt x="1" y="448"/>
                      </a:lnTo>
                      <a:lnTo>
                        <a:pt x="112" y="448"/>
                      </a:lnTo>
                      <a:lnTo>
                        <a:pt x="112"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2071" name="Google Shape;2071;p25"/>
            <p:cNvGrpSpPr/>
            <p:nvPr/>
          </p:nvGrpSpPr>
          <p:grpSpPr>
            <a:xfrm>
              <a:off x="713181" y="3935229"/>
              <a:ext cx="6382937" cy="1623549"/>
              <a:chOff x="713181" y="3935229"/>
              <a:chExt cx="6382937" cy="1623549"/>
            </a:xfrm>
          </p:grpSpPr>
          <p:sp>
            <p:nvSpPr>
              <p:cNvPr id="2072" name="Google Shape;2072;p25"/>
              <p:cNvSpPr/>
              <p:nvPr/>
            </p:nvSpPr>
            <p:spPr>
              <a:xfrm rot="5400000" flipH="1">
                <a:off x="3092875" y="1555535"/>
                <a:ext cx="1623549" cy="6382937"/>
              </a:xfrm>
              <a:custGeom>
                <a:avLst/>
                <a:gdLst/>
                <a:ahLst/>
                <a:cxnLst/>
                <a:rect l="l" t="t" r="r" b="b"/>
                <a:pathLst>
                  <a:path w="12220" h="44059" extrusionOk="0">
                    <a:moveTo>
                      <a:pt x="9359" y="0"/>
                    </a:moveTo>
                    <a:lnTo>
                      <a:pt x="9359" y="18593"/>
                    </a:lnTo>
                    <a:lnTo>
                      <a:pt x="9359" y="27156"/>
                    </a:lnTo>
                    <a:cubicBezTo>
                      <a:pt x="9359" y="27621"/>
                      <a:pt x="9003" y="28003"/>
                      <a:pt x="8568" y="28055"/>
                    </a:cubicBezTo>
                    <a:lnTo>
                      <a:pt x="8444" y="28055"/>
                    </a:lnTo>
                    <a:cubicBezTo>
                      <a:pt x="7940" y="28055"/>
                      <a:pt x="7532" y="27647"/>
                      <a:pt x="7532" y="27156"/>
                    </a:cubicBezTo>
                    <a:lnTo>
                      <a:pt x="7532" y="18168"/>
                    </a:lnTo>
                    <a:cubicBezTo>
                      <a:pt x="7532" y="16099"/>
                      <a:pt x="5845" y="14409"/>
                      <a:pt x="3773" y="14409"/>
                    </a:cubicBezTo>
                    <a:cubicBezTo>
                      <a:pt x="1704" y="14409"/>
                      <a:pt x="1" y="16099"/>
                      <a:pt x="1" y="18168"/>
                    </a:cubicBezTo>
                    <a:lnTo>
                      <a:pt x="1" y="30141"/>
                    </a:lnTo>
                    <a:lnTo>
                      <a:pt x="1" y="44059"/>
                    </a:lnTo>
                    <a:lnTo>
                      <a:pt x="2861" y="44059"/>
                    </a:lnTo>
                    <a:lnTo>
                      <a:pt x="2861" y="29065"/>
                    </a:lnTo>
                    <a:lnTo>
                      <a:pt x="2861" y="18168"/>
                    </a:lnTo>
                    <a:cubicBezTo>
                      <a:pt x="2861" y="17677"/>
                      <a:pt x="3270" y="17269"/>
                      <a:pt x="3773" y="17269"/>
                    </a:cubicBezTo>
                    <a:cubicBezTo>
                      <a:pt x="4276" y="17269"/>
                      <a:pt x="4685" y="17677"/>
                      <a:pt x="4685" y="18168"/>
                    </a:cubicBezTo>
                    <a:lnTo>
                      <a:pt x="4685" y="27156"/>
                    </a:lnTo>
                    <a:cubicBezTo>
                      <a:pt x="4685" y="29186"/>
                      <a:pt x="6306" y="30863"/>
                      <a:pt x="8336" y="30915"/>
                    </a:cubicBezTo>
                    <a:cubicBezTo>
                      <a:pt x="8378" y="30915"/>
                      <a:pt x="8405" y="30932"/>
                      <a:pt x="8444" y="30932"/>
                    </a:cubicBezTo>
                    <a:cubicBezTo>
                      <a:pt x="10529" y="30932"/>
                      <a:pt x="12219" y="29229"/>
                      <a:pt x="12219" y="27156"/>
                    </a:cubicBezTo>
                    <a:lnTo>
                      <a:pt x="12219" y="18619"/>
                    </a:lnTo>
                    <a:lnTo>
                      <a:pt x="12219" y="0"/>
                    </a:lnTo>
                    <a:close/>
                  </a:path>
                </a:pathLst>
              </a:custGeom>
              <a:solidFill>
                <a:schemeClr val="accent5"/>
              </a:solidFill>
              <a:ln>
                <a:noFill/>
              </a:ln>
              <a:effectLst>
                <a:outerShdw dist="57150" dir="6300000" algn="bl" rotWithShape="0">
                  <a:schemeClr val="dk1">
                    <a:alpha val="35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073" name="Google Shape;2073;p25"/>
              <p:cNvGrpSpPr/>
              <p:nvPr/>
            </p:nvGrpSpPr>
            <p:grpSpPr>
              <a:xfrm rot="5400000" flipH="1">
                <a:off x="3392071" y="1847512"/>
                <a:ext cx="1257637" cy="5799004"/>
                <a:chOff x="3563222" y="101822"/>
                <a:chExt cx="1212180" cy="5125965"/>
              </a:xfrm>
            </p:grpSpPr>
            <p:sp>
              <p:nvSpPr>
                <p:cNvPr id="2074" name="Google Shape;2074;p25"/>
                <p:cNvSpPr/>
                <p:nvPr/>
              </p:nvSpPr>
              <p:spPr>
                <a:xfrm>
                  <a:off x="3563222" y="4946702"/>
                  <a:ext cx="13830" cy="55833"/>
                </a:xfrm>
                <a:custGeom>
                  <a:avLst/>
                  <a:gdLst/>
                  <a:ahLst/>
                  <a:cxnLst/>
                  <a:rect l="l" t="t" r="r" b="b"/>
                  <a:pathLst>
                    <a:path w="108" h="436" extrusionOk="0">
                      <a:moveTo>
                        <a:pt x="0" y="1"/>
                      </a:moveTo>
                      <a:lnTo>
                        <a:pt x="0" y="436"/>
                      </a:lnTo>
                      <a:lnTo>
                        <a:pt x="108" y="436"/>
                      </a:lnTo>
                      <a:lnTo>
                        <a:pt x="108"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5" name="Google Shape;2075;p25"/>
                <p:cNvSpPr/>
                <p:nvPr/>
              </p:nvSpPr>
              <p:spPr>
                <a:xfrm>
                  <a:off x="3563222" y="5060160"/>
                  <a:ext cx="13830" cy="55833"/>
                </a:xfrm>
                <a:custGeom>
                  <a:avLst/>
                  <a:gdLst/>
                  <a:ahLst/>
                  <a:cxnLst/>
                  <a:rect l="l" t="t" r="r" b="b"/>
                  <a:pathLst>
                    <a:path w="108" h="436" extrusionOk="0">
                      <a:moveTo>
                        <a:pt x="0" y="1"/>
                      </a:moveTo>
                      <a:lnTo>
                        <a:pt x="0" y="435"/>
                      </a:lnTo>
                      <a:lnTo>
                        <a:pt x="108" y="435"/>
                      </a:lnTo>
                      <a:lnTo>
                        <a:pt x="108"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6" name="Google Shape;2076;p25"/>
                <p:cNvSpPr/>
                <p:nvPr/>
              </p:nvSpPr>
              <p:spPr>
                <a:xfrm>
                  <a:off x="3563222" y="4833244"/>
                  <a:ext cx="13830" cy="58010"/>
                </a:xfrm>
                <a:custGeom>
                  <a:avLst/>
                  <a:gdLst/>
                  <a:ahLst/>
                  <a:cxnLst/>
                  <a:rect l="l" t="t" r="r" b="b"/>
                  <a:pathLst>
                    <a:path w="108" h="453" extrusionOk="0">
                      <a:moveTo>
                        <a:pt x="0" y="1"/>
                      </a:moveTo>
                      <a:lnTo>
                        <a:pt x="0" y="452"/>
                      </a:lnTo>
                      <a:lnTo>
                        <a:pt x="108" y="452"/>
                      </a:lnTo>
                      <a:lnTo>
                        <a:pt x="108"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7" name="Google Shape;2077;p25"/>
                <p:cNvSpPr/>
                <p:nvPr/>
              </p:nvSpPr>
              <p:spPr>
                <a:xfrm>
                  <a:off x="3563222" y="5171569"/>
                  <a:ext cx="13830" cy="56217"/>
                </a:xfrm>
                <a:custGeom>
                  <a:avLst/>
                  <a:gdLst/>
                  <a:ahLst/>
                  <a:cxnLst/>
                  <a:rect l="l" t="t" r="r" b="b"/>
                  <a:pathLst>
                    <a:path w="108" h="439" extrusionOk="0">
                      <a:moveTo>
                        <a:pt x="0" y="0"/>
                      </a:moveTo>
                      <a:lnTo>
                        <a:pt x="0" y="438"/>
                      </a:lnTo>
                      <a:lnTo>
                        <a:pt x="108" y="438"/>
                      </a:lnTo>
                      <a:lnTo>
                        <a:pt x="108"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8" name="Google Shape;2078;p25"/>
                <p:cNvSpPr/>
                <p:nvPr/>
              </p:nvSpPr>
              <p:spPr>
                <a:xfrm>
                  <a:off x="3563222" y="4043522"/>
                  <a:ext cx="13830" cy="55705"/>
                </a:xfrm>
                <a:custGeom>
                  <a:avLst/>
                  <a:gdLst/>
                  <a:ahLst/>
                  <a:cxnLst/>
                  <a:rect l="l" t="t" r="r" b="b"/>
                  <a:pathLst>
                    <a:path w="108" h="435" extrusionOk="0">
                      <a:moveTo>
                        <a:pt x="0" y="0"/>
                      </a:moveTo>
                      <a:lnTo>
                        <a:pt x="0" y="435"/>
                      </a:lnTo>
                      <a:lnTo>
                        <a:pt x="108" y="435"/>
                      </a:lnTo>
                      <a:lnTo>
                        <a:pt x="108"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9" name="Google Shape;2079;p25"/>
                <p:cNvSpPr/>
                <p:nvPr/>
              </p:nvSpPr>
              <p:spPr>
                <a:xfrm>
                  <a:off x="3563222" y="4154802"/>
                  <a:ext cx="13830" cy="57882"/>
                </a:xfrm>
                <a:custGeom>
                  <a:avLst/>
                  <a:gdLst/>
                  <a:ahLst/>
                  <a:cxnLst/>
                  <a:rect l="l" t="t" r="r" b="b"/>
                  <a:pathLst>
                    <a:path w="108" h="452" extrusionOk="0">
                      <a:moveTo>
                        <a:pt x="0" y="0"/>
                      </a:moveTo>
                      <a:lnTo>
                        <a:pt x="0" y="452"/>
                      </a:lnTo>
                      <a:lnTo>
                        <a:pt x="108" y="452"/>
                      </a:lnTo>
                      <a:lnTo>
                        <a:pt x="108"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0" name="Google Shape;2080;p25"/>
                <p:cNvSpPr/>
                <p:nvPr/>
              </p:nvSpPr>
              <p:spPr>
                <a:xfrm>
                  <a:off x="3563222" y="3818271"/>
                  <a:ext cx="13830" cy="55833"/>
                </a:xfrm>
                <a:custGeom>
                  <a:avLst/>
                  <a:gdLst/>
                  <a:ahLst/>
                  <a:cxnLst/>
                  <a:rect l="l" t="t" r="r" b="b"/>
                  <a:pathLst>
                    <a:path w="108" h="436" extrusionOk="0">
                      <a:moveTo>
                        <a:pt x="0" y="0"/>
                      </a:moveTo>
                      <a:lnTo>
                        <a:pt x="0" y="435"/>
                      </a:lnTo>
                      <a:lnTo>
                        <a:pt x="108" y="435"/>
                      </a:lnTo>
                      <a:lnTo>
                        <a:pt x="108"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1" name="Google Shape;2081;p25"/>
                <p:cNvSpPr/>
                <p:nvPr/>
              </p:nvSpPr>
              <p:spPr>
                <a:xfrm>
                  <a:off x="3563222" y="3930064"/>
                  <a:ext cx="13830" cy="55705"/>
                </a:xfrm>
                <a:custGeom>
                  <a:avLst/>
                  <a:gdLst/>
                  <a:ahLst/>
                  <a:cxnLst/>
                  <a:rect l="l" t="t" r="r" b="b"/>
                  <a:pathLst>
                    <a:path w="108" h="435" extrusionOk="0">
                      <a:moveTo>
                        <a:pt x="0" y="0"/>
                      </a:moveTo>
                      <a:lnTo>
                        <a:pt x="0" y="435"/>
                      </a:lnTo>
                      <a:lnTo>
                        <a:pt x="108" y="435"/>
                      </a:lnTo>
                      <a:lnTo>
                        <a:pt x="108"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2" name="Google Shape;2082;p25"/>
                <p:cNvSpPr/>
                <p:nvPr/>
              </p:nvSpPr>
              <p:spPr>
                <a:xfrm>
                  <a:off x="3563222" y="4268260"/>
                  <a:ext cx="13830" cy="55833"/>
                </a:xfrm>
                <a:custGeom>
                  <a:avLst/>
                  <a:gdLst/>
                  <a:ahLst/>
                  <a:cxnLst/>
                  <a:rect l="l" t="t" r="r" b="b"/>
                  <a:pathLst>
                    <a:path w="108" h="436" extrusionOk="0">
                      <a:moveTo>
                        <a:pt x="0" y="0"/>
                      </a:moveTo>
                      <a:lnTo>
                        <a:pt x="0" y="435"/>
                      </a:lnTo>
                      <a:lnTo>
                        <a:pt x="108" y="435"/>
                      </a:lnTo>
                      <a:lnTo>
                        <a:pt x="108"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3" name="Google Shape;2083;p25"/>
                <p:cNvSpPr/>
                <p:nvPr/>
              </p:nvSpPr>
              <p:spPr>
                <a:xfrm>
                  <a:off x="3563222" y="4380053"/>
                  <a:ext cx="13830" cy="57370"/>
                </a:xfrm>
                <a:custGeom>
                  <a:avLst/>
                  <a:gdLst/>
                  <a:ahLst/>
                  <a:cxnLst/>
                  <a:rect l="l" t="t" r="r" b="b"/>
                  <a:pathLst>
                    <a:path w="108" h="448" extrusionOk="0">
                      <a:moveTo>
                        <a:pt x="0" y="0"/>
                      </a:moveTo>
                      <a:lnTo>
                        <a:pt x="0" y="448"/>
                      </a:lnTo>
                      <a:lnTo>
                        <a:pt x="108" y="448"/>
                      </a:lnTo>
                      <a:lnTo>
                        <a:pt x="108"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4" name="Google Shape;2084;p25"/>
                <p:cNvSpPr/>
                <p:nvPr/>
              </p:nvSpPr>
              <p:spPr>
                <a:xfrm>
                  <a:off x="3563222" y="4493383"/>
                  <a:ext cx="13830" cy="55833"/>
                </a:xfrm>
                <a:custGeom>
                  <a:avLst/>
                  <a:gdLst/>
                  <a:ahLst/>
                  <a:cxnLst/>
                  <a:rect l="l" t="t" r="r" b="b"/>
                  <a:pathLst>
                    <a:path w="108" h="436" extrusionOk="0">
                      <a:moveTo>
                        <a:pt x="0" y="1"/>
                      </a:moveTo>
                      <a:lnTo>
                        <a:pt x="0" y="436"/>
                      </a:lnTo>
                      <a:lnTo>
                        <a:pt x="108" y="436"/>
                      </a:lnTo>
                      <a:lnTo>
                        <a:pt x="108"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5" name="Google Shape;2085;p25"/>
                <p:cNvSpPr/>
                <p:nvPr/>
              </p:nvSpPr>
              <p:spPr>
                <a:xfrm>
                  <a:off x="3563222" y="4718250"/>
                  <a:ext cx="13830" cy="59547"/>
                </a:xfrm>
                <a:custGeom>
                  <a:avLst/>
                  <a:gdLst/>
                  <a:ahLst/>
                  <a:cxnLst/>
                  <a:rect l="l" t="t" r="r" b="b"/>
                  <a:pathLst>
                    <a:path w="108" h="465" extrusionOk="0">
                      <a:moveTo>
                        <a:pt x="0" y="0"/>
                      </a:moveTo>
                      <a:lnTo>
                        <a:pt x="0" y="26"/>
                      </a:lnTo>
                      <a:lnTo>
                        <a:pt x="0" y="435"/>
                      </a:lnTo>
                      <a:lnTo>
                        <a:pt x="0" y="464"/>
                      </a:lnTo>
                      <a:lnTo>
                        <a:pt x="108" y="464"/>
                      </a:lnTo>
                      <a:lnTo>
                        <a:pt x="108" y="435"/>
                      </a:lnTo>
                      <a:lnTo>
                        <a:pt x="108" y="26"/>
                      </a:lnTo>
                      <a:lnTo>
                        <a:pt x="108"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6" name="Google Shape;2086;p25"/>
                <p:cNvSpPr/>
                <p:nvPr/>
              </p:nvSpPr>
              <p:spPr>
                <a:xfrm>
                  <a:off x="3563222" y="4606457"/>
                  <a:ext cx="13830" cy="56217"/>
                </a:xfrm>
                <a:custGeom>
                  <a:avLst/>
                  <a:gdLst/>
                  <a:ahLst/>
                  <a:cxnLst/>
                  <a:rect l="l" t="t" r="r" b="b"/>
                  <a:pathLst>
                    <a:path w="108" h="439" extrusionOk="0">
                      <a:moveTo>
                        <a:pt x="0" y="0"/>
                      </a:moveTo>
                      <a:lnTo>
                        <a:pt x="0" y="438"/>
                      </a:lnTo>
                      <a:lnTo>
                        <a:pt x="108" y="438"/>
                      </a:lnTo>
                      <a:lnTo>
                        <a:pt x="108"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7" name="Google Shape;2087;p25"/>
                <p:cNvSpPr/>
                <p:nvPr/>
              </p:nvSpPr>
              <p:spPr>
                <a:xfrm>
                  <a:off x="3746086" y="1978230"/>
                  <a:ext cx="57882" cy="31502"/>
                </a:xfrm>
                <a:custGeom>
                  <a:avLst/>
                  <a:gdLst/>
                  <a:ahLst/>
                  <a:cxnLst/>
                  <a:rect l="l" t="t" r="r" b="b"/>
                  <a:pathLst>
                    <a:path w="452" h="246" extrusionOk="0">
                      <a:moveTo>
                        <a:pt x="438" y="0"/>
                      </a:moveTo>
                      <a:cubicBezTo>
                        <a:pt x="288" y="43"/>
                        <a:pt x="138" y="82"/>
                        <a:pt x="0" y="151"/>
                      </a:cubicBezTo>
                      <a:lnTo>
                        <a:pt x="43" y="246"/>
                      </a:lnTo>
                      <a:cubicBezTo>
                        <a:pt x="180" y="193"/>
                        <a:pt x="314" y="151"/>
                        <a:pt x="451" y="112"/>
                      </a:cubicBezTo>
                      <a:lnTo>
                        <a:pt x="438"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8" name="Google Shape;2088;p25"/>
                <p:cNvSpPr/>
                <p:nvPr/>
              </p:nvSpPr>
              <p:spPr>
                <a:xfrm>
                  <a:off x="3563222" y="2663843"/>
                  <a:ext cx="13830" cy="55833"/>
                </a:xfrm>
                <a:custGeom>
                  <a:avLst/>
                  <a:gdLst/>
                  <a:ahLst/>
                  <a:cxnLst/>
                  <a:rect l="l" t="t" r="r" b="b"/>
                  <a:pathLst>
                    <a:path w="108" h="436" extrusionOk="0">
                      <a:moveTo>
                        <a:pt x="0" y="1"/>
                      </a:moveTo>
                      <a:lnTo>
                        <a:pt x="0" y="435"/>
                      </a:lnTo>
                      <a:lnTo>
                        <a:pt x="108" y="435"/>
                      </a:lnTo>
                      <a:lnTo>
                        <a:pt x="108"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9" name="Google Shape;2089;p25"/>
                <p:cNvSpPr/>
                <p:nvPr/>
              </p:nvSpPr>
              <p:spPr>
                <a:xfrm>
                  <a:off x="3563222" y="2777301"/>
                  <a:ext cx="13830" cy="55833"/>
                </a:xfrm>
                <a:custGeom>
                  <a:avLst/>
                  <a:gdLst/>
                  <a:ahLst/>
                  <a:cxnLst/>
                  <a:rect l="l" t="t" r="r" b="b"/>
                  <a:pathLst>
                    <a:path w="108" h="436" extrusionOk="0">
                      <a:moveTo>
                        <a:pt x="0" y="0"/>
                      </a:moveTo>
                      <a:lnTo>
                        <a:pt x="0" y="435"/>
                      </a:lnTo>
                      <a:lnTo>
                        <a:pt x="108" y="435"/>
                      </a:lnTo>
                      <a:lnTo>
                        <a:pt x="108"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0" name="Google Shape;2090;p25"/>
                <p:cNvSpPr/>
                <p:nvPr/>
              </p:nvSpPr>
              <p:spPr>
                <a:xfrm>
                  <a:off x="3563222" y="2438721"/>
                  <a:ext cx="13830" cy="56089"/>
                </a:xfrm>
                <a:custGeom>
                  <a:avLst/>
                  <a:gdLst/>
                  <a:ahLst/>
                  <a:cxnLst/>
                  <a:rect l="l" t="t" r="r" b="b"/>
                  <a:pathLst>
                    <a:path w="108" h="438" extrusionOk="0">
                      <a:moveTo>
                        <a:pt x="0" y="0"/>
                      </a:moveTo>
                      <a:lnTo>
                        <a:pt x="0" y="438"/>
                      </a:lnTo>
                      <a:lnTo>
                        <a:pt x="108" y="438"/>
                      </a:lnTo>
                      <a:lnTo>
                        <a:pt x="108"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1" name="Google Shape;2091;p25"/>
                <p:cNvSpPr/>
                <p:nvPr/>
              </p:nvSpPr>
              <p:spPr>
                <a:xfrm>
                  <a:off x="3587424" y="2107567"/>
                  <a:ext cx="40338" cy="55833"/>
                </a:xfrm>
                <a:custGeom>
                  <a:avLst/>
                  <a:gdLst/>
                  <a:ahLst/>
                  <a:cxnLst/>
                  <a:rect l="l" t="t" r="r" b="b"/>
                  <a:pathLst>
                    <a:path w="315" h="436" extrusionOk="0">
                      <a:moveTo>
                        <a:pt x="220" y="1"/>
                      </a:moveTo>
                      <a:cubicBezTo>
                        <a:pt x="138" y="121"/>
                        <a:pt x="69" y="259"/>
                        <a:pt x="1" y="393"/>
                      </a:cubicBezTo>
                      <a:lnTo>
                        <a:pt x="112" y="435"/>
                      </a:lnTo>
                      <a:cubicBezTo>
                        <a:pt x="164" y="298"/>
                        <a:pt x="233" y="177"/>
                        <a:pt x="314" y="53"/>
                      </a:cubicBezTo>
                      <a:lnTo>
                        <a:pt x="220"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2" name="Google Shape;2092;p25"/>
                <p:cNvSpPr/>
                <p:nvPr/>
              </p:nvSpPr>
              <p:spPr>
                <a:xfrm>
                  <a:off x="3563222" y="2325263"/>
                  <a:ext cx="13830" cy="57882"/>
                </a:xfrm>
                <a:custGeom>
                  <a:avLst/>
                  <a:gdLst/>
                  <a:ahLst/>
                  <a:cxnLst/>
                  <a:rect l="l" t="t" r="r" b="b"/>
                  <a:pathLst>
                    <a:path w="108" h="452" extrusionOk="0">
                      <a:moveTo>
                        <a:pt x="0" y="0"/>
                      </a:moveTo>
                      <a:lnTo>
                        <a:pt x="0" y="451"/>
                      </a:lnTo>
                      <a:lnTo>
                        <a:pt x="108" y="451"/>
                      </a:lnTo>
                      <a:lnTo>
                        <a:pt x="108"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3" name="Google Shape;2093;p25"/>
                <p:cNvSpPr/>
                <p:nvPr/>
              </p:nvSpPr>
              <p:spPr>
                <a:xfrm>
                  <a:off x="3651837" y="2025483"/>
                  <a:ext cx="52504" cy="46997"/>
                </a:xfrm>
                <a:custGeom>
                  <a:avLst/>
                  <a:gdLst/>
                  <a:ahLst/>
                  <a:cxnLst/>
                  <a:rect l="l" t="t" r="r" b="b"/>
                  <a:pathLst>
                    <a:path w="410" h="367" extrusionOk="0">
                      <a:moveTo>
                        <a:pt x="344" y="1"/>
                      </a:moveTo>
                      <a:cubicBezTo>
                        <a:pt x="220" y="83"/>
                        <a:pt x="112" y="177"/>
                        <a:pt x="1" y="285"/>
                      </a:cubicBezTo>
                      <a:lnTo>
                        <a:pt x="83" y="367"/>
                      </a:lnTo>
                      <a:cubicBezTo>
                        <a:pt x="181" y="259"/>
                        <a:pt x="289" y="177"/>
                        <a:pt x="410" y="96"/>
                      </a:cubicBezTo>
                      <a:lnTo>
                        <a:pt x="344"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4" name="Google Shape;2094;p25"/>
                <p:cNvSpPr/>
                <p:nvPr/>
              </p:nvSpPr>
              <p:spPr>
                <a:xfrm>
                  <a:off x="3563222" y="2212189"/>
                  <a:ext cx="21001" cy="57498"/>
                </a:xfrm>
                <a:custGeom>
                  <a:avLst/>
                  <a:gdLst/>
                  <a:ahLst/>
                  <a:cxnLst/>
                  <a:rect l="l" t="t" r="r" b="b"/>
                  <a:pathLst>
                    <a:path w="164" h="449" extrusionOk="0">
                      <a:moveTo>
                        <a:pt x="56" y="1"/>
                      </a:moveTo>
                      <a:cubicBezTo>
                        <a:pt x="26" y="148"/>
                        <a:pt x="13" y="298"/>
                        <a:pt x="0" y="448"/>
                      </a:cubicBezTo>
                      <a:lnTo>
                        <a:pt x="121" y="448"/>
                      </a:lnTo>
                      <a:cubicBezTo>
                        <a:pt x="121" y="311"/>
                        <a:pt x="137" y="164"/>
                        <a:pt x="163" y="27"/>
                      </a:cubicBezTo>
                      <a:lnTo>
                        <a:pt x="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5" name="Google Shape;2095;p25"/>
                <p:cNvSpPr/>
                <p:nvPr/>
              </p:nvSpPr>
              <p:spPr>
                <a:xfrm>
                  <a:off x="3563222" y="2550386"/>
                  <a:ext cx="13830" cy="57498"/>
                </a:xfrm>
                <a:custGeom>
                  <a:avLst/>
                  <a:gdLst/>
                  <a:ahLst/>
                  <a:cxnLst/>
                  <a:rect l="l" t="t" r="r" b="b"/>
                  <a:pathLst>
                    <a:path w="108" h="449" extrusionOk="0">
                      <a:moveTo>
                        <a:pt x="0" y="1"/>
                      </a:moveTo>
                      <a:lnTo>
                        <a:pt x="0" y="449"/>
                      </a:lnTo>
                      <a:lnTo>
                        <a:pt x="108" y="449"/>
                      </a:lnTo>
                      <a:lnTo>
                        <a:pt x="108"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6" name="Google Shape;2096;p25"/>
                <p:cNvSpPr/>
                <p:nvPr/>
              </p:nvSpPr>
              <p:spPr>
                <a:xfrm>
                  <a:off x="3563222" y="3452030"/>
                  <a:ext cx="13830" cy="55833"/>
                </a:xfrm>
                <a:custGeom>
                  <a:avLst/>
                  <a:gdLst/>
                  <a:ahLst/>
                  <a:cxnLst/>
                  <a:rect l="l" t="t" r="r" b="b"/>
                  <a:pathLst>
                    <a:path w="108" h="436" extrusionOk="0">
                      <a:moveTo>
                        <a:pt x="0" y="0"/>
                      </a:moveTo>
                      <a:lnTo>
                        <a:pt x="0" y="435"/>
                      </a:lnTo>
                      <a:lnTo>
                        <a:pt x="108" y="435"/>
                      </a:lnTo>
                      <a:lnTo>
                        <a:pt x="108"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7" name="Google Shape;2097;p25"/>
                <p:cNvSpPr/>
                <p:nvPr/>
              </p:nvSpPr>
              <p:spPr>
                <a:xfrm>
                  <a:off x="3563222" y="3565488"/>
                  <a:ext cx="13830" cy="55705"/>
                </a:xfrm>
                <a:custGeom>
                  <a:avLst/>
                  <a:gdLst/>
                  <a:ahLst/>
                  <a:cxnLst/>
                  <a:rect l="l" t="t" r="r" b="b"/>
                  <a:pathLst>
                    <a:path w="108" h="435" extrusionOk="0">
                      <a:moveTo>
                        <a:pt x="0" y="0"/>
                      </a:moveTo>
                      <a:lnTo>
                        <a:pt x="0" y="435"/>
                      </a:lnTo>
                      <a:lnTo>
                        <a:pt x="108" y="435"/>
                      </a:lnTo>
                      <a:lnTo>
                        <a:pt x="108"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8" name="Google Shape;2098;p25"/>
                <p:cNvSpPr/>
                <p:nvPr/>
              </p:nvSpPr>
              <p:spPr>
                <a:xfrm>
                  <a:off x="3563222" y="2888582"/>
                  <a:ext cx="13830" cy="56217"/>
                </a:xfrm>
                <a:custGeom>
                  <a:avLst/>
                  <a:gdLst/>
                  <a:ahLst/>
                  <a:cxnLst/>
                  <a:rect l="l" t="t" r="r" b="b"/>
                  <a:pathLst>
                    <a:path w="108" h="439" extrusionOk="0">
                      <a:moveTo>
                        <a:pt x="0" y="1"/>
                      </a:moveTo>
                      <a:lnTo>
                        <a:pt x="0" y="439"/>
                      </a:lnTo>
                      <a:lnTo>
                        <a:pt x="108" y="439"/>
                      </a:lnTo>
                      <a:lnTo>
                        <a:pt x="108"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9" name="Google Shape;2099;p25"/>
                <p:cNvSpPr/>
                <p:nvPr/>
              </p:nvSpPr>
              <p:spPr>
                <a:xfrm>
                  <a:off x="3563222" y="3790226"/>
                  <a:ext cx="13830" cy="19337"/>
                </a:xfrm>
                <a:custGeom>
                  <a:avLst/>
                  <a:gdLst/>
                  <a:ahLst/>
                  <a:cxnLst/>
                  <a:rect l="l" t="t" r="r" b="b"/>
                  <a:pathLst>
                    <a:path w="108" h="151" extrusionOk="0">
                      <a:moveTo>
                        <a:pt x="0" y="0"/>
                      </a:moveTo>
                      <a:lnTo>
                        <a:pt x="0" y="151"/>
                      </a:lnTo>
                      <a:lnTo>
                        <a:pt x="108" y="151"/>
                      </a:lnTo>
                      <a:lnTo>
                        <a:pt x="108"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0" name="Google Shape;2100;p25"/>
                <p:cNvSpPr/>
                <p:nvPr/>
              </p:nvSpPr>
              <p:spPr>
                <a:xfrm>
                  <a:off x="3563222" y="3677153"/>
                  <a:ext cx="13830" cy="55833"/>
                </a:xfrm>
                <a:custGeom>
                  <a:avLst/>
                  <a:gdLst/>
                  <a:ahLst/>
                  <a:cxnLst/>
                  <a:rect l="l" t="t" r="r" b="b"/>
                  <a:pathLst>
                    <a:path w="108" h="436" extrusionOk="0">
                      <a:moveTo>
                        <a:pt x="0" y="1"/>
                      </a:moveTo>
                      <a:lnTo>
                        <a:pt x="0" y="436"/>
                      </a:lnTo>
                      <a:lnTo>
                        <a:pt x="108" y="436"/>
                      </a:lnTo>
                      <a:lnTo>
                        <a:pt x="108"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1" name="Google Shape;2101;p25"/>
                <p:cNvSpPr/>
                <p:nvPr/>
              </p:nvSpPr>
              <p:spPr>
                <a:xfrm>
                  <a:off x="3563222" y="3002040"/>
                  <a:ext cx="13830" cy="55833"/>
                </a:xfrm>
                <a:custGeom>
                  <a:avLst/>
                  <a:gdLst/>
                  <a:ahLst/>
                  <a:cxnLst/>
                  <a:rect l="l" t="t" r="r" b="b"/>
                  <a:pathLst>
                    <a:path w="108" h="436" extrusionOk="0">
                      <a:moveTo>
                        <a:pt x="0" y="1"/>
                      </a:moveTo>
                      <a:lnTo>
                        <a:pt x="0" y="435"/>
                      </a:lnTo>
                      <a:lnTo>
                        <a:pt x="108" y="435"/>
                      </a:lnTo>
                      <a:lnTo>
                        <a:pt x="108"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2" name="Google Shape;2102;p25"/>
                <p:cNvSpPr/>
                <p:nvPr/>
              </p:nvSpPr>
              <p:spPr>
                <a:xfrm>
                  <a:off x="3563222" y="3113833"/>
                  <a:ext cx="13830" cy="57498"/>
                </a:xfrm>
                <a:custGeom>
                  <a:avLst/>
                  <a:gdLst/>
                  <a:ahLst/>
                  <a:cxnLst/>
                  <a:rect l="l" t="t" r="r" b="b"/>
                  <a:pathLst>
                    <a:path w="108" h="449" extrusionOk="0">
                      <a:moveTo>
                        <a:pt x="0" y="0"/>
                      </a:moveTo>
                      <a:lnTo>
                        <a:pt x="0" y="448"/>
                      </a:lnTo>
                      <a:lnTo>
                        <a:pt x="108" y="448"/>
                      </a:lnTo>
                      <a:lnTo>
                        <a:pt x="108"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3" name="Google Shape;2103;p25"/>
                <p:cNvSpPr/>
                <p:nvPr/>
              </p:nvSpPr>
              <p:spPr>
                <a:xfrm>
                  <a:off x="3563222" y="3338572"/>
                  <a:ext cx="13830" cy="57882"/>
                </a:xfrm>
                <a:custGeom>
                  <a:avLst/>
                  <a:gdLst/>
                  <a:ahLst/>
                  <a:cxnLst/>
                  <a:rect l="l" t="t" r="r" b="b"/>
                  <a:pathLst>
                    <a:path w="108" h="452" extrusionOk="0">
                      <a:moveTo>
                        <a:pt x="0" y="1"/>
                      </a:moveTo>
                      <a:lnTo>
                        <a:pt x="0" y="452"/>
                      </a:lnTo>
                      <a:lnTo>
                        <a:pt x="108" y="452"/>
                      </a:lnTo>
                      <a:lnTo>
                        <a:pt x="108"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4" name="Google Shape;2104;p25"/>
                <p:cNvSpPr/>
                <p:nvPr/>
              </p:nvSpPr>
              <p:spPr>
                <a:xfrm>
                  <a:off x="3563222" y="3227291"/>
                  <a:ext cx="13830" cy="55705"/>
                </a:xfrm>
                <a:custGeom>
                  <a:avLst/>
                  <a:gdLst/>
                  <a:ahLst/>
                  <a:cxnLst/>
                  <a:rect l="l" t="t" r="r" b="b"/>
                  <a:pathLst>
                    <a:path w="108" h="435" extrusionOk="0">
                      <a:moveTo>
                        <a:pt x="0" y="0"/>
                      </a:moveTo>
                      <a:lnTo>
                        <a:pt x="0" y="435"/>
                      </a:lnTo>
                      <a:lnTo>
                        <a:pt x="108" y="435"/>
                      </a:lnTo>
                      <a:lnTo>
                        <a:pt x="108"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5" name="Google Shape;2105;p25"/>
                <p:cNvSpPr/>
                <p:nvPr/>
              </p:nvSpPr>
              <p:spPr>
                <a:xfrm>
                  <a:off x="4161244" y="2921749"/>
                  <a:ext cx="16135" cy="56217"/>
                </a:xfrm>
                <a:custGeom>
                  <a:avLst/>
                  <a:gdLst/>
                  <a:ahLst/>
                  <a:cxnLst/>
                  <a:rect l="l" t="t" r="r" b="b"/>
                  <a:pathLst>
                    <a:path w="126" h="439" extrusionOk="0">
                      <a:moveTo>
                        <a:pt x="1" y="0"/>
                      </a:moveTo>
                      <a:lnTo>
                        <a:pt x="1" y="438"/>
                      </a:lnTo>
                      <a:lnTo>
                        <a:pt x="125" y="438"/>
                      </a:lnTo>
                      <a:lnTo>
                        <a:pt x="12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6" name="Google Shape;2106;p25"/>
                <p:cNvSpPr/>
                <p:nvPr/>
              </p:nvSpPr>
              <p:spPr>
                <a:xfrm>
                  <a:off x="4161244" y="2358685"/>
                  <a:ext cx="16135" cy="57498"/>
                </a:xfrm>
                <a:custGeom>
                  <a:avLst/>
                  <a:gdLst/>
                  <a:ahLst/>
                  <a:cxnLst/>
                  <a:rect l="l" t="t" r="r" b="b"/>
                  <a:pathLst>
                    <a:path w="126" h="449" extrusionOk="0">
                      <a:moveTo>
                        <a:pt x="1" y="1"/>
                      </a:moveTo>
                      <a:lnTo>
                        <a:pt x="1" y="449"/>
                      </a:lnTo>
                      <a:lnTo>
                        <a:pt x="125" y="449"/>
                      </a:lnTo>
                      <a:lnTo>
                        <a:pt x="12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7" name="Google Shape;2107;p25"/>
                <p:cNvSpPr/>
                <p:nvPr/>
              </p:nvSpPr>
              <p:spPr>
                <a:xfrm>
                  <a:off x="4161244" y="2471759"/>
                  <a:ext cx="16135" cy="56217"/>
                </a:xfrm>
                <a:custGeom>
                  <a:avLst/>
                  <a:gdLst/>
                  <a:ahLst/>
                  <a:cxnLst/>
                  <a:rect l="l" t="t" r="r" b="b"/>
                  <a:pathLst>
                    <a:path w="126" h="439" extrusionOk="0">
                      <a:moveTo>
                        <a:pt x="1" y="0"/>
                      </a:moveTo>
                      <a:lnTo>
                        <a:pt x="1" y="438"/>
                      </a:lnTo>
                      <a:lnTo>
                        <a:pt x="125" y="438"/>
                      </a:lnTo>
                      <a:lnTo>
                        <a:pt x="12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8" name="Google Shape;2108;p25"/>
                <p:cNvSpPr/>
                <p:nvPr/>
              </p:nvSpPr>
              <p:spPr>
                <a:xfrm>
                  <a:off x="4161244" y="2583424"/>
                  <a:ext cx="16135" cy="58010"/>
                </a:xfrm>
                <a:custGeom>
                  <a:avLst/>
                  <a:gdLst/>
                  <a:ahLst/>
                  <a:cxnLst/>
                  <a:rect l="l" t="t" r="r" b="b"/>
                  <a:pathLst>
                    <a:path w="126" h="453" extrusionOk="0">
                      <a:moveTo>
                        <a:pt x="1" y="1"/>
                      </a:moveTo>
                      <a:lnTo>
                        <a:pt x="1" y="452"/>
                      </a:lnTo>
                      <a:lnTo>
                        <a:pt x="125" y="452"/>
                      </a:lnTo>
                      <a:lnTo>
                        <a:pt x="12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9" name="Google Shape;2109;p25"/>
                <p:cNvSpPr/>
                <p:nvPr/>
              </p:nvSpPr>
              <p:spPr>
                <a:xfrm>
                  <a:off x="4161244" y="3373787"/>
                  <a:ext cx="16135" cy="55705"/>
                </a:xfrm>
                <a:custGeom>
                  <a:avLst/>
                  <a:gdLst/>
                  <a:ahLst/>
                  <a:cxnLst/>
                  <a:rect l="l" t="t" r="r" b="b"/>
                  <a:pathLst>
                    <a:path w="126" h="435" extrusionOk="0">
                      <a:moveTo>
                        <a:pt x="1" y="0"/>
                      </a:moveTo>
                      <a:lnTo>
                        <a:pt x="1" y="422"/>
                      </a:lnTo>
                      <a:lnTo>
                        <a:pt x="1" y="435"/>
                      </a:lnTo>
                      <a:lnTo>
                        <a:pt x="125" y="435"/>
                      </a:lnTo>
                      <a:lnTo>
                        <a:pt x="125" y="422"/>
                      </a:lnTo>
                      <a:lnTo>
                        <a:pt x="12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0" name="Google Shape;2110;p25"/>
                <p:cNvSpPr/>
                <p:nvPr/>
              </p:nvSpPr>
              <p:spPr>
                <a:xfrm>
                  <a:off x="4393154" y="3710319"/>
                  <a:ext cx="57882" cy="22666"/>
                </a:xfrm>
                <a:custGeom>
                  <a:avLst/>
                  <a:gdLst/>
                  <a:ahLst/>
                  <a:cxnLst/>
                  <a:rect l="l" t="t" r="r" b="b"/>
                  <a:pathLst>
                    <a:path w="452" h="177" extrusionOk="0">
                      <a:moveTo>
                        <a:pt x="30" y="0"/>
                      </a:moveTo>
                      <a:lnTo>
                        <a:pt x="1" y="108"/>
                      </a:lnTo>
                      <a:cubicBezTo>
                        <a:pt x="138" y="151"/>
                        <a:pt x="288" y="177"/>
                        <a:pt x="439" y="177"/>
                      </a:cubicBezTo>
                      <a:lnTo>
                        <a:pt x="452" y="69"/>
                      </a:lnTo>
                      <a:cubicBezTo>
                        <a:pt x="301" y="52"/>
                        <a:pt x="164" y="39"/>
                        <a:pt x="3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1" name="Google Shape;2111;p25"/>
                <p:cNvSpPr/>
                <p:nvPr/>
              </p:nvSpPr>
              <p:spPr>
                <a:xfrm>
                  <a:off x="4161244" y="2696882"/>
                  <a:ext cx="16135" cy="55833"/>
                </a:xfrm>
                <a:custGeom>
                  <a:avLst/>
                  <a:gdLst/>
                  <a:ahLst/>
                  <a:cxnLst/>
                  <a:rect l="l" t="t" r="r" b="b"/>
                  <a:pathLst>
                    <a:path w="126" h="436" extrusionOk="0">
                      <a:moveTo>
                        <a:pt x="1" y="1"/>
                      </a:moveTo>
                      <a:lnTo>
                        <a:pt x="1" y="435"/>
                      </a:lnTo>
                      <a:lnTo>
                        <a:pt x="125" y="435"/>
                      </a:lnTo>
                      <a:lnTo>
                        <a:pt x="12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2" name="Google Shape;2112;p25"/>
                <p:cNvSpPr/>
                <p:nvPr/>
              </p:nvSpPr>
              <p:spPr>
                <a:xfrm>
                  <a:off x="4168415" y="3483403"/>
                  <a:ext cx="29837" cy="57882"/>
                </a:xfrm>
                <a:custGeom>
                  <a:avLst/>
                  <a:gdLst/>
                  <a:ahLst/>
                  <a:cxnLst/>
                  <a:rect l="l" t="t" r="r" b="b"/>
                  <a:pathLst>
                    <a:path w="233" h="452" extrusionOk="0">
                      <a:moveTo>
                        <a:pt x="108" y="1"/>
                      </a:moveTo>
                      <a:lnTo>
                        <a:pt x="0" y="27"/>
                      </a:lnTo>
                      <a:cubicBezTo>
                        <a:pt x="27" y="164"/>
                        <a:pt x="69" y="314"/>
                        <a:pt x="121" y="452"/>
                      </a:cubicBezTo>
                      <a:lnTo>
                        <a:pt x="233" y="409"/>
                      </a:lnTo>
                      <a:cubicBezTo>
                        <a:pt x="177" y="288"/>
                        <a:pt x="134" y="138"/>
                        <a:pt x="10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3" name="Google Shape;2113;p25"/>
                <p:cNvSpPr/>
                <p:nvPr/>
              </p:nvSpPr>
              <p:spPr>
                <a:xfrm>
                  <a:off x="4288532" y="3664603"/>
                  <a:ext cx="56217" cy="40338"/>
                </a:xfrm>
                <a:custGeom>
                  <a:avLst/>
                  <a:gdLst/>
                  <a:ahLst/>
                  <a:cxnLst/>
                  <a:rect l="l" t="t" r="r" b="b"/>
                  <a:pathLst>
                    <a:path w="439" h="315" extrusionOk="0">
                      <a:moveTo>
                        <a:pt x="69" y="1"/>
                      </a:moveTo>
                      <a:lnTo>
                        <a:pt x="1" y="83"/>
                      </a:lnTo>
                      <a:cubicBezTo>
                        <a:pt x="125" y="181"/>
                        <a:pt x="259" y="246"/>
                        <a:pt x="396" y="315"/>
                      </a:cubicBezTo>
                      <a:lnTo>
                        <a:pt x="439" y="220"/>
                      </a:lnTo>
                      <a:cubicBezTo>
                        <a:pt x="314" y="151"/>
                        <a:pt x="193" y="83"/>
                        <a:pt x="6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4" name="Google Shape;2114;p25"/>
                <p:cNvSpPr/>
                <p:nvPr/>
              </p:nvSpPr>
              <p:spPr>
                <a:xfrm>
                  <a:off x="4210290" y="3584696"/>
                  <a:ext cx="45332" cy="54168"/>
                </a:xfrm>
                <a:custGeom>
                  <a:avLst/>
                  <a:gdLst/>
                  <a:ahLst/>
                  <a:cxnLst/>
                  <a:rect l="l" t="t" r="r" b="b"/>
                  <a:pathLst>
                    <a:path w="354" h="423" extrusionOk="0">
                      <a:moveTo>
                        <a:pt x="95" y="1"/>
                      </a:moveTo>
                      <a:lnTo>
                        <a:pt x="0" y="69"/>
                      </a:lnTo>
                      <a:cubicBezTo>
                        <a:pt x="82" y="190"/>
                        <a:pt x="177" y="314"/>
                        <a:pt x="285" y="422"/>
                      </a:cubicBezTo>
                      <a:lnTo>
                        <a:pt x="353" y="341"/>
                      </a:lnTo>
                      <a:cubicBezTo>
                        <a:pt x="259" y="233"/>
                        <a:pt x="177" y="122"/>
                        <a:pt x="9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5" name="Google Shape;2115;p25"/>
                <p:cNvSpPr/>
                <p:nvPr/>
              </p:nvSpPr>
              <p:spPr>
                <a:xfrm>
                  <a:off x="3857879" y="1971571"/>
                  <a:ext cx="57882" cy="17288"/>
                </a:xfrm>
                <a:custGeom>
                  <a:avLst/>
                  <a:gdLst/>
                  <a:ahLst/>
                  <a:cxnLst/>
                  <a:rect l="l" t="t" r="r" b="b"/>
                  <a:pathLst>
                    <a:path w="452" h="135" extrusionOk="0">
                      <a:moveTo>
                        <a:pt x="0" y="0"/>
                      </a:moveTo>
                      <a:lnTo>
                        <a:pt x="13" y="108"/>
                      </a:lnTo>
                      <a:lnTo>
                        <a:pt x="95" y="108"/>
                      </a:lnTo>
                      <a:cubicBezTo>
                        <a:pt x="206" y="108"/>
                        <a:pt x="327" y="121"/>
                        <a:pt x="435" y="134"/>
                      </a:cubicBezTo>
                      <a:lnTo>
                        <a:pt x="451" y="26"/>
                      </a:lnTo>
                      <a:cubicBezTo>
                        <a:pt x="340" y="13"/>
                        <a:pt x="219" y="0"/>
                        <a:pt x="9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6" name="Google Shape;2116;p25"/>
                <p:cNvSpPr/>
                <p:nvPr/>
              </p:nvSpPr>
              <p:spPr>
                <a:xfrm>
                  <a:off x="4161244" y="2245228"/>
                  <a:ext cx="16135" cy="57498"/>
                </a:xfrm>
                <a:custGeom>
                  <a:avLst/>
                  <a:gdLst/>
                  <a:ahLst/>
                  <a:cxnLst/>
                  <a:rect l="l" t="t" r="r" b="b"/>
                  <a:pathLst>
                    <a:path w="126" h="449" extrusionOk="0">
                      <a:moveTo>
                        <a:pt x="109" y="1"/>
                      </a:moveTo>
                      <a:lnTo>
                        <a:pt x="1" y="14"/>
                      </a:lnTo>
                      <a:lnTo>
                        <a:pt x="1" y="259"/>
                      </a:lnTo>
                      <a:lnTo>
                        <a:pt x="1" y="449"/>
                      </a:lnTo>
                      <a:lnTo>
                        <a:pt x="125" y="449"/>
                      </a:lnTo>
                      <a:lnTo>
                        <a:pt x="125" y="259"/>
                      </a:lnTo>
                      <a:cubicBezTo>
                        <a:pt x="125" y="164"/>
                        <a:pt x="109" y="83"/>
                        <a:pt x="10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7" name="Google Shape;2117;p25"/>
                <p:cNvSpPr/>
                <p:nvPr/>
              </p:nvSpPr>
              <p:spPr>
                <a:xfrm>
                  <a:off x="4129870" y="2135227"/>
                  <a:ext cx="33167" cy="57882"/>
                </a:xfrm>
                <a:custGeom>
                  <a:avLst/>
                  <a:gdLst/>
                  <a:ahLst/>
                  <a:cxnLst/>
                  <a:rect l="l" t="t" r="r" b="b"/>
                  <a:pathLst>
                    <a:path w="259" h="452" extrusionOk="0">
                      <a:moveTo>
                        <a:pt x="96" y="0"/>
                      </a:moveTo>
                      <a:lnTo>
                        <a:pt x="1" y="56"/>
                      </a:lnTo>
                      <a:cubicBezTo>
                        <a:pt x="56" y="177"/>
                        <a:pt x="109" y="314"/>
                        <a:pt x="151" y="451"/>
                      </a:cubicBezTo>
                      <a:lnTo>
                        <a:pt x="259" y="422"/>
                      </a:lnTo>
                      <a:cubicBezTo>
                        <a:pt x="220" y="275"/>
                        <a:pt x="164" y="138"/>
                        <a:pt x="9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8" name="Google Shape;2118;p25"/>
                <p:cNvSpPr/>
                <p:nvPr/>
              </p:nvSpPr>
              <p:spPr>
                <a:xfrm>
                  <a:off x="4062129" y="2046484"/>
                  <a:ext cx="48662" cy="50711"/>
                </a:xfrm>
                <a:custGeom>
                  <a:avLst/>
                  <a:gdLst/>
                  <a:ahLst/>
                  <a:cxnLst/>
                  <a:rect l="l" t="t" r="r" b="b"/>
                  <a:pathLst>
                    <a:path w="380" h="396" extrusionOk="0">
                      <a:moveTo>
                        <a:pt x="66" y="0"/>
                      </a:moveTo>
                      <a:lnTo>
                        <a:pt x="0" y="82"/>
                      </a:lnTo>
                      <a:cubicBezTo>
                        <a:pt x="108" y="177"/>
                        <a:pt x="203" y="285"/>
                        <a:pt x="285" y="396"/>
                      </a:cubicBezTo>
                      <a:lnTo>
                        <a:pt x="379" y="327"/>
                      </a:lnTo>
                      <a:cubicBezTo>
                        <a:pt x="285" y="203"/>
                        <a:pt x="177" y="95"/>
                        <a:pt x="6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9" name="Google Shape;2119;p25"/>
                <p:cNvSpPr/>
                <p:nvPr/>
              </p:nvSpPr>
              <p:spPr>
                <a:xfrm>
                  <a:off x="3965830" y="1988731"/>
                  <a:ext cx="57882" cy="36881"/>
                </a:xfrm>
                <a:custGeom>
                  <a:avLst/>
                  <a:gdLst/>
                  <a:ahLst/>
                  <a:cxnLst/>
                  <a:rect l="l" t="t" r="r" b="b"/>
                  <a:pathLst>
                    <a:path w="452" h="288" extrusionOk="0">
                      <a:moveTo>
                        <a:pt x="43" y="0"/>
                      </a:moveTo>
                      <a:lnTo>
                        <a:pt x="0" y="95"/>
                      </a:lnTo>
                      <a:cubicBezTo>
                        <a:pt x="138" y="151"/>
                        <a:pt x="275" y="206"/>
                        <a:pt x="396" y="288"/>
                      </a:cubicBezTo>
                      <a:lnTo>
                        <a:pt x="452" y="193"/>
                      </a:lnTo>
                      <a:cubicBezTo>
                        <a:pt x="327" y="111"/>
                        <a:pt x="193" y="56"/>
                        <a:pt x="43"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0" name="Google Shape;2120;p25"/>
                <p:cNvSpPr/>
                <p:nvPr/>
              </p:nvSpPr>
              <p:spPr>
                <a:xfrm>
                  <a:off x="4161244" y="3260329"/>
                  <a:ext cx="16135" cy="55833"/>
                </a:xfrm>
                <a:custGeom>
                  <a:avLst/>
                  <a:gdLst/>
                  <a:ahLst/>
                  <a:cxnLst/>
                  <a:rect l="l" t="t" r="r" b="b"/>
                  <a:pathLst>
                    <a:path w="126" h="436" extrusionOk="0">
                      <a:moveTo>
                        <a:pt x="1" y="0"/>
                      </a:moveTo>
                      <a:lnTo>
                        <a:pt x="1" y="435"/>
                      </a:lnTo>
                      <a:lnTo>
                        <a:pt x="125" y="435"/>
                      </a:lnTo>
                      <a:lnTo>
                        <a:pt x="12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1" name="Google Shape;2121;p25"/>
                <p:cNvSpPr/>
                <p:nvPr/>
              </p:nvSpPr>
              <p:spPr>
                <a:xfrm>
                  <a:off x="4161244" y="3035079"/>
                  <a:ext cx="16135" cy="56217"/>
                </a:xfrm>
                <a:custGeom>
                  <a:avLst/>
                  <a:gdLst/>
                  <a:ahLst/>
                  <a:cxnLst/>
                  <a:rect l="l" t="t" r="r" b="b"/>
                  <a:pathLst>
                    <a:path w="126" h="439" extrusionOk="0">
                      <a:moveTo>
                        <a:pt x="1" y="1"/>
                      </a:moveTo>
                      <a:lnTo>
                        <a:pt x="1" y="439"/>
                      </a:lnTo>
                      <a:lnTo>
                        <a:pt x="125" y="439"/>
                      </a:lnTo>
                      <a:lnTo>
                        <a:pt x="12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2" name="Google Shape;2122;p25"/>
                <p:cNvSpPr/>
                <p:nvPr/>
              </p:nvSpPr>
              <p:spPr>
                <a:xfrm>
                  <a:off x="4161244" y="2810340"/>
                  <a:ext cx="16135" cy="55833"/>
                </a:xfrm>
                <a:custGeom>
                  <a:avLst/>
                  <a:gdLst/>
                  <a:ahLst/>
                  <a:cxnLst/>
                  <a:rect l="l" t="t" r="r" b="b"/>
                  <a:pathLst>
                    <a:path w="126" h="436" extrusionOk="0">
                      <a:moveTo>
                        <a:pt x="1" y="1"/>
                      </a:moveTo>
                      <a:lnTo>
                        <a:pt x="1" y="435"/>
                      </a:lnTo>
                      <a:lnTo>
                        <a:pt x="125" y="435"/>
                      </a:lnTo>
                      <a:lnTo>
                        <a:pt x="12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3" name="Google Shape;2123;p25"/>
                <p:cNvSpPr/>
                <p:nvPr/>
              </p:nvSpPr>
              <p:spPr>
                <a:xfrm>
                  <a:off x="4161244" y="3146872"/>
                  <a:ext cx="16135" cy="57498"/>
                </a:xfrm>
                <a:custGeom>
                  <a:avLst/>
                  <a:gdLst/>
                  <a:ahLst/>
                  <a:cxnLst/>
                  <a:rect l="l" t="t" r="r" b="b"/>
                  <a:pathLst>
                    <a:path w="126" h="449" extrusionOk="0">
                      <a:moveTo>
                        <a:pt x="1" y="1"/>
                      </a:moveTo>
                      <a:lnTo>
                        <a:pt x="1" y="448"/>
                      </a:lnTo>
                      <a:lnTo>
                        <a:pt x="125" y="448"/>
                      </a:lnTo>
                      <a:lnTo>
                        <a:pt x="12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4" name="Google Shape;2124;p25"/>
                <p:cNvSpPr/>
                <p:nvPr/>
              </p:nvSpPr>
              <p:spPr>
                <a:xfrm>
                  <a:off x="4761060" y="1231918"/>
                  <a:ext cx="14342" cy="55833"/>
                </a:xfrm>
                <a:custGeom>
                  <a:avLst/>
                  <a:gdLst/>
                  <a:ahLst/>
                  <a:cxnLst/>
                  <a:rect l="l" t="t" r="r" b="b"/>
                  <a:pathLst>
                    <a:path w="112" h="436" extrusionOk="0">
                      <a:moveTo>
                        <a:pt x="1" y="0"/>
                      </a:moveTo>
                      <a:lnTo>
                        <a:pt x="1" y="435"/>
                      </a:lnTo>
                      <a:lnTo>
                        <a:pt x="112" y="435"/>
                      </a:lnTo>
                      <a:lnTo>
                        <a:pt x="112"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5" name="Google Shape;2125;p25"/>
                <p:cNvSpPr/>
                <p:nvPr/>
              </p:nvSpPr>
              <p:spPr>
                <a:xfrm>
                  <a:off x="4761060" y="1343711"/>
                  <a:ext cx="14342" cy="57498"/>
                </a:xfrm>
                <a:custGeom>
                  <a:avLst/>
                  <a:gdLst/>
                  <a:ahLst/>
                  <a:cxnLst/>
                  <a:rect l="l" t="t" r="r" b="b"/>
                  <a:pathLst>
                    <a:path w="112" h="449" extrusionOk="0">
                      <a:moveTo>
                        <a:pt x="1" y="0"/>
                      </a:moveTo>
                      <a:lnTo>
                        <a:pt x="1" y="448"/>
                      </a:lnTo>
                      <a:lnTo>
                        <a:pt x="112" y="448"/>
                      </a:lnTo>
                      <a:lnTo>
                        <a:pt x="112"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6" name="Google Shape;2126;p25"/>
                <p:cNvSpPr/>
                <p:nvPr/>
              </p:nvSpPr>
              <p:spPr>
                <a:xfrm>
                  <a:off x="4761060" y="1003338"/>
                  <a:ext cx="14342" cy="59547"/>
                </a:xfrm>
                <a:custGeom>
                  <a:avLst/>
                  <a:gdLst/>
                  <a:ahLst/>
                  <a:cxnLst/>
                  <a:rect l="l" t="t" r="r" b="b"/>
                  <a:pathLst>
                    <a:path w="112" h="465" extrusionOk="0">
                      <a:moveTo>
                        <a:pt x="1" y="1"/>
                      </a:moveTo>
                      <a:lnTo>
                        <a:pt x="1" y="27"/>
                      </a:lnTo>
                      <a:lnTo>
                        <a:pt x="1" y="436"/>
                      </a:lnTo>
                      <a:lnTo>
                        <a:pt x="1" y="465"/>
                      </a:lnTo>
                      <a:lnTo>
                        <a:pt x="112" y="465"/>
                      </a:lnTo>
                      <a:lnTo>
                        <a:pt x="112" y="436"/>
                      </a:lnTo>
                      <a:lnTo>
                        <a:pt x="112" y="27"/>
                      </a:lnTo>
                      <a:lnTo>
                        <a:pt x="112"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7" name="Google Shape;2127;p25"/>
                <p:cNvSpPr/>
                <p:nvPr/>
              </p:nvSpPr>
              <p:spPr>
                <a:xfrm>
                  <a:off x="4761060" y="1118460"/>
                  <a:ext cx="14342" cy="57882"/>
                </a:xfrm>
                <a:custGeom>
                  <a:avLst/>
                  <a:gdLst/>
                  <a:ahLst/>
                  <a:cxnLst/>
                  <a:rect l="l" t="t" r="r" b="b"/>
                  <a:pathLst>
                    <a:path w="112" h="452" extrusionOk="0">
                      <a:moveTo>
                        <a:pt x="1" y="1"/>
                      </a:moveTo>
                      <a:lnTo>
                        <a:pt x="1" y="452"/>
                      </a:lnTo>
                      <a:lnTo>
                        <a:pt x="112" y="452"/>
                      </a:lnTo>
                      <a:lnTo>
                        <a:pt x="112"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8" name="Google Shape;2128;p25"/>
                <p:cNvSpPr/>
                <p:nvPr/>
              </p:nvSpPr>
              <p:spPr>
                <a:xfrm>
                  <a:off x="4761060" y="2020105"/>
                  <a:ext cx="14342" cy="56217"/>
                </a:xfrm>
                <a:custGeom>
                  <a:avLst/>
                  <a:gdLst/>
                  <a:ahLst/>
                  <a:cxnLst/>
                  <a:rect l="l" t="t" r="r" b="b"/>
                  <a:pathLst>
                    <a:path w="112" h="439" extrusionOk="0">
                      <a:moveTo>
                        <a:pt x="1" y="0"/>
                      </a:moveTo>
                      <a:lnTo>
                        <a:pt x="1" y="438"/>
                      </a:lnTo>
                      <a:lnTo>
                        <a:pt x="112" y="438"/>
                      </a:lnTo>
                      <a:lnTo>
                        <a:pt x="112"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9" name="Google Shape;2129;p25"/>
                <p:cNvSpPr/>
                <p:nvPr/>
              </p:nvSpPr>
              <p:spPr>
                <a:xfrm>
                  <a:off x="4761060" y="2131898"/>
                  <a:ext cx="14342" cy="57370"/>
                </a:xfrm>
                <a:custGeom>
                  <a:avLst/>
                  <a:gdLst/>
                  <a:ahLst/>
                  <a:cxnLst/>
                  <a:rect l="l" t="t" r="r" b="b"/>
                  <a:pathLst>
                    <a:path w="112" h="448" extrusionOk="0">
                      <a:moveTo>
                        <a:pt x="1" y="0"/>
                      </a:moveTo>
                      <a:lnTo>
                        <a:pt x="1" y="448"/>
                      </a:lnTo>
                      <a:lnTo>
                        <a:pt x="112" y="448"/>
                      </a:lnTo>
                      <a:lnTo>
                        <a:pt x="112"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0" name="Google Shape;2130;p25"/>
                <p:cNvSpPr/>
                <p:nvPr/>
              </p:nvSpPr>
              <p:spPr>
                <a:xfrm>
                  <a:off x="4761060" y="1456657"/>
                  <a:ext cx="14342" cy="56217"/>
                </a:xfrm>
                <a:custGeom>
                  <a:avLst/>
                  <a:gdLst/>
                  <a:ahLst/>
                  <a:cxnLst/>
                  <a:rect l="l" t="t" r="r" b="b"/>
                  <a:pathLst>
                    <a:path w="112" h="439" extrusionOk="0">
                      <a:moveTo>
                        <a:pt x="1" y="1"/>
                      </a:moveTo>
                      <a:lnTo>
                        <a:pt x="1" y="439"/>
                      </a:lnTo>
                      <a:lnTo>
                        <a:pt x="112" y="439"/>
                      </a:lnTo>
                      <a:lnTo>
                        <a:pt x="112"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1" name="Google Shape;2131;p25"/>
                <p:cNvSpPr/>
                <p:nvPr/>
              </p:nvSpPr>
              <p:spPr>
                <a:xfrm>
                  <a:off x="4761060" y="2245228"/>
                  <a:ext cx="14342" cy="55833"/>
                </a:xfrm>
                <a:custGeom>
                  <a:avLst/>
                  <a:gdLst/>
                  <a:ahLst/>
                  <a:cxnLst/>
                  <a:rect l="l" t="t" r="r" b="b"/>
                  <a:pathLst>
                    <a:path w="112" h="436" extrusionOk="0">
                      <a:moveTo>
                        <a:pt x="1" y="1"/>
                      </a:moveTo>
                      <a:lnTo>
                        <a:pt x="1" y="436"/>
                      </a:lnTo>
                      <a:lnTo>
                        <a:pt x="112" y="436"/>
                      </a:lnTo>
                      <a:lnTo>
                        <a:pt x="112"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2" name="Google Shape;2132;p25"/>
                <p:cNvSpPr/>
                <p:nvPr/>
              </p:nvSpPr>
              <p:spPr>
                <a:xfrm>
                  <a:off x="4761060" y="1570115"/>
                  <a:ext cx="14342" cy="56217"/>
                </a:xfrm>
                <a:custGeom>
                  <a:avLst/>
                  <a:gdLst/>
                  <a:ahLst/>
                  <a:cxnLst/>
                  <a:rect l="l" t="t" r="r" b="b"/>
                  <a:pathLst>
                    <a:path w="112" h="439" extrusionOk="0">
                      <a:moveTo>
                        <a:pt x="1" y="1"/>
                      </a:moveTo>
                      <a:lnTo>
                        <a:pt x="1" y="439"/>
                      </a:lnTo>
                      <a:lnTo>
                        <a:pt x="112" y="439"/>
                      </a:lnTo>
                      <a:lnTo>
                        <a:pt x="112"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3" name="Google Shape;2133;p25"/>
                <p:cNvSpPr/>
                <p:nvPr/>
              </p:nvSpPr>
              <p:spPr>
                <a:xfrm>
                  <a:off x="4761060" y="1681908"/>
                  <a:ext cx="14342" cy="55833"/>
                </a:xfrm>
                <a:custGeom>
                  <a:avLst/>
                  <a:gdLst/>
                  <a:ahLst/>
                  <a:cxnLst/>
                  <a:rect l="l" t="t" r="r" b="b"/>
                  <a:pathLst>
                    <a:path w="112" h="436" extrusionOk="0">
                      <a:moveTo>
                        <a:pt x="1" y="0"/>
                      </a:moveTo>
                      <a:lnTo>
                        <a:pt x="1" y="435"/>
                      </a:lnTo>
                      <a:lnTo>
                        <a:pt x="112" y="435"/>
                      </a:lnTo>
                      <a:lnTo>
                        <a:pt x="112"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4" name="Google Shape;2134;p25"/>
                <p:cNvSpPr/>
                <p:nvPr/>
              </p:nvSpPr>
              <p:spPr>
                <a:xfrm>
                  <a:off x="4761060" y="1906647"/>
                  <a:ext cx="14342" cy="57882"/>
                </a:xfrm>
                <a:custGeom>
                  <a:avLst/>
                  <a:gdLst/>
                  <a:ahLst/>
                  <a:cxnLst/>
                  <a:rect l="l" t="t" r="r" b="b"/>
                  <a:pathLst>
                    <a:path w="112" h="452" extrusionOk="0">
                      <a:moveTo>
                        <a:pt x="1" y="1"/>
                      </a:moveTo>
                      <a:lnTo>
                        <a:pt x="1" y="452"/>
                      </a:lnTo>
                      <a:lnTo>
                        <a:pt x="112" y="452"/>
                      </a:lnTo>
                      <a:lnTo>
                        <a:pt x="112"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5" name="Google Shape;2135;p25"/>
                <p:cNvSpPr/>
                <p:nvPr/>
              </p:nvSpPr>
              <p:spPr>
                <a:xfrm>
                  <a:off x="4761060" y="1795366"/>
                  <a:ext cx="14342" cy="55705"/>
                </a:xfrm>
                <a:custGeom>
                  <a:avLst/>
                  <a:gdLst/>
                  <a:ahLst/>
                  <a:cxnLst/>
                  <a:rect l="l" t="t" r="r" b="b"/>
                  <a:pathLst>
                    <a:path w="112" h="435" extrusionOk="0">
                      <a:moveTo>
                        <a:pt x="1" y="0"/>
                      </a:moveTo>
                      <a:lnTo>
                        <a:pt x="1" y="435"/>
                      </a:lnTo>
                      <a:lnTo>
                        <a:pt x="112" y="435"/>
                      </a:lnTo>
                      <a:lnTo>
                        <a:pt x="112"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6" name="Google Shape;2136;p25"/>
                <p:cNvSpPr/>
                <p:nvPr/>
              </p:nvSpPr>
              <p:spPr>
                <a:xfrm>
                  <a:off x="4761060" y="328609"/>
                  <a:ext cx="14342" cy="55833"/>
                </a:xfrm>
                <a:custGeom>
                  <a:avLst/>
                  <a:gdLst/>
                  <a:ahLst/>
                  <a:cxnLst/>
                  <a:rect l="l" t="t" r="r" b="b"/>
                  <a:pathLst>
                    <a:path w="112" h="436" extrusionOk="0">
                      <a:moveTo>
                        <a:pt x="1" y="1"/>
                      </a:moveTo>
                      <a:lnTo>
                        <a:pt x="1" y="435"/>
                      </a:lnTo>
                      <a:lnTo>
                        <a:pt x="112" y="435"/>
                      </a:lnTo>
                      <a:lnTo>
                        <a:pt x="112"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7" name="Google Shape;2137;p25"/>
                <p:cNvSpPr/>
                <p:nvPr/>
              </p:nvSpPr>
              <p:spPr>
                <a:xfrm>
                  <a:off x="4761060" y="440018"/>
                  <a:ext cx="14342" cy="56217"/>
                </a:xfrm>
                <a:custGeom>
                  <a:avLst/>
                  <a:gdLst/>
                  <a:ahLst/>
                  <a:cxnLst/>
                  <a:rect l="l" t="t" r="r" b="b"/>
                  <a:pathLst>
                    <a:path w="112" h="439" extrusionOk="0">
                      <a:moveTo>
                        <a:pt x="1" y="0"/>
                      </a:moveTo>
                      <a:lnTo>
                        <a:pt x="1" y="438"/>
                      </a:lnTo>
                      <a:lnTo>
                        <a:pt x="112" y="438"/>
                      </a:lnTo>
                      <a:lnTo>
                        <a:pt x="112"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8" name="Google Shape;2138;p25"/>
                <p:cNvSpPr/>
                <p:nvPr/>
              </p:nvSpPr>
              <p:spPr>
                <a:xfrm>
                  <a:off x="4761060" y="101822"/>
                  <a:ext cx="14342" cy="57370"/>
                </a:xfrm>
                <a:custGeom>
                  <a:avLst/>
                  <a:gdLst/>
                  <a:ahLst/>
                  <a:cxnLst/>
                  <a:rect l="l" t="t" r="r" b="b"/>
                  <a:pathLst>
                    <a:path w="112" h="448" extrusionOk="0">
                      <a:moveTo>
                        <a:pt x="1" y="0"/>
                      </a:moveTo>
                      <a:lnTo>
                        <a:pt x="1" y="448"/>
                      </a:lnTo>
                      <a:lnTo>
                        <a:pt x="112" y="448"/>
                      </a:lnTo>
                      <a:lnTo>
                        <a:pt x="112"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9" name="Google Shape;2139;p25"/>
                <p:cNvSpPr/>
                <p:nvPr/>
              </p:nvSpPr>
              <p:spPr>
                <a:xfrm>
                  <a:off x="4761060" y="215152"/>
                  <a:ext cx="14342" cy="55833"/>
                </a:xfrm>
                <a:custGeom>
                  <a:avLst/>
                  <a:gdLst/>
                  <a:ahLst/>
                  <a:cxnLst/>
                  <a:rect l="l" t="t" r="r" b="b"/>
                  <a:pathLst>
                    <a:path w="112" h="436" extrusionOk="0">
                      <a:moveTo>
                        <a:pt x="1" y="1"/>
                      </a:moveTo>
                      <a:lnTo>
                        <a:pt x="1" y="436"/>
                      </a:lnTo>
                      <a:lnTo>
                        <a:pt x="112" y="436"/>
                      </a:lnTo>
                      <a:lnTo>
                        <a:pt x="112"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0" name="Google Shape;2140;p25"/>
                <p:cNvSpPr/>
                <p:nvPr/>
              </p:nvSpPr>
              <p:spPr>
                <a:xfrm>
                  <a:off x="4761060" y="553476"/>
                  <a:ext cx="14342" cy="55705"/>
                </a:xfrm>
                <a:custGeom>
                  <a:avLst/>
                  <a:gdLst/>
                  <a:ahLst/>
                  <a:cxnLst/>
                  <a:rect l="l" t="t" r="r" b="b"/>
                  <a:pathLst>
                    <a:path w="112" h="435" extrusionOk="0">
                      <a:moveTo>
                        <a:pt x="1" y="0"/>
                      </a:moveTo>
                      <a:lnTo>
                        <a:pt x="1" y="435"/>
                      </a:lnTo>
                      <a:lnTo>
                        <a:pt x="112" y="435"/>
                      </a:lnTo>
                      <a:lnTo>
                        <a:pt x="112"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1" name="Google Shape;2141;p25"/>
                <p:cNvSpPr/>
                <p:nvPr/>
              </p:nvSpPr>
              <p:spPr>
                <a:xfrm>
                  <a:off x="4761060" y="665141"/>
                  <a:ext cx="14342" cy="57498"/>
                </a:xfrm>
                <a:custGeom>
                  <a:avLst/>
                  <a:gdLst/>
                  <a:ahLst/>
                  <a:cxnLst/>
                  <a:rect l="l" t="t" r="r" b="b"/>
                  <a:pathLst>
                    <a:path w="112" h="449" extrusionOk="0">
                      <a:moveTo>
                        <a:pt x="1" y="1"/>
                      </a:moveTo>
                      <a:lnTo>
                        <a:pt x="1" y="449"/>
                      </a:lnTo>
                      <a:lnTo>
                        <a:pt x="112" y="449"/>
                      </a:lnTo>
                      <a:lnTo>
                        <a:pt x="112"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2" name="Google Shape;2142;p25"/>
                <p:cNvSpPr/>
                <p:nvPr/>
              </p:nvSpPr>
              <p:spPr>
                <a:xfrm>
                  <a:off x="4761060" y="778599"/>
                  <a:ext cx="14342" cy="55833"/>
                </a:xfrm>
                <a:custGeom>
                  <a:avLst/>
                  <a:gdLst/>
                  <a:ahLst/>
                  <a:cxnLst/>
                  <a:rect l="l" t="t" r="r" b="b"/>
                  <a:pathLst>
                    <a:path w="112" h="436" extrusionOk="0">
                      <a:moveTo>
                        <a:pt x="1" y="1"/>
                      </a:moveTo>
                      <a:lnTo>
                        <a:pt x="1" y="435"/>
                      </a:lnTo>
                      <a:lnTo>
                        <a:pt x="112" y="435"/>
                      </a:lnTo>
                      <a:lnTo>
                        <a:pt x="112"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3" name="Google Shape;2143;p25"/>
                <p:cNvSpPr/>
                <p:nvPr/>
              </p:nvSpPr>
              <p:spPr>
                <a:xfrm>
                  <a:off x="4761060" y="889880"/>
                  <a:ext cx="14342" cy="58010"/>
                </a:xfrm>
                <a:custGeom>
                  <a:avLst/>
                  <a:gdLst/>
                  <a:ahLst/>
                  <a:cxnLst/>
                  <a:rect l="l" t="t" r="r" b="b"/>
                  <a:pathLst>
                    <a:path w="112" h="453" extrusionOk="0">
                      <a:moveTo>
                        <a:pt x="1" y="1"/>
                      </a:moveTo>
                      <a:lnTo>
                        <a:pt x="1" y="452"/>
                      </a:lnTo>
                      <a:lnTo>
                        <a:pt x="112" y="452"/>
                      </a:lnTo>
                      <a:lnTo>
                        <a:pt x="112"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4" name="Google Shape;2144;p25"/>
                <p:cNvSpPr/>
                <p:nvPr/>
              </p:nvSpPr>
              <p:spPr>
                <a:xfrm>
                  <a:off x="4761060" y="2921749"/>
                  <a:ext cx="14342" cy="56217"/>
                </a:xfrm>
                <a:custGeom>
                  <a:avLst/>
                  <a:gdLst/>
                  <a:ahLst/>
                  <a:cxnLst/>
                  <a:rect l="l" t="t" r="r" b="b"/>
                  <a:pathLst>
                    <a:path w="112" h="439" extrusionOk="0">
                      <a:moveTo>
                        <a:pt x="1" y="0"/>
                      </a:moveTo>
                      <a:lnTo>
                        <a:pt x="1" y="438"/>
                      </a:lnTo>
                      <a:lnTo>
                        <a:pt x="112" y="438"/>
                      </a:lnTo>
                      <a:lnTo>
                        <a:pt x="112"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5" name="Google Shape;2145;p25"/>
                <p:cNvSpPr/>
                <p:nvPr/>
              </p:nvSpPr>
              <p:spPr>
                <a:xfrm>
                  <a:off x="4761060" y="2358685"/>
                  <a:ext cx="14342" cy="55833"/>
                </a:xfrm>
                <a:custGeom>
                  <a:avLst/>
                  <a:gdLst/>
                  <a:ahLst/>
                  <a:cxnLst/>
                  <a:rect l="l" t="t" r="r" b="b"/>
                  <a:pathLst>
                    <a:path w="112" h="436" extrusionOk="0">
                      <a:moveTo>
                        <a:pt x="1" y="1"/>
                      </a:moveTo>
                      <a:lnTo>
                        <a:pt x="1" y="435"/>
                      </a:lnTo>
                      <a:lnTo>
                        <a:pt x="112" y="435"/>
                      </a:lnTo>
                      <a:lnTo>
                        <a:pt x="112" y="148"/>
                      </a:lnTo>
                      <a:lnTo>
                        <a:pt x="112"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6" name="Google Shape;2146;p25"/>
                <p:cNvSpPr/>
                <p:nvPr/>
              </p:nvSpPr>
              <p:spPr>
                <a:xfrm>
                  <a:off x="4761060" y="2470094"/>
                  <a:ext cx="14342" cy="57882"/>
                </a:xfrm>
                <a:custGeom>
                  <a:avLst/>
                  <a:gdLst/>
                  <a:ahLst/>
                  <a:cxnLst/>
                  <a:rect l="l" t="t" r="r" b="b"/>
                  <a:pathLst>
                    <a:path w="112" h="452" extrusionOk="0">
                      <a:moveTo>
                        <a:pt x="1" y="0"/>
                      </a:moveTo>
                      <a:lnTo>
                        <a:pt x="1" y="451"/>
                      </a:lnTo>
                      <a:lnTo>
                        <a:pt x="112" y="451"/>
                      </a:lnTo>
                      <a:lnTo>
                        <a:pt x="112"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7" name="Google Shape;2147;p25"/>
                <p:cNvSpPr/>
                <p:nvPr/>
              </p:nvSpPr>
              <p:spPr>
                <a:xfrm>
                  <a:off x="4761060" y="2583424"/>
                  <a:ext cx="14342" cy="55833"/>
                </a:xfrm>
                <a:custGeom>
                  <a:avLst/>
                  <a:gdLst/>
                  <a:ahLst/>
                  <a:cxnLst/>
                  <a:rect l="l" t="t" r="r" b="b"/>
                  <a:pathLst>
                    <a:path w="112" h="436" extrusionOk="0">
                      <a:moveTo>
                        <a:pt x="1" y="1"/>
                      </a:moveTo>
                      <a:lnTo>
                        <a:pt x="1" y="436"/>
                      </a:lnTo>
                      <a:lnTo>
                        <a:pt x="112" y="436"/>
                      </a:lnTo>
                      <a:lnTo>
                        <a:pt x="112"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8" name="Google Shape;2148;p25"/>
                <p:cNvSpPr/>
                <p:nvPr/>
              </p:nvSpPr>
              <p:spPr>
                <a:xfrm>
                  <a:off x="4761060" y="3368281"/>
                  <a:ext cx="14342" cy="55833"/>
                </a:xfrm>
                <a:custGeom>
                  <a:avLst/>
                  <a:gdLst/>
                  <a:ahLst/>
                  <a:cxnLst/>
                  <a:rect l="l" t="t" r="r" b="b"/>
                  <a:pathLst>
                    <a:path w="112" h="436" extrusionOk="0">
                      <a:moveTo>
                        <a:pt x="1" y="1"/>
                      </a:moveTo>
                      <a:lnTo>
                        <a:pt x="1" y="422"/>
                      </a:lnTo>
                      <a:lnTo>
                        <a:pt x="1" y="435"/>
                      </a:lnTo>
                      <a:lnTo>
                        <a:pt x="112" y="435"/>
                      </a:lnTo>
                      <a:lnTo>
                        <a:pt x="112" y="422"/>
                      </a:lnTo>
                      <a:lnTo>
                        <a:pt x="112"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9" name="Google Shape;2149;p25"/>
                <p:cNvSpPr/>
                <p:nvPr/>
              </p:nvSpPr>
              <p:spPr>
                <a:xfrm>
                  <a:off x="4485739" y="3710319"/>
                  <a:ext cx="59547" cy="22666"/>
                </a:xfrm>
                <a:custGeom>
                  <a:avLst/>
                  <a:gdLst/>
                  <a:ahLst/>
                  <a:cxnLst/>
                  <a:rect l="l" t="t" r="r" b="b"/>
                  <a:pathLst>
                    <a:path w="465" h="177" extrusionOk="0">
                      <a:moveTo>
                        <a:pt x="435" y="0"/>
                      </a:moveTo>
                      <a:cubicBezTo>
                        <a:pt x="288" y="26"/>
                        <a:pt x="150" y="52"/>
                        <a:pt x="0" y="69"/>
                      </a:cubicBezTo>
                      <a:lnTo>
                        <a:pt x="13" y="177"/>
                      </a:lnTo>
                      <a:cubicBezTo>
                        <a:pt x="163" y="164"/>
                        <a:pt x="314" y="134"/>
                        <a:pt x="464" y="108"/>
                      </a:cubicBezTo>
                      <a:lnTo>
                        <a:pt x="43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0" name="Google Shape;2150;p25"/>
                <p:cNvSpPr/>
                <p:nvPr/>
              </p:nvSpPr>
              <p:spPr>
                <a:xfrm>
                  <a:off x="4761060" y="2696882"/>
                  <a:ext cx="14342" cy="55833"/>
                </a:xfrm>
                <a:custGeom>
                  <a:avLst/>
                  <a:gdLst/>
                  <a:ahLst/>
                  <a:cxnLst/>
                  <a:rect l="l" t="t" r="r" b="b"/>
                  <a:pathLst>
                    <a:path w="112" h="436" extrusionOk="0">
                      <a:moveTo>
                        <a:pt x="1" y="1"/>
                      </a:moveTo>
                      <a:lnTo>
                        <a:pt x="1" y="435"/>
                      </a:lnTo>
                      <a:lnTo>
                        <a:pt x="112" y="435"/>
                      </a:lnTo>
                      <a:lnTo>
                        <a:pt x="112"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1" name="Google Shape;2151;p25"/>
                <p:cNvSpPr/>
                <p:nvPr/>
              </p:nvSpPr>
              <p:spPr>
                <a:xfrm>
                  <a:off x="4740187" y="3480074"/>
                  <a:ext cx="29837" cy="57498"/>
                </a:xfrm>
                <a:custGeom>
                  <a:avLst/>
                  <a:gdLst/>
                  <a:ahLst/>
                  <a:cxnLst/>
                  <a:rect l="l" t="t" r="r" b="b"/>
                  <a:pathLst>
                    <a:path w="233" h="449" extrusionOk="0">
                      <a:moveTo>
                        <a:pt x="125" y="0"/>
                      </a:moveTo>
                      <a:cubicBezTo>
                        <a:pt x="98" y="134"/>
                        <a:pt x="56" y="272"/>
                        <a:pt x="0" y="409"/>
                      </a:cubicBezTo>
                      <a:lnTo>
                        <a:pt x="98" y="448"/>
                      </a:lnTo>
                      <a:cubicBezTo>
                        <a:pt x="151" y="314"/>
                        <a:pt x="206" y="164"/>
                        <a:pt x="232" y="13"/>
                      </a:cubicBezTo>
                      <a:lnTo>
                        <a:pt x="12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2" name="Google Shape;2152;p25"/>
                <p:cNvSpPr/>
                <p:nvPr/>
              </p:nvSpPr>
              <p:spPr>
                <a:xfrm>
                  <a:off x="4592025" y="3662938"/>
                  <a:ext cx="56217" cy="42003"/>
                </a:xfrm>
                <a:custGeom>
                  <a:avLst/>
                  <a:gdLst/>
                  <a:ahLst/>
                  <a:cxnLst/>
                  <a:rect l="l" t="t" r="r" b="b"/>
                  <a:pathLst>
                    <a:path w="439" h="328" extrusionOk="0">
                      <a:moveTo>
                        <a:pt x="370" y="1"/>
                      </a:moveTo>
                      <a:cubicBezTo>
                        <a:pt x="259" y="83"/>
                        <a:pt x="138" y="164"/>
                        <a:pt x="0" y="220"/>
                      </a:cubicBezTo>
                      <a:lnTo>
                        <a:pt x="56" y="328"/>
                      </a:lnTo>
                      <a:cubicBezTo>
                        <a:pt x="193" y="259"/>
                        <a:pt x="314" y="177"/>
                        <a:pt x="438" y="96"/>
                      </a:cubicBezTo>
                      <a:lnTo>
                        <a:pt x="370"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3" name="Google Shape;2153;p25"/>
                <p:cNvSpPr/>
                <p:nvPr/>
              </p:nvSpPr>
              <p:spPr>
                <a:xfrm>
                  <a:off x="4681153" y="3580982"/>
                  <a:ext cx="45332" cy="52376"/>
                </a:xfrm>
                <a:custGeom>
                  <a:avLst/>
                  <a:gdLst/>
                  <a:ahLst/>
                  <a:cxnLst/>
                  <a:rect l="l" t="t" r="r" b="b"/>
                  <a:pathLst>
                    <a:path w="354" h="409" extrusionOk="0">
                      <a:moveTo>
                        <a:pt x="259" y="0"/>
                      </a:moveTo>
                      <a:cubicBezTo>
                        <a:pt x="190" y="124"/>
                        <a:pt x="95" y="232"/>
                        <a:pt x="1" y="343"/>
                      </a:cubicBezTo>
                      <a:lnTo>
                        <a:pt x="82" y="409"/>
                      </a:lnTo>
                      <a:cubicBezTo>
                        <a:pt x="177" y="301"/>
                        <a:pt x="272" y="180"/>
                        <a:pt x="354" y="56"/>
                      </a:cubicBezTo>
                      <a:lnTo>
                        <a:pt x="259"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4" name="Google Shape;2154;p25"/>
                <p:cNvSpPr/>
                <p:nvPr/>
              </p:nvSpPr>
              <p:spPr>
                <a:xfrm>
                  <a:off x="4761060" y="3260329"/>
                  <a:ext cx="14342" cy="55833"/>
                </a:xfrm>
                <a:custGeom>
                  <a:avLst/>
                  <a:gdLst/>
                  <a:ahLst/>
                  <a:cxnLst/>
                  <a:rect l="l" t="t" r="r" b="b"/>
                  <a:pathLst>
                    <a:path w="112" h="436" extrusionOk="0">
                      <a:moveTo>
                        <a:pt x="1" y="0"/>
                      </a:moveTo>
                      <a:lnTo>
                        <a:pt x="1" y="435"/>
                      </a:lnTo>
                      <a:lnTo>
                        <a:pt x="112" y="435"/>
                      </a:lnTo>
                      <a:lnTo>
                        <a:pt x="112"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5" name="Google Shape;2155;p25"/>
                <p:cNvSpPr/>
                <p:nvPr/>
              </p:nvSpPr>
              <p:spPr>
                <a:xfrm>
                  <a:off x="4761060" y="3035079"/>
                  <a:ext cx="14342" cy="56217"/>
                </a:xfrm>
                <a:custGeom>
                  <a:avLst/>
                  <a:gdLst/>
                  <a:ahLst/>
                  <a:cxnLst/>
                  <a:rect l="l" t="t" r="r" b="b"/>
                  <a:pathLst>
                    <a:path w="112" h="439" extrusionOk="0">
                      <a:moveTo>
                        <a:pt x="1" y="1"/>
                      </a:moveTo>
                      <a:lnTo>
                        <a:pt x="1" y="439"/>
                      </a:lnTo>
                      <a:lnTo>
                        <a:pt x="112" y="439"/>
                      </a:lnTo>
                      <a:lnTo>
                        <a:pt x="112"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6" name="Google Shape;2156;p25"/>
                <p:cNvSpPr/>
                <p:nvPr/>
              </p:nvSpPr>
              <p:spPr>
                <a:xfrm>
                  <a:off x="4761060" y="2808675"/>
                  <a:ext cx="14342" cy="55833"/>
                </a:xfrm>
                <a:custGeom>
                  <a:avLst/>
                  <a:gdLst/>
                  <a:ahLst/>
                  <a:cxnLst/>
                  <a:rect l="l" t="t" r="r" b="b"/>
                  <a:pathLst>
                    <a:path w="112" h="436" extrusionOk="0">
                      <a:moveTo>
                        <a:pt x="1" y="0"/>
                      </a:moveTo>
                      <a:lnTo>
                        <a:pt x="1" y="435"/>
                      </a:lnTo>
                      <a:lnTo>
                        <a:pt x="112" y="435"/>
                      </a:lnTo>
                      <a:lnTo>
                        <a:pt x="112"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7" name="Google Shape;2157;p25"/>
                <p:cNvSpPr/>
                <p:nvPr/>
              </p:nvSpPr>
              <p:spPr>
                <a:xfrm>
                  <a:off x="4761060" y="3146872"/>
                  <a:ext cx="14342" cy="57498"/>
                </a:xfrm>
                <a:custGeom>
                  <a:avLst/>
                  <a:gdLst/>
                  <a:ahLst/>
                  <a:cxnLst/>
                  <a:rect l="l" t="t" r="r" b="b"/>
                  <a:pathLst>
                    <a:path w="112" h="449" extrusionOk="0">
                      <a:moveTo>
                        <a:pt x="1" y="1"/>
                      </a:moveTo>
                      <a:lnTo>
                        <a:pt x="1" y="448"/>
                      </a:lnTo>
                      <a:lnTo>
                        <a:pt x="112" y="448"/>
                      </a:lnTo>
                      <a:lnTo>
                        <a:pt x="112"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grpSp>
        <p:nvGrpSpPr>
          <p:cNvPr id="2158" name="Google Shape;2158;p25"/>
          <p:cNvGrpSpPr/>
          <p:nvPr/>
        </p:nvGrpSpPr>
        <p:grpSpPr>
          <a:xfrm rot="706112">
            <a:off x="5814837" y="1291729"/>
            <a:ext cx="1764001" cy="3301203"/>
            <a:chOff x="5120779" y="818439"/>
            <a:chExt cx="1836564" cy="3437000"/>
          </a:xfrm>
        </p:grpSpPr>
        <p:sp>
          <p:nvSpPr>
            <p:cNvPr id="2159" name="Google Shape;2159;p25"/>
            <p:cNvSpPr/>
            <p:nvPr/>
          </p:nvSpPr>
          <p:spPr>
            <a:xfrm>
              <a:off x="5120779" y="818439"/>
              <a:ext cx="1836564" cy="3437000"/>
            </a:xfrm>
            <a:custGeom>
              <a:avLst/>
              <a:gdLst/>
              <a:ahLst/>
              <a:cxnLst/>
              <a:rect l="l" t="t" r="r" b="b"/>
              <a:pathLst>
                <a:path w="37357" h="69911" extrusionOk="0">
                  <a:moveTo>
                    <a:pt x="3283" y="0"/>
                  </a:moveTo>
                  <a:cubicBezTo>
                    <a:pt x="1520" y="0"/>
                    <a:pt x="1" y="1520"/>
                    <a:pt x="1" y="3435"/>
                  </a:cubicBezTo>
                  <a:lnTo>
                    <a:pt x="1" y="66627"/>
                  </a:lnTo>
                  <a:cubicBezTo>
                    <a:pt x="1" y="68390"/>
                    <a:pt x="1520" y="69910"/>
                    <a:pt x="3283" y="69910"/>
                  </a:cubicBezTo>
                  <a:lnTo>
                    <a:pt x="34074" y="69910"/>
                  </a:lnTo>
                  <a:cubicBezTo>
                    <a:pt x="35837" y="69910"/>
                    <a:pt x="37357" y="68390"/>
                    <a:pt x="37357" y="66627"/>
                  </a:cubicBezTo>
                  <a:lnTo>
                    <a:pt x="37357" y="3435"/>
                  </a:lnTo>
                  <a:cubicBezTo>
                    <a:pt x="37357" y="1520"/>
                    <a:pt x="35837" y="0"/>
                    <a:pt x="3407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0" name="Google Shape;2160;p25"/>
            <p:cNvSpPr/>
            <p:nvPr/>
          </p:nvSpPr>
          <p:spPr>
            <a:xfrm>
              <a:off x="5819675" y="947325"/>
              <a:ext cx="438600" cy="72300"/>
            </a:xfrm>
            <a:prstGeom prst="roundRect">
              <a:avLst>
                <a:gd name="adj" fmla="val 16667"/>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1" name="Google Shape;2161;p25"/>
            <p:cNvSpPr/>
            <p:nvPr/>
          </p:nvSpPr>
          <p:spPr>
            <a:xfrm>
              <a:off x="5878717" y="3947980"/>
              <a:ext cx="320700" cy="193800"/>
            </a:xfrm>
            <a:prstGeom prst="roundRect">
              <a:avLst>
                <a:gd name="adj" fmla="val 16667"/>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2162" name="Google Shape;2162;p25"/>
          <p:cNvPicPr preferRelativeResize="0"/>
          <p:nvPr/>
        </p:nvPicPr>
        <p:blipFill rotWithShape="1">
          <a:blip r:embed="rId3">
            <a:alphaModFix/>
          </a:blip>
          <a:srcRect/>
          <a:stretch/>
        </p:blipFill>
        <p:spPr>
          <a:xfrm rot="706114">
            <a:off x="5933114" y="1540753"/>
            <a:ext cx="1551288" cy="2688554"/>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166"/>
        <p:cNvGrpSpPr/>
        <p:nvPr/>
      </p:nvGrpSpPr>
      <p:grpSpPr>
        <a:xfrm>
          <a:off x="0" y="0"/>
          <a:ext cx="0" cy="0"/>
          <a:chOff x="0" y="0"/>
          <a:chExt cx="0" cy="0"/>
        </a:xfrm>
      </p:grpSpPr>
      <p:sp>
        <p:nvSpPr>
          <p:cNvPr id="2167" name="Google Shape;2167;p26"/>
          <p:cNvSpPr txBox="1">
            <a:spLocks noGrp="1"/>
          </p:cNvSpPr>
          <p:nvPr>
            <p:ph type="title"/>
          </p:nvPr>
        </p:nvSpPr>
        <p:spPr>
          <a:xfrm>
            <a:off x="720000" y="368825"/>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b="1" dirty="0">
                <a:latin typeface="微軟正黑體" panose="020B0604030504040204" pitchFamily="34" charset="-120"/>
                <a:ea typeface="微軟正黑體" panose="020B0604030504040204" pitchFamily="34" charset="-120"/>
              </a:rPr>
              <a:t>目錄</a:t>
            </a:r>
            <a:endParaRPr b="1" dirty="0">
              <a:latin typeface="微軟正黑體" panose="020B0604030504040204" pitchFamily="34" charset="-120"/>
              <a:ea typeface="微軟正黑體" panose="020B0604030504040204" pitchFamily="34" charset="-120"/>
            </a:endParaRPr>
          </a:p>
        </p:txBody>
      </p:sp>
      <p:sp>
        <p:nvSpPr>
          <p:cNvPr id="2168" name="Google Shape;2168;p26"/>
          <p:cNvSpPr txBox="1">
            <a:spLocks noGrp="1"/>
          </p:cNvSpPr>
          <p:nvPr>
            <p:ph type="title" idx="2"/>
          </p:nvPr>
        </p:nvSpPr>
        <p:spPr>
          <a:xfrm>
            <a:off x="1692288" y="1385975"/>
            <a:ext cx="1055400" cy="4476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01</a:t>
            </a:r>
            <a:endParaRPr/>
          </a:p>
        </p:txBody>
      </p:sp>
      <p:sp>
        <p:nvSpPr>
          <p:cNvPr id="2169" name="Google Shape;2169;p26"/>
          <p:cNvSpPr txBox="1">
            <a:spLocks noGrp="1"/>
          </p:cNvSpPr>
          <p:nvPr>
            <p:ph type="title" idx="3"/>
          </p:nvPr>
        </p:nvSpPr>
        <p:spPr>
          <a:xfrm>
            <a:off x="2788788" y="2871925"/>
            <a:ext cx="1055400" cy="4476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04</a:t>
            </a:r>
            <a:endParaRPr/>
          </a:p>
        </p:txBody>
      </p:sp>
      <p:sp>
        <p:nvSpPr>
          <p:cNvPr id="2170" name="Google Shape;2170;p26"/>
          <p:cNvSpPr txBox="1">
            <a:spLocks noGrp="1"/>
          </p:cNvSpPr>
          <p:nvPr>
            <p:ph type="title" idx="4"/>
          </p:nvPr>
        </p:nvSpPr>
        <p:spPr>
          <a:xfrm>
            <a:off x="4044300" y="1385975"/>
            <a:ext cx="1055400" cy="4476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02</a:t>
            </a:r>
            <a:endParaRPr/>
          </a:p>
        </p:txBody>
      </p:sp>
      <p:sp>
        <p:nvSpPr>
          <p:cNvPr id="2171" name="Google Shape;2171;p26"/>
          <p:cNvSpPr txBox="1">
            <a:spLocks noGrp="1"/>
          </p:cNvSpPr>
          <p:nvPr>
            <p:ph type="title" idx="5"/>
          </p:nvPr>
        </p:nvSpPr>
        <p:spPr>
          <a:xfrm>
            <a:off x="5140800" y="2871925"/>
            <a:ext cx="1055400" cy="4476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05</a:t>
            </a:r>
            <a:endParaRPr/>
          </a:p>
        </p:txBody>
      </p:sp>
      <p:sp>
        <p:nvSpPr>
          <p:cNvPr id="2172" name="Google Shape;2172;p26"/>
          <p:cNvSpPr txBox="1">
            <a:spLocks noGrp="1"/>
          </p:cNvSpPr>
          <p:nvPr>
            <p:ph type="title" idx="6"/>
          </p:nvPr>
        </p:nvSpPr>
        <p:spPr>
          <a:xfrm>
            <a:off x="6394512" y="1385975"/>
            <a:ext cx="1055400" cy="4476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03</a:t>
            </a:r>
            <a:endParaRPr/>
          </a:p>
        </p:txBody>
      </p:sp>
      <p:sp>
        <p:nvSpPr>
          <p:cNvPr id="2173" name="Google Shape;2173;p26"/>
          <p:cNvSpPr txBox="1">
            <a:spLocks noGrp="1"/>
          </p:cNvSpPr>
          <p:nvPr>
            <p:ph type="subTitle" idx="1"/>
          </p:nvPr>
        </p:nvSpPr>
        <p:spPr>
          <a:xfrm>
            <a:off x="1187700" y="1962300"/>
            <a:ext cx="2064600" cy="7809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latin typeface="微軟正黑體" panose="020B0604030504040204" pitchFamily="34" charset="-120"/>
                <a:ea typeface="微軟正黑體" panose="020B0604030504040204" pitchFamily="34" charset="-120"/>
              </a:rPr>
              <a:t>專案介紹和資料集選擇的理由 </a:t>
            </a:r>
            <a:endParaRPr>
              <a:latin typeface="微軟正黑體" panose="020B0604030504040204" pitchFamily="34" charset="-120"/>
              <a:ea typeface="微軟正黑體" panose="020B0604030504040204" pitchFamily="34" charset="-120"/>
            </a:endParaRPr>
          </a:p>
        </p:txBody>
      </p:sp>
      <p:sp>
        <p:nvSpPr>
          <p:cNvPr id="2174" name="Google Shape;2174;p26"/>
          <p:cNvSpPr txBox="1">
            <a:spLocks noGrp="1"/>
          </p:cNvSpPr>
          <p:nvPr>
            <p:ph type="subTitle" idx="8"/>
          </p:nvPr>
        </p:nvSpPr>
        <p:spPr>
          <a:xfrm>
            <a:off x="3539700" y="1962299"/>
            <a:ext cx="2064600" cy="7809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latin typeface="微軟正黑體" panose="020B0604030504040204" pitchFamily="34" charset="-120"/>
                <a:ea typeface="微軟正黑體" panose="020B0604030504040204" pitchFamily="34" charset="-120"/>
              </a:rPr>
              <a:t>資料預處理</a:t>
            </a:r>
            <a:endParaRPr>
              <a:latin typeface="微軟正黑體" panose="020B0604030504040204" pitchFamily="34" charset="-120"/>
              <a:ea typeface="微軟正黑體" panose="020B0604030504040204" pitchFamily="34" charset="-120"/>
            </a:endParaRPr>
          </a:p>
          <a:p>
            <a:pPr marL="0" lvl="0" indent="0" algn="ctr" rtl="0">
              <a:spcBef>
                <a:spcPts val="0"/>
              </a:spcBef>
              <a:spcAft>
                <a:spcPts val="0"/>
              </a:spcAft>
              <a:buNone/>
            </a:pPr>
            <a:r>
              <a:rPr lang="en">
                <a:latin typeface="微軟正黑體" panose="020B0604030504040204" pitchFamily="34" charset="-120"/>
                <a:ea typeface="微軟正黑體" panose="020B0604030504040204" pitchFamily="34" charset="-120"/>
              </a:rPr>
              <a:t>和過程 </a:t>
            </a:r>
            <a:endParaRPr>
              <a:latin typeface="微軟正黑體" panose="020B0604030504040204" pitchFamily="34" charset="-120"/>
              <a:ea typeface="微軟正黑體" panose="020B0604030504040204" pitchFamily="34" charset="-120"/>
            </a:endParaRPr>
          </a:p>
        </p:txBody>
      </p:sp>
      <p:sp>
        <p:nvSpPr>
          <p:cNvPr id="2175" name="Google Shape;2175;p26"/>
          <p:cNvSpPr txBox="1">
            <a:spLocks noGrp="1"/>
          </p:cNvSpPr>
          <p:nvPr>
            <p:ph type="subTitle" idx="9"/>
          </p:nvPr>
        </p:nvSpPr>
        <p:spPr>
          <a:xfrm>
            <a:off x="5891700" y="2009100"/>
            <a:ext cx="2064600" cy="6873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latin typeface="微軟正黑體" panose="020B0604030504040204" pitchFamily="34" charset="-120"/>
                <a:ea typeface="微軟正黑體" panose="020B0604030504040204" pitchFamily="34" charset="-120"/>
              </a:rPr>
              <a:t> 資料視覺化與儀表板 </a:t>
            </a:r>
            <a:endParaRPr>
              <a:latin typeface="微軟正黑體" panose="020B0604030504040204" pitchFamily="34" charset="-120"/>
              <a:ea typeface="微軟正黑體" panose="020B0604030504040204" pitchFamily="34" charset="-120"/>
            </a:endParaRPr>
          </a:p>
        </p:txBody>
      </p:sp>
      <p:sp>
        <p:nvSpPr>
          <p:cNvPr id="2176" name="Google Shape;2176;p26"/>
          <p:cNvSpPr txBox="1">
            <a:spLocks noGrp="1"/>
          </p:cNvSpPr>
          <p:nvPr>
            <p:ph type="subTitle" idx="13"/>
          </p:nvPr>
        </p:nvSpPr>
        <p:spPr>
          <a:xfrm>
            <a:off x="2443188" y="3471925"/>
            <a:ext cx="1746600" cy="3945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latin typeface="微軟正黑體" panose="020B0604030504040204" pitchFamily="34" charset="-120"/>
                <a:ea typeface="微軟正黑體" panose="020B0604030504040204" pitchFamily="34" charset="-120"/>
              </a:rPr>
              <a:t>結論和發現 </a:t>
            </a:r>
            <a:endParaRPr>
              <a:latin typeface="微軟正黑體" panose="020B0604030504040204" pitchFamily="34" charset="-120"/>
              <a:ea typeface="微軟正黑體" panose="020B0604030504040204" pitchFamily="34" charset="-120"/>
            </a:endParaRPr>
          </a:p>
        </p:txBody>
      </p:sp>
      <p:sp>
        <p:nvSpPr>
          <p:cNvPr id="2177" name="Google Shape;2177;p26"/>
          <p:cNvSpPr txBox="1">
            <a:spLocks noGrp="1"/>
          </p:cNvSpPr>
          <p:nvPr>
            <p:ph type="subTitle" idx="14"/>
          </p:nvPr>
        </p:nvSpPr>
        <p:spPr>
          <a:xfrm>
            <a:off x="4636200" y="3471925"/>
            <a:ext cx="2064600" cy="6873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dirty="0">
                <a:latin typeface="微軟正黑體" panose="020B0604030504040204" pitchFamily="34" charset="-120"/>
                <a:ea typeface="微軟正黑體" panose="020B0604030504040204" pitchFamily="34" charset="-120"/>
              </a:rPr>
              <a:t> 參考資料和</a:t>
            </a:r>
          </a:p>
          <a:p>
            <a:pPr marL="0" lvl="0" indent="0" algn="ctr" rtl="0">
              <a:spcBef>
                <a:spcPts val="0"/>
              </a:spcBef>
              <a:spcAft>
                <a:spcPts val="0"/>
              </a:spcAft>
              <a:buNone/>
            </a:pPr>
            <a:r>
              <a:rPr lang="en" dirty="0">
                <a:latin typeface="微軟正黑體" panose="020B0604030504040204" pitchFamily="34" charset="-120"/>
                <a:ea typeface="微軟正黑體" panose="020B0604030504040204" pitchFamily="34" charset="-120"/>
              </a:rPr>
              <a:t>資料源</a:t>
            </a:r>
            <a:endParaRPr dirty="0">
              <a:latin typeface="微軟正黑體" panose="020B0604030504040204" pitchFamily="34" charset="-120"/>
              <a:ea typeface="微軟正黑體" panose="020B0604030504040204" pitchFamily="34" charset="-120"/>
            </a:endParaRPr>
          </a:p>
        </p:txBody>
      </p:sp>
      <p:grpSp>
        <p:nvGrpSpPr>
          <p:cNvPr id="2178" name="Google Shape;2178;p26"/>
          <p:cNvGrpSpPr/>
          <p:nvPr/>
        </p:nvGrpSpPr>
        <p:grpSpPr>
          <a:xfrm>
            <a:off x="7449906" y="3611627"/>
            <a:ext cx="1479300" cy="1248004"/>
            <a:chOff x="7449906" y="3611627"/>
            <a:chExt cx="1479300" cy="1248004"/>
          </a:xfrm>
        </p:grpSpPr>
        <p:sp>
          <p:nvSpPr>
            <p:cNvPr id="2179" name="Google Shape;2179;p26"/>
            <p:cNvSpPr/>
            <p:nvPr/>
          </p:nvSpPr>
          <p:spPr>
            <a:xfrm>
              <a:off x="7449906" y="4734525"/>
              <a:ext cx="1479300" cy="125100"/>
            </a:xfrm>
            <a:prstGeom prst="ellipse">
              <a:avLst/>
            </a:prstGeom>
            <a:solidFill>
              <a:srgbClr val="897FBB">
                <a:alpha val="2919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endParaRPr/>
            </a:p>
          </p:txBody>
        </p:sp>
        <p:grpSp>
          <p:nvGrpSpPr>
            <p:cNvPr id="2180" name="Google Shape;2180;p26"/>
            <p:cNvGrpSpPr/>
            <p:nvPr/>
          </p:nvGrpSpPr>
          <p:grpSpPr>
            <a:xfrm>
              <a:off x="7519796" y="3611627"/>
              <a:ext cx="1339527" cy="1248004"/>
              <a:chOff x="7225131" y="3643045"/>
              <a:chExt cx="1307238" cy="1217922"/>
            </a:xfrm>
          </p:grpSpPr>
          <p:grpSp>
            <p:nvGrpSpPr>
              <p:cNvPr id="2181" name="Google Shape;2181;p26"/>
              <p:cNvGrpSpPr/>
              <p:nvPr/>
            </p:nvGrpSpPr>
            <p:grpSpPr>
              <a:xfrm>
                <a:off x="7797289" y="3643045"/>
                <a:ext cx="374657" cy="463150"/>
                <a:chOff x="8243489" y="4050570"/>
                <a:chExt cx="374657" cy="463150"/>
              </a:xfrm>
            </p:grpSpPr>
            <p:sp>
              <p:nvSpPr>
                <p:cNvPr id="2182" name="Google Shape;2182;p26"/>
                <p:cNvSpPr/>
                <p:nvPr/>
              </p:nvSpPr>
              <p:spPr>
                <a:xfrm>
                  <a:off x="8243489" y="4051225"/>
                  <a:ext cx="374657" cy="461828"/>
                </a:xfrm>
                <a:custGeom>
                  <a:avLst/>
                  <a:gdLst/>
                  <a:ahLst/>
                  <a:cxnLst/>
                  <a:rect l="l" t="t" r="r" b="b"/>
                  <a:pathLst>
                    <a:path w="107815" h="132900" extrusionOk="0">
                      <a:moveTo>
                        <a:pt x="53908" y="30499"/>
                      </a:moveTo>
                      <a:cubicBezTo>
                        <a:pt x="65243" y="30499"/>
                        <a:pt x="74444" y="39725"/>
                        <a:pt x="74444" y="51162"/>
                      </a:cubicBezTo>
                      <a:cubicBezTo>
                        <a:pt x="74444" y="62472"/>
                        <a:pt x="65243" y="71698"/>
                        <a:pt x="53908" y="71698"/>
                      </a:cubicBezTo>
                      <a:cubicBezTo>
                        <a:pt x="42572" y="71698"/>
                        <a:pt x="33372" y="62472"/>
                        <a:pt x="33372" y="51162"/>
                      </a:cubicBezTo>
                      <a:cubicBezTo>
                        <a:pt x="33372" y="39725"/>
                        <a:pt x="42572" y="30499"/>
                        <a:pt x="53908" y="30499"/>
                      </a:cubicBezTo>
                      <a:close/>
                      <a:moveTo>
                        <a:pt x="53908" y="0"/>
                      </a:moveTo>
                      <a:cubicBezTo>
                        <a:pt x="24146" y="0"/>
                        <a:pt x="1" y="24145"/>
                        <a:pt x="1" y="53907"/>
                      </a:cubicBezTo>
                      <a:cubicBezTo>
                        <a:pt x="1" y="72867"/>
                        <a:pt x="9125" y="89489"/>
                        <a:pt x="19800" y="102629"/>
                      </a:cubicBezTo>
                      <a:cubicBezTo>
                        <a:pt x="35176" y="121462"/>
                        <a:pt x="53908" y="132899"/>
                        <a:pt x="53908" y="132899"/>
                      </a:cubicBezTo>
                      <a:cubicBezTo>
                        <a:pt x="53908" y="132899"/>
                        <a:pt x="107815" y="101460"/>
                        <a:pt x="107815" y="53907"/>
                      </a:cubicBezTo>
                      <a:cubicBezTo>
                        <a:pt x="107815" y="49993"/>
                        <a:pt x="107383" y="46282"/>
                        <a:pt x="106646" y="42571"/>
                      </a:cubicBezTo>
                      <a:cubicBezTo>
                        <a:pt x="101461" y="18223"/>
                        <a:pt x="79857" y="0"/>
                        <a:pt x="5390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3" name="Google Shape;2183;p26"/>
                <p:cNvSpPr/>
                <p:nvPr/>
              </p:nvSpPr>
              <p:spPr>
                <a:xfrm>
                  <a:off x="8244307" y="4050570"/>
                  <a:ext cx="257600" cy="463150"/>
                </a:xfrm>
                <a:custGeom>
                  <a:avLst/>
                  <a:gdLst/>
                  <a:ahLst/>
                  <a:cxnLst/>
                  <a:rect l="l" t="t" r="r" b="b"/>
                  <a:pathLst>
                    <a:path w="10304" h="18526" extrusionOk="0">
                      <a:moveTo>
                        <a:pt x="10304" y="569"/>
                      </a:moveTo>
                      <a:cubicBezTo>
                        <a:pt x="10352" y="391"/>
                        <a:pt x="7780" y="-157"/>
                        <a:pt x="6521" y="43"/>
                      </a:cubicBezTo>
                      <a:cubicBezTo>
                        <a:pt x="5262" y="243"/>
                        <a:pt x="3802" y="856"/>
                        <a:pt x="2749" y="1767"/>
                      </a:cubicBezTo>
                      <a:cubicBezTo>
                        <a:pt x="1697" y="2678"/>
                        <a:pt x="575" y="4056"/>
                        <a:pt x="206" y="5509"/>
                      </a:cubicBezTo>
                      <a:cubicBezTo>
                        <a:pt x="-163" y="6962"/>
                        <a:pt x="-24" y="8869"/>
                        <a:pt x="533" y="10485"/>
                      </a:cubicBezTo>
                      <a:cubicBezTo>
                        <a:pt x="1090" y="12102"/>
                        <a:pt x="2383" y="13868"/>
                        <a:pt x="3548" y="15208"/>
                      </a:cubicBezTo>
                      <a:cubicBezTo>
                        <a:pt x="4713" y="16548"/>
                        <a:pt x="7296" y="18466"/>
                        <a:pt x="7523" y="18525"/>
                      </a:cubicBezTo>
                      <a:cubicBezTo>
                        <a:pt x="7750" y="18584"/>
                        <a:pt x="5678" y="16542"/>
                        <a:pt x="4908" y="15561"/>
                      </a:cubicBezTo>
                      <a:cubicBezTo>
                        <a:pt x="4138" y="14580"/>
                        <a:pt x="3455" y="13897"/>
                        <a:pt x="2903" y="12640"/>
                      </a:cubicBezTo>
                      <a:cubicBezTo>
                        <a:pt x="2351" y="11383"/>
                        <a:pt x="1592" y="9536"/>
                        <a:pt x="1595" y="8020"/>
                      </a:cubicBezTo>
                      <a:cubicBezTo>
                        <a:pt x="1598" y="6504"/>
                        <a:pt x="2149" y="4697"/>
                        <a:pt x="2922" y="3546"/>
                      </a:cubicBezTo>
                      <a:cubicBezTo>
                        <a:pt x="3696" y="2395"/>
                        <a:pt x="5006" y="1609"/>
                        <a:pt x="6236" y="1113"/>
                      </a:cubicBezTo>
                      <a:cubicBezTo>
                        <a:pt x="7466" y="617"/>
                        <a:pt x="10257" y="747"/>
                        <a:pt x="10304" y="569"/>
                      </a:cubicBezTo>
                      <a:close/>
                    </a:path>
                  </a:pathLst>
                </a:custGeom>
                <a:solidFill>
                  <a:srgbClr val="8162A7">
                    <a:alpha val="45910"/>
                  </a:srgbClr>
                </a:solidFill>
                <a:ln>
                  <a:noFill/>
                </a:ln>
              </p:spPr>
            </p:sp>
          </p:grpSp>
          <p:grpSp>
            <p:nvGrpSpPr>
              <p:cNvPr id="2184" name="Google Shape;2184;p26"/>
              <p:cNvGrpSpPr/>
              <p:nvPr/>
            </p:nvGrpSpPr>
            <p:grpSpPr>
              <a:xfrm>
                <a:off x="7225131" y="4174073"/>
                <a:ext cx="1307238" cy="686893"/>
                <a:chOff x="2194925" y="1462603"/>
                <a:chExt cx="5820293" cy="3058297"/>
              </a:xfrm>
            </p:grpSpPr>
            <p:sp>
              <p:nvSpPr>
                <p:cNvPr id="2185" name="Google Shape;2185;p26"/>
                <p:cNvSpPr/>
                <p:nvPr/>
              </p:nvSpPr>
              <p:spPr>
                <a:xfrm>
                  <a:off x="5201756" y="3320121"/>
                  <a:ext cx="733114" cy="701930"/>
                </a:xfrm>
                <a:custGeom>
                  <a:avLst/>
                  <a:gdLst/>
                  <a:ahLst/>
                  <a:cxnLst/>
                  <a:rect l="l" t="t" r="r" b="b"/>
                  <a:pathLst>
                    <a:path w="2563" h="2454" extrusionOk="0">
                      <a:moveTo>
                        <a:pt x="1484" y="1"/>
                      </a:moveTo>
                      <a:lnTo>
                        <a:pt x="1226" y="14"/>
                      </a:lnTo>
                      <a:cubicBezTo>
                        <a:pt x="546" y="43"/>
                        <a:pt x="0" y="615"/>
                        <a:pt x="29" y="1282"/>
                      </a:cubicBezTo>
                      <a:cubicBezTo>
                        <a:pt x="68" y="1944"/>
                        <a:pt x="610" y="2453"/>
                        <a:pt x="1281" y="2453"/>
                      </a:cubicBezTo>
                      <a:cubicBezTo>
                        <a:pt x="1299" y="2453"/>
                        <a:pt x="1318" y="2453"/>
                        <a:pt x="1337" y="2452"/>
                      </a:cubicBezTo>
                      <a:lnTo>
                        <a:pt x="1595" y="2439"/>
                      </a:lnTo>
                      <a:lnTo>
                        <a:pt x="1595" y="2413"/>
                      </a:lnTo>
                      <a:cubicBezTo>
                        <a:pt x="2154" y="2276"/>
                        <a:pt x="2563" y="1759"/>
                        <a:pt x="2533" y="1174"/>
                      </a:cubicBezTo>
                      <a:cubicBezTo>
                        <a:pt x="2507" y="586"/>
                        <a:pt x="2056" y="112"/>
                        <a:pt x="1484" y="30"/>
                      </a:cubicBezTo>
                      <a:lnTo>
                        <a:pt x="148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6" name="Google Shape;2186;p26"/>
                <p:cNvSpPr/>
                <p:nvPr/>
              </p:nvSpPr>
              <p:spPr>
                <a:xfrm>
                  <a:off x="5327040" y="3319835"/>
                  <a:ext cx="631285" cy="698497"/>
                </a:xfrm>
                <a:custGeom>
                  <a:avLst/>
                  <a:gdLst/>
                  <a:ahLst/>
                  <a:cxnLst/>
                  <a:rect l="l" t="t" r="r" b="b"/>
                  <a:pathLst>
                    <a:path w="2207" h="2442" extrusionOk="0">
                      <a:moveTo>
                        <a:pt x="1089" y="1"/>
                      </a:moveTo>
                      <a:cubicBezTo>
                        <a:pt x="1075" y="1"/>
                        <a:pt x="1060" y="1"/>
                        <a:pt x="1046" y="2"/>
                      </a:cubicBezTo>
                      <a:cubicBezTo>
                        <a:pt x="448" y="31"/>
                        <a:pt x="0" y="587"/>
                        <a:pt x="26" y="1270"/>
                      </a:cubicBezTo>
                      <a:cubicBezTo>
                        <a:pt x="52" y="1921"/>
                        <a:pt x="532" y="2441"/>
                        <a:pt x="1114" y="2441"/>
                      </a:cubicBezTo>
                      <a:cubicBezTo>
                        <a:pt x="1129" y="2441"/>
                        <a:pt x="1143" y="2441"/>
                        <a:pt x="1157" y="2440"/>
                      </a:cubicBezTo>
                      <a:cubicBezTo>
                        <a:pt x="1742" y="2414"/>
                        <a:pt x="2206" y="1842"/>
                        <a:pt x="2177" y="1175"/>
                      </a:cubicBezTo>
                      <a:cubicBezTo>
                        <a:pt x="2139" y="509"/>
                        <a:pt x="1659" y="1"/>
                        <a:pt x="108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7" name="Google Shape;2187;p26"/>
                <p:cNvSpPr/>
                <p:nvPr/>
              </p:nvSpPr>
              <p:spPr>
                <a:xfrm>
                  <a:off x="2439773" y="3390200"/>
                  <a:ext cx="732256" cy="702216"/>
                </a:xfrm>
                <a:custGeom>
                  <a:avLst/>
                  <a:gdLst/>
                  <a:ahLst/>
                  <a:cxnLst/>
                  <a:rect l="l" t="t" r="r" b="b"/>
                  <a:pathLst>
                    <a:path w="2560" h="2455" extrusionOk="0">
                      <a:moveTo>
                        <a:pt x="1484" y="1"/>
                      </a:moveTo>
                      <a:lnTo>
                        <a:pt x="1226" y="14"/>
                      </a:lnTo>
                      <a:cubicBezTo>
                        <a:pt x="533" y="43"/>
                        <a:pt x="1" y="615"/>
                        <a:pt x="27" y="1295"/>
                      </a:cubicBezTo>
                      <a:cubicBezTo>
                        <a:pt x="68" y="1937"/>
                        <a:pt x="599" y="2455"/>
                        <a:pt x="1257" y="2455"/>
                      </a:cubicBezTo>
                      <a:cubicBezTo>
                        <a:pt x="1282" y="2455"/>
                        <a:pt x="1308" y="2454"/>
                        <a:pt x="1334" y="2452"/>
                      </a:cubicBezTo>
                      <a:lnTo>
                        <a:pt x="1596" y="2439"/>
                      </a:lnTo>
                      <a:lnTo>
                        <a:pt x="1596" y="2426"/>
                      </a:lnTo>
                      <a:cubicBezTo>
                        <a:pt x="2151" y="2276"/>
                        <a:pt x="2560" y="1773"/>
                        <a:pt x="2534" y="1187"/>
                      </a:cubicBezTo>
                      <a:cubicBezTo>
                        <a:pt x="2508" y="602"/>
                        <a:pt x="2056" y="125"/>
                        <a:pt x="1484" y="30"/>
                      </a:cubicBezTo>
                      <a:lnTo>
                        <a:pt x="148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8" name="Google Shape;2188;p26"/>
                <p:cNvSpPr/>
                <p:nvPr/>
              </p:nvSpPr>
              <p:spPr>
                <a:xfrm>
                  <a:off x="2564200" y="3390200"/>
                  <a:ext cx="631285" cy="698211"/>
                </a:xfrm>
                <a:custGeom>
                  <a:avLst/>
                  <a:gdLst/>
                  <a:ahLst/>
                  <a:cxnLst/>
                  <a:rect l="l" t="t" r="r" b="b"/>
                  <a:pathLst>
                    <a:path w="2207" h="2441" extrusionOk="0">
                      <a:moveTo>
                        <a:pt x="1091" y="0"/>
                      </a:moveTo>
                      <a:cubicBezTo>
                        <a:pt x="1077" y="0"/>
                        <a:pt x="1063" y="0"/>
                        <a:pt x="1049" y="1"/>
                      </a:cubicBezTo>
                      <a:cubicBezTo>
                        <a:pt x="451" y="30"/>
                        <a:pt x="0" y="602"/>
                        <a:pt x="30" y="1269"/>
                      </a:cubicBezTo>
                      <a:cubicBezTo>
                        <a:pt x="55" y="1933"/>
                        <a:pt x="535" y="2440"/>
                        <a:pt x="1117" y="2440"/>
                      </a:cubicBezTo>
                      <a:cubicBezTo>
                        <a:pt x="1131" y="2440"/>
                        <a:pt x="1146" y="2440"/>
                        <a:pt x="1161" y="2439"/>
                      </a:cubicBezTo>
                      <a:cubicBezTo>
                        <a:pt x="1746" y="2426"/>
                        <a:pt x="2207" y="1854"/>
                        <a:pt x="2167" y="1174"/>
                      </a:cubicBezTo>
                      <a:cubicBezTo>
                        <a:pt x="2142" y="520"/>
                        <a:pt x="1658" y="0"/>
                        <a:pt x="109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9" name="Google Shape;2189;p26"/>
                <p:cNvSpPr/>
                <p:nvPr/>
              </p:nvSpPr>
              <p:spPr>
                <a:xfrm>
                  <a:off x="2225817" y="2728312"/>
                  <a:ext cx="3709048" cy="1102665"/>
                </a:xfrm>
                <a:custGeom>
                  <a:avLst/>
                  <a:gdLst/>
                  <a:ahLst/>
                  <a:cxnLst/>
                  <a:rect l="l" t="t" r="r" b="b"/>
                  <a:pathLst>
                    <a:path w="12967" h="3855" extrusionOk="0">
                      <a:moveTo>
                        <a:pt x="12447" y="1"/>
                      </a:moveTo>
                      <a:lnTo>
                        <a:pt x="3432" y="367"/>
                      </a:lnTo>
                      <a:lnTo>
                        <a:pt x="2834" y="723"/>
                      </a:lnTo>
                      <a:lnTo>
                        <a:pt x="2327" y="586"/>
                      </a:lnTo>
                      <a:lnTo>
                        <a:pt x="1785" y="1008"/>
                      </a:lnTo>
                      <a:lnTo>
                        <a:pt x="0" y="1321"/>
                      </a:lnTo>
                      <a:lnTo>
                        <a:pt x="245" y="3855"/>
                      </a:lnTo>
                      <a:lnTo>
                        <a:pt x="4972" y="3815"/>
                      </a:lnTo>
                      <a:lnTo>
                        <a:pt x="12967" y="3459"/>
                      </a:lnTo>
                      <a:lnTo>
                        <a:pt x="1244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0" name="Google Shape;2190;p26"/>
                <p:cNvSpPr/>
                <p:nvPr/>
              </p:nvSpPr>
              <p:spPr>
                <a:xfrm>
                  <a:off x="3207499" y="1547556"/>
                  <a:ext cx="2415015" cy="1285727"/>
                </a:xfrm>
                <a:custGeom>
                  <a:avLst/>
                  <a:gdLst/>
                  <a:ahLst/>
                  <a:cxnLst/>
                  <a:rect l="l" t="t" r="r" b="b"/>
                  <a:pathLst>
                    <a:path w="8443" h="4495" extrusionOk="0">
                      <a:moveTo>
                        <a:pt x="5978" y="0"/>
                      </a:moveTo>
                      <a:lnTo>
                        <a:pt x="2030" y="164"/>
                      </a:lnTo>
                      <a:lnTo>
                        <a:pt x="0" y="4495"/>
                      </a:lnTo>
                      <a:lnTo>
                        <a:pt x="8443" y="4142"/>
                      </a:lnTo>
                      <a:lnTo>
                        <a:pt x="5978"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1" name="Google Shape;2191;p26"/>
                <p:cNvSpPr/>
                <p:nvPr/>
              </p:nvSpPr>
              <p:spPr>
                <a:xfrm>
                  <a:off x="3615961" y="2728312"/>
                  <a:ext cx="4399257" cy="1091510"/>
                </a:xfrm>
                <a:custGeom>
                  <a:avLst/>
                  <a:gdLst/>
                  <a:ahLst/>
                  <a:cxnLst/>
                  <a:rect l="l" t="t" r="r" b="b"/>
                  <a:pathLst>
                    <a:path w="15380" h="3816" extrusionOk="0">
                      <a:moveTo>
                        <a:pt x="12313" y="1"/>
                      </a:moveTo>
                      <a:lnTo>
                        <a:pt x="3910" y="138"/>
                      </a:lnTo>
                      <a:lnTo>
                        <a:pt x="2821" y="641"/>
                      </a:lnTo>
                      <a:lnTo>
                        <a:pt x="1540" y="792"/>
                      </a:lnTo>
                      <a:lnTo>
                        <a:pt x="641" y="1334"/>
                      </a:lnTo>
                      <a:lnTo>
                        <a:pt x="0" y="1446"/>
                      </a:lnTo>
                      <a:lnTo>
                        <a:pt x="112" y="3815"/>
                      </a:lnTo>
                      <a:lnTo>
                        <a:pt x="15379" y="3145"/>
                      </a:lnTo>
                      <a:lnTo>
                        <a:pt x="14860" y="40"/>
                      </a:lnTo>
                      <a:lnTo>
                        <a:pt x="12313"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2" name="Google Shape;2192;p26"/>
                <p:cNvSpPr/>
                <p:nvPr/>
              </p:nvSpPr>
              <p:spPr>
                <a:xfrm>
                  <a:off x="4419156" y="1462603"/>
                  <a:ext cx="2672162" cy="1725935"/>
                </a:xfrm>
                <a:custGeom>
                  <a:avLst/>
                  <a:gdLst/>
                  <a:ahLst/>
                  <a:cxnLst/>
                  <a:rect l="l" t="t" r="r" b="b"/>
                  <a:pathLst>
                    <a:path w="9342" h="6034" extrusionOk="0">
                      <a:moveTo>
                        <a:pt x="8499" y="0"/>
                      </a:moveTo>
                      <a:lnTo>
                        <a:pt x="1742" y="297"/>
                      </a:lnTo>
                      <a:lnTo>
                        <a:pt x="1102" y="4563"/>
                      </a:lnTo>
                      <a:lnTo>
                        <a:pt x="0" y="6034"/>
                      </a:lnTo>
                      <a:lnTo>
                        <a:pt x="0" y="6034"/>
                      </a:lnTo>
                      <a:lnTo>
                        <a:pt x="9342" y="4426"/>
                      </a:lnTo>
                      <a:lnTo>
                        <a:pt x="8499"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3" name="Google Shape;2193;p26"/>
                <p:cNvSpPr/>
                <p:nvPr/>
              </p:nvSpPr>
              <p:spPr>
                <a:xfrm>
                  <a:off x="5731784" y="1536400"/>
                  <a:ext cx="1184767" cy="1192194"/>
                </a:xfrm>
                <a:custGeom>
                  <a:avLst/>
                  <a:gdLst/>
                  <a:ahLst/>
                  <a:cxnLst/>
                  <a:rect l="l" t="t" r="r" b="b"/>
                  <a:pathLst>
                    <a:path w="4142" h="4168" extrusionOk="0">
                      <a:moveTo>
                        <a:pt x="3583" y="0"/>
                      </a:moveTo>
                      <a:lnTo>
                        <a:pt x="0" y="164"/>
                      </a:lnTo>
                      <a:lnTo>
                        <a:pt x="177" y="4168"/>
                      </a:lnTo>
                      <a:lnTo>
                        <a:pt x="4142" y="3991"/>
                      </a:lnTo>
                      <a:lnTo>
                        <a:pt x="3583"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4" name="Google Shape;2194;p26"/>
                <p:cNvSpPr/>
                <p:nvPr/>
              </p:nvSpPr>
              <p:spPr>
                <a:xfrm>
                  <a:off x="4843636" y="1586743"/>
                  <a:ext cx="825790" cy="1181325"/>
                </a:xfrm>
                <a:custGeom>
                  <a:avLst/>
                  <a:gdLst/>
                  <a:ahLst/>
                  <a:cxnLst/>
                  <a:rect l="l" t="t" r="r" b="b"/>
                  <a:pathLst>
                    <a:path w="2887" h="4130" extrusionOk="0">
                      <a:moveTo>
                        <a:pt x="2710" y="1"/>
                      </a:moveTo>
                      <a:lnTo>
                        <a:pt x="464" y="96"/>
                      </a:lnTo>
                      <a:lnTo>
                        <a:pt x="0" y="4129"/>
                      </a:lnTo>
                      <a:lnTo>
                        <a:pt x="2886" y="4005"/>
                      </a:lnTo>
                      <a:lnTo>
                        <a:pt x="2710"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5" name="Google Shape;2195;p26"/>
                <p:cNvSpPr/>
                <p:nvPr/>
              </p:nvSpPr>
              <p:spPr>
                <a:xfrm>
                  <a:off x="5731784" y="1536400"/>
                  <a:ext cx="1102675" cy="545183"/>
                </a:xfrm>
                <a:custGeom>
                  <a:avLst/>
                  <a:gdLst/>
                  <a:ahLst/>
                  <a:cxnLst/>
                  <a:rect l="l" t="t" r="r" b="b"/>
                  <a:pathLst>
                    <a:path w="3855" h="1906" extrusionOk="0">
                      <a:moveTo>
                        <a:pt x="3583" y="0"/>
                      </a:moveTo>
                      <a:lnTo>
                        <a:pt x="0" y="164"/>
                      </a:lnTo>
                      <a:lnTo>
                        <a:pt x="82" y="1906"/>
                      </a:lnTo>
                      <a:lnTo>
                        <a:pt x="3854" y="1906"/>
                      </a:lnTo>
                      <a:lnTo>
                        <a:pt x="3583" y="0"/>
                      </a:lnTo>
                      <a:close/>
                    </a:path>
                  </a:pathLst>
                </a:custGeom>
                <a:solidFill>
                  <a:srgbClr val="FFFFFF">
                    <a:alpha val="329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6" name="Google Shape;2196;p26"/>
                <p:cNvSpPr/>
                <p:nvPr/>
              </p:nvSpPr>
              <p:spPr>
                <a:xfrm>
                  <a:off x="4921153" y="1586743"/>
                  <a:ext cx="721101" cy="494841"/>
                </a:xfrm>
                <a:custGeom>
                  <a:avLst/>
                  <a:gdLst/>
                  <a:ahLst/>
                  <a:cxnLst/>
                  <a:rect l="l" t="t" r="r" b="b"/>
                  <a:pathLst>
                    <a:path w="2521" h="1730" extrusionOk="0">
                      <a:moveTo>
                        <a:pt x="2439" y="1"/>
                      </a:moveTo>
                      <a:lnTo>
                        <a:pt x="193" y="96"/>
                      </a:lnTo>
                      <a:lnTo>
                        <a:pt x="0" y="1730"/>
                      </a:lnTo>
                      <a:lnTo>
                        <a:pt x="2521" y="1730"/>
                      </a:lnTo>
                      <a:lnTo>
                        <a:pt x="2439" y="1"/>
                      </a:lnTo>
                      <a:close/>
                    </a:path>
                  </a:pathLst>
                </a:custGeom>
                <a:solidFill>
                  <a:srgbClr val="FFFFFF">
                    <a:alpha val="329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7" name="Google Shape;2197;p26"/>
                <p:cNvSpPr/>
                <p:nvPr/>
              </p:nvSpPr>
              <p:spPr>
                <a:xfrm>
                  <a:off x="3207499" y="1626216"/>
                  <a:ext cx="1699063" cy="1207068"/>
                </a:xfrm>
                <a:custGeom>
                  <a:avLst/>
                  <a:gdLst/>
                  <a:ahLst/>
                  <a:cxnLst/>
                  <a:rect l="l" t="t" r="r" b="b"/>
                  <a:pathLst>
                    <a:path w="5940" h="4220" extrusionOk="0">
                      <a:moveTo>
                        <a:pt x="5939" y="0"/>
                      </a:moveTo>
                      <a:lnTo>
                        <a:pt x="1893" y="177"/>
                      </a:lnTo>
                      <a:lnTo>
                        <a:pt x="0" y="4220"/>
                      </a:lnTo>
                      <a:lnTo>
                        <a:pt x="5338" y="3991"/>
                      </a:lnTo>
                      <a:lnTo>
                        <a:pt x="5939"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8" name="Google Shape;2198;p26"/>
                <p:cNvSpPr/>
                <p:nvPr/>
              </p:nvSpPr>
              <p:spPr>
                <a:xfrm>
                  <a:off x="3702059" y="2284385"/>
                  <a:ext cx="1106107" cy="530309"/>
                </a:xfrm>
                <a:custGeom>
                  <a:avLst/>
                  <a:gdLst/>
                  <a:ahLst/>
                  <a:cxnLst/>
                  <a:rect l="l" t="t" r="r" b="b"/>
                  <a:pathLst>
                    <a:path w="3867" h="1854" extrusionOk="0">
                      <a:moveTo>
                        <a:pt x="3867" y="0"/>
                      </a:moveTo>
                      <a:lnTo>
                        <a:pt x="3200" y="804"/>
                      </a:lnTo>
                      <a:lnTo>
                        <a:pt x="2206" y="396"/>
                      </a:lnTo>
                      <a:lnTo>
                        <a:pt x="1540" y="1049"/>
                      </a:lnTo>
                      <a:lnTo>
                        <a:pt x="654" y="723"/>
                      </a:lnTo>
                      <a:lnTo>
                        <a:pt x="0" y="1853"/>
                      </a:lnTo>
                      <a:lnTo>
                        <a:pt x="0" y="1853"/>
                      </a:lnTo>
                      <a:lnTo>
                        <a:pt x="3609" y="1690"/>
                      </a:lnTo>
                      <a:lnTo>
                        <a:pt x="386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9" name="Google Shape;2199;p26"/>
                <p:cNvSpPr/>
                <p:nvPr/>
              </p:nvSpPr>
              <p:spPr>
                <a:xfrm>
                  <a:off x="3998394" y="3379330"/>
                  <a:ext cx="872414" cy="779445"/>
                </a:xfrm>
                <a:custGeom>
                  <a:avLst/>
                  <a:gdLst/>
                  <a:ahLst/>
                  <a:cxnLst/>
                  <a:rect l="l" t="t" r="r" b="b"/>
                  <a:pathLst>
                    <a:path w="3050" h="2725" extrusionOk="0">
                      <a:moveTo>
                        <a:pt x="1579" y="1"/>
                      </a:moveTo>
                      <a:cubicBezTo>
                        <a:pt x="1377" y="1"/>
                        <a:pt x="1173" y="45"/>
                        <a:pt x="981" y="134"/>
                      </a:cubicBezTo>
                      <a:lnTo>
                        <a:pt x="968" y="121"/>
                      </a:lnTo>
                      <a:lnTo>
                        <a:pt x="736" y="284"/>
                      </a:lnTo>
                      <a:cubicBezTo>
                        <a:pt x="134" y="748"/>
                        <a:pt x="0" y="1605"/>
                        <a:pt x="448" y="2206"/>
                      </a:cubicBezTo>
                      <a:cubicBezTo>
                        <a:pt x="710" y="2546"/>
                        <a:pt x="1113" y="2725"/>
                        <a:pt x="1523" y="2725"/>
                      </a:cubicBezTo>
                      <a:cubicBezTo>
                        <a:pt x="1819" y="2725"/>
                        <a:pt x="2118" y="2631"/>
                        <a:pt x="2370" y="2438"/>
                      </a:cubicBezTo>
                      <a:lnTo>
                        <a:pt x="2602" y="2275"/>
                      </a:lnTo>
                      <a:lnTo>
                        <a:pt x="2586" y="2245"/>
                      </a:lnTo>
                      <a:cubicBezTo>
                        <a:pt x="3011" y="1768"/>
                        <a:pt x="3050" y="1049"/>
                        <a:pt x="2654" y="529"/>
                      </a:cubicBezTo>
                      <a:cubicBezTo>
                        <a:pt x="2389" y="183"/>
                        <a:pt x="1990" y="1"/>
                        <a:pt x="157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0" name="Google Shape;2200;p26"/>
                <p:cNvSpPr/>
                <p:nvPr/>
              </p:nvSpPr>
              <p:spPr>
                <a:xfrm>
                  <a:off x="4106803" y="3349297"/>
                  <a:ext cx="799761" cy="741975"/>
                </a:xfrm>
                <a:custGeom>
                  <a:avLst/>
                  <a:gdLst/>
                  <a:ahLst/>
                  <a:cxnLst/>
                  <a:rect l="l" t="t" r="r" b="b"/>
                  <a:pathLst>
                    <a:path w="2796" h="2594" extrusionOk="0">
                      <a:moveTo>
                        <a:pt x="1250" y="0"/>
                      </a:moveTo>
                      <a:cubicBezTo>
                        <a:pt x="1013" y="0"/>
                        <a:pt x="782" y="73"/>
                        <a:pt x="589" y="226"/>
                      </a:cubicBezTo>
                      <a:cubicBezTo>
                        <a:pt x="56" y="621"/>
                        <a:pt x="0" y="1425"/>
                        <a:pt x="452" y="2010"/>
                      </a:cubicBezTo>
                      <a:cubicBezTo>
                        <a:pt x="735" y="2389"/>
                        <a:pt x="1155" y="2593"/>
                        <a:pt x="1561" y="2593"/>
                      </a:cubicBezTo>
                      <a:cubicBezTo>
                        <a:pt x="1796" y="2593"/>
                        <a:pt x="2027" y="2524"/>
                        <a:pt x="2223" y="2380"/>
                      </a:cubicBezTo>
                      <a:cubicBezTo>
                        <a:pt x="2740" y="1984"/>
                        <a:pt x="2795" y="1180"/>
                        <a:pt x="2344" y="582"/>
                      </a:cubicBezTo>
                      <a:cubicBezTo>
                        <a:pt x="2064" y="205"/>
                        <a:pt x="1648" y="0"/>
                        <a:pt x="125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1" name="Google Shape;2201;p26"/>
                <p:cNvSpPr/>
                <p:nvPr/>
              </p:nvSpPr>
              <p:spPr>
                <a:xfrm>
                  <a:off x="4251824" y="3481731"/>
                  <a:ext cx="514295" cy="477678"/>
                </a:xfrm>
                <a:custGeom>
                  <a:avLst/>
                  <a:gdLst/>
                  <a:ahLst/>
                  <a:cxnLst/>
                  <a:rect l="l" t="t" r="r" b="b"/>
                  <a:pathLst>
                    <a:path w="1798" h="1670" extrusionOk="0">
                      <a:moveTo>
                        <a:pt x="800" y="1"/>
                      </a:moveTo>
                      <a:cubicBezTo>
                        <a:pt x="645" y="1"/>
                        <a:pt x="494" y="48"/>
                        <a:pt x="366" y="145"/>
                      </a:cubicBezTo>
                      <a:cubicBezTo>
                        <a:pt x="26" y="390"/>
                        <a:pt x="0" y="920"/>
                        <a:pt x="284" y="1302"/>
                      </a:cubicBezTo>
                      <a:cubicBezTo>
                        <a:pt x="465" y="1543"/>
                        <a:pt x="737" y="1669"/>
                        <a:pt x="998" y="1669"/>
                      </a:cubicBezTo>
                      <a:cubicBezTo>
                        <a:pt x="1152" y="1669"/>
                        <a:pt x="1302" y="1625"/>
                        <a:pt x="1429" y="1534"/>
                      </a:cubicBezTo>
                      <a:cubicBezTo>
                        <a:pt x="1755" y="1276"/>
                        <a:pt x="1798" y="756"/>
                        <a:pt x="1510" y="377"/>
                      </a:cubicBezTo>
                      <a:cubicBezTo>
                        <a:pt x="1323" y="130"/>
                        <a:pt x="1056" y="1"/>
                        <a:pt x="80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2" name="Google Shape;2202;p26"/>
                <p:cNvSpPr/>
                <p:nvPr/>
              </p:nvSpPr>
              <p:spPr>
                <a:xfrm>
                  <a:off x="4391982" y="3613022"/>
                  <a:ext cx="233979" cy="215956"/>
                </a:xfrm>
                <a:custGeom>
                  <a:avLst/>
                  <a:gdLst/>
                  <a:ahLst/>
                  <a:cxnLst/>
                  <a:rect l="l" t="t" r="r" b="b"/>
                  <a:pathLst>
                    <a:path w="818" h="755" extrusionOk="0">
                      <a:moveTo>
                        <a:pt x="362" y="1"/>
                      </a:moveTo>
                      <a:cubicBezTo>
                        <a:pt x="293" y="1"/>
                        <a:pt x="225" y="22"/>
                        <a:pt x="164" y="69"/>
                      </a:cubicBezTo>
                      <a:cubicBezTo>
                        <a:pt x="13" y="176"/>
                        <a:pt x="0" y="408"/>
                        <a:pt x="134" y="585"/>
                      </a:cubicBezTo>
                      <a:cubicBezTo>
                        <a:pt x="213" y="696"/>
                        <a:pt x="334" y="754"/>
                        <a:pt x="449" y="754"/>
                      </a:cubicBezTo>
                      <a:cubicBezTo>
                        <a:pt x="517" y="754"/>
                        <a:pt x="583" y="734"/>
                        <a:pt x="638" y="693"/>
                      </a:cubicBezTo>
                      <a:cubicBezTo>
                        <a:pt x="788" y="572"/>
                        <a:pt x="818" y="340"/>
                        <a:pt x="680" y="163"/>
                      </a:cubicBezTo>
                      <a:cubicBezTo>
                        <a:pt x="594" y="61"/>
                        <a:pt x="477" y="1"/>
                        <a:pt x="362"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3" name="Google Shape;2203;p26"/>
                <p:cNvSpPr/>
                <p:nvPr/>
              </p:nvSpPr>
              <p:spPr>
                <a:xfrm>
                  <a:off x="6717185" y="3216576"/>
                  <a:ext cx="861259" cy="784594"/>
                </a:xfrm>
                <a:custGeom>
                  <a:avLst/>
                  <a:gdLst/>
                  <a:ahLst/>
                  <a:cxnLst/>
                  <a:rect l="l" t="t" r="r" b="b"/>
                  <a:pathLst>
                    <a:path w="3011" h="2743" extrusionOk="0">
                      <a:moveTo>
                        <a:pt x="1494" y="1"/>
                      </a:moveTo>
                      <a:cubicBezTo>
                        <a:pt x="1137" y="1"/>
                        <a:pt x="781" y="140"/>
                        <a:pt x="517" y="418"/>
                      </a:cubicBezTo>
                      <a:cubicBezTo>
                        <a:pt x="0" y="964"/>
                        <a:pt x="43" y="1834"/>
                        <a:pt x="599" y="2353"/>
                      </a:cubicBezTo>
                      <a:lnTo>
                        <a:pt x="805" y="2556"/>
                      </a:lnTo>
                      <a:lnTo>
                        <a:pt x="818" y="2530"/>
                      </a:lnTo>
                      <a:cubicBezTo>
                        <a:pt x="1045" y="2671"/>
                        <a:pt x="1302" y="2742"/>
                        <a:pt x="1558" y="2742"/>
                      </a:cubicBezTo>
                      <a:cubicBezTo>
                        <a:pt x="1917" y="2742"/>
                        <a:pt x="2272" y="2603"/>
                        <a:pt x="2534" y="2324"/>
                      </a:cubicBezTo>
                      <a:cubicBezTo>
                        <a:pt x="2985" y="1847"/>
                        <a:pt x="3011" y="1141"/>
                        <a:pt x="2642" y="608"/>
                      </a:cubicBezTo>
                      <a:lnTo>
                        <a:pt x="2671" y="582"/>
                      </a:lnTo>
                      <a:lnTo>
                        <a:pt x="2452" y="392"/>
                      </a:lnTo>
                      <a:cubicBezTo>
                        <a:pt x="2184" y="131"/>
                        <a:pt x="1838" y="1"/>
                        <a:pt x="149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4" name="Google Shape;2204;p26"/>
                <p:cNvSpPr/>
                <p:nvPr/>
              </p:nvSpPr>
              <p:spPr>
                <a:xfrm>
                  <a:off x="6810719" y="3298954"/>
                  <a:ext cx="807198" cy="732822"/>
                </a:xfrm>
                <a:custGeom>
                  <a:avLst/>
                  <a:gdLst/>
                  <a:ahLst/>
                  <a:cxnLst/>
                  <a:rect l="l" t="t" r="r" b="b"/>
                  <a:pathLst>
                    <a:path w="2822" h="2562" extrusionOk="0">
                      <a:moveTo>
                        <a:pt x="1580" y="1"/>
                      </a:moveTo>
                      <a:cubicBezTo>
                        <a:pt x="1217" y="1"/>
                        <a:pt x="836" y="158"/>
                        <a:pt x="546" y="457"/>
                      </a:cubicBezTo>
                      <a:cubicBezTo>
                        <a:pt x="26" y="1003"/>
                        <a:pt x="0" y="1804"/>
                        <a:pt x="478" y="2268"/>
                      </a:cubicBezTo>
                      <a:cubicBezTo>
                        <a:pt x="687" y="2466"/>
                        <a:pt x="958" y="2561"/>
                        <a:pt x="1241" y="2561"/>
                      </a:cubicBezTo>
                      <a:cubicBezTo>
                        <a:pt x="1604" y="2561"/>
                        <a:pt x="1985" y="2404"/>
                        <a:pt x="2275" y="2105"/>
                      </a:cubicBezTo>
                      <a:cubicBezTo>
                        <a:pt x="2779" y="1559"/>
                        <a:pt x="2821" y="758"/>
                        <a:pt x="2344" y="294"/>
                      </a:cubicBezTo>
                      <a:cubicBezTo>
                        <a:pt x="2135" y="96"/>
                        <a:pt x="1863" y="1"/>
                        <a:pt x="158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5" name="Google Shape;2205;p26"/>
                <p:cNvSpPr/>
                <p:nvPr/>
              </p:nvSpPr>
              <p:spPr>
                <a:xfrm>
                  <a:off x="6954596" y="3429959"/>
                  <a:ext cx="518300" cy="470814"/>
                </a:xfrm>
                <a:custGeom>
                  <a:avLst/>
                  <a:gdLst/>
                  <a:ahLst/>
                  <a:cxnLst/>
                  <a:rect l="l" t="t" r="r" b="b"/>
                  <a:pathLst>
                    <a:path w="1812" h="1646" extrusionOk="0">
                      <a:moveTo>
                        <a:pt x="1010" y="1"/>
                      </a:moveTo>
                      <a:cubicBezTo>
                        <a:pt x="778" y="1"/>
                        <a:pt x="532" y="101"/>
                        <a:pt x="341" y="300"/>
                      </a:cubicBezTo>
                      <a:cubicBezTo>
                        <a:pt x="14" y="653"/>
                        <a:pt x="1" y="1169"/>
                        <a:pt x="301" y="1457"/>
                      </a:cubicBezTo>
                      <a:cubicBezTo>
                        <a:pt x="440" y="1583"/>
                        <a:pt x="618" y="1645"/>
                        <a:pt x="802" y="1645"/>
                      </a:cubicBezTo>
                      <a:cubicBezTo>
                        <a:pt x="1034" y="1645"/>
                        <a:pt x="1276" y="1545"/>
                        <a:pt x="1459" y="1346"/>
                      </a:cubicBezTo>
                      <a:cubicBezTo>
                        <a:pt x="1785" y="1006"/>
                        <a:pt x="1812" y="476"/>
                        <a:pt x="1501" y="189"/>
                      </a:cubicBezTo>
                      <a:cubicBezTo>
                        <a:pt x="1368" y="63"/>
                        <a:pt x="1194" y="1"/>
                        <a:pt x="101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6" name="Google Shape;2206;p26"/>
                <p:cNvSpPr/>
                <p:nvPr/>
              </p:nvSpPr>
              <p:spPr>
                <a:xfrm>
                  <a:off x="7094755" y="3560105"/>
                  <a:ext cx="234265" cy="210522"/>
                </a:xfrm>
                <a:custGeom>
                  <a:avLst/>
                  <a:gdLst/>
                  <a:ahLst/>
                  <a:cxnLst/>
                  <a:rect l="l" t="t" r="r" b="b"/>
                  <a:pathLst>
                    <a:path w="819" h="736" extrusionOk="0">
                      <a:moveTo>
                        <a:pt x="461" y="0"/>
                      </a:moveTo>
                      <a:cubicBezTo>
                        <a:pt x="357" y="0"/>
                        <a:pt x="248" y="46"/>
                        <a:pt x="164" y="129"/>
                      </a:cubicBezTo>
                      <a:cubicBezTo>
                        <a:pt x="14" y="293"/>
                        <a:pt x="1" y="525"/>
                        <a:pt x="138" y="646"/>
                      </a:cubicBezTo>
                      <a:cubicBezTo>
                        <a:pt x="205" y="707"/>
                        <a:pt x="288" y="735"/>
                        <a:pt x="372" y="735"/>
                      </a:cubicBezTo>
                      <a:cubicBezTo>
                        <a:pt x="478" y="735"/>
                        <a:pt x="586" y="690"/>
                        <a:pt x="668" y="607"/>
                      </a:cubicBezTo>
                      <a:cubicBezTo>
                        <a:pt x="805" y="443"/>
                        <a:pt x="818" y="211"/>
                        <a:pt x="684" y="90"/>
                      </a:cubicBezTo>
                      <a:cubicBezTo>
                        <a:pt x="623" y="29"/>
                        <a:pt x="544" y="0"/>
                        <a:pt x="461"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7" name="Google Shape;2207;p26"/>
                <p:cNvSpPr/>
                <p:nvPr/>
              </p:nvSpPr>
              <p:spPr>
                <a:xfrm>
                  <a:off x="2265004" y="3349011"/>
                  <a:ext cx="401311" cy="364123"/>
                </a:xfrm>
                <a:custGeom>
                  <a:avLst/>
                  <a:gdLst/>
                  <a:ahLst/>
                  <a:cxnLst/>
                  <a:rect l="l" t="t" r="r" b="b"/>
                  <a:pathLst>
                    <a:path w="1403" h="1273" extrusionOk="0">
                      <a:moveTo>
                        <a:pt x="700" y="1"/>
                      </a:moveTo>
                      <a:cubicBezTo>
                        <a:pt x="644" y="1"/>
                        <a:pt x="587" y="8"/>
                        <a:pt x="530" y="24"/>
                      </a:cubicBezTo>
                      <a:cubicBezTo>
                        <a:pt x="190" y="119"/>
                        <a:pt x="0" y="459"/>
                        <a:pt x="82" y="799"/>
                      </a:cubicBezTo>
                      <a:cubicBezTo>
                        <a:pt x="161" y="1082"/>
                        <a:pt x="420" y="1273"/>
                        <a:pt x="701" y="1273"/>
                      </a:cubicBezTo>
                      <a:cubicBezTo>
                        <a:pt x="757" y="1273"/>
                        <a:pt x="814" y="1265"/>
                        <a:pt x="870" y="1250"/>
                      </a:cubicBezTo>
                      <a:cubicBezTo>
                        <a:pt x="1210" y="1155"/>
                        <a:pt x="1403" y="812"/>
                        <a:pt x="1321" y="472"/>
                      </a:cubicBezTo>
                      <a:cubicBezTo>
                        <a:pt x="1242" y="189"/>
                        <a:pt x="981" y="1"/>
                        <a:pt x="700"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8" name="Google Shape;2208;p26"/>
                <p:cNvSpPr/>
                <p:nvPr/>
              </p:nvSpPr>
              <p:spPr>
                <a:xfrm>
                  <a:off x="2265004" y="3348438"/>
                  <a:ext cx="354687" cy="256287"/>
                </a:xfrm>
                <a:custGeom>
                  <a:avLst/>
                  <a:gdLst/>
                  <a:ahLst/>
                  <a:cxnLst/>
                  <a:rect l="l" t="t" r="r" b="b"/>
                  <a:pathLst>
                    <a:path w="1240" h="896" extrusionOk="0">
                      <a:moveTo>
                        <a:pt x="709" y="1"/>
                      </a:moveTo>
                      <a:cubicBezTo>
                        <a:pt x="651" y="1"/>
                        <a:pt x="591" y="9"/>
                        <a:pt x="530" y="26"/>
                      </a:cubicBezTo>
                      <a:cubicBezTo>
                        <a:pt x="190" y="121"/>
                        <a:pt x="0" y="461"/>
                        <a:pt x="82" y="801"/>
                      </a:cubicBezTo>
                      <a:cubicBezTo>
                        <a:pt x="95" y="843"/>
                        <a:pt x="108" y="869"/>
                        <a:pt x="121" y="895"/>
                      </a:cubicBezTo>
                      <a:cubicBezTo>
                        <a:pt x="134" y="882"/>
                        <a:pt x="134" y="882"/>
                        <a:pt x="147" y="869"/>
                      </a:cubicBezTo>
                      <a:cubicBezTo>
                        <a:pt x="203" y="830"/>
                        <a:pt x="327" y="869"/>
                        <a:pt x="435" y="814"/>
                      </a:cubicBezTo>
                      <a:cubicBezTo>
                        <a:pt x="543" y="748"/>
                        <a:pt x="491" y="637"/>
                        <a:pt x="504" y="529"/>
                      </a:cubicBezTo>
                      <a:lnTo>
                        <a:pt x="504" y="529"/>
                      </a:lnTo>
                      <a:cubicBezTo>
                        <a:pt x="587" y="573"/>
                        <a:pt x="663" y="591"/>
                        <a:pt x="734" y="591"/>
                      </a:cubicBezTo>
                      <a:cubicBezTo>
                        <a:pt x="931" y="591"/>
                        <a:pt x="1088" y="449"/>
                        <a:pt x="1239" y="297"/>
                      </a:cubicBezTo>
                      <a:cubicBezTo>
                        <a:pt x="1121" y="114"/>
                        <a:pt x="927" y="1"/>
                        <a:pt x="709"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9" name="Google Shape;2209;p26"/>
                <p:cNvSpPr/>
                <p:nvPr/>
              </p:nvSpPr>
              <p:spPr>
                <a:xfrm>
                  <a:off x="3203495" y="3215432"/>
                  <a:ext cx="374423" cy="366125"/>
                </a:xfrm>
                <a:custGeom>
                  <a:avLst/>
                  <a:gdLst/>
                  <a:ahLst/>
                  <a:cxnLst/>
                  <a:rect l="l" t="t" r="r" b="b"/>
                  <a:pathLst>
                    <a:path w="1309" h="1280" extrusionOk="0">
                      <a:moveTo>
                        <a:pt x="650" y="0"/>
                      </a:moveTo>
                      <a:cubicBezTo>
                        <a:pt x="642" y="0"/>
                        <a:pt x="634" y="0"/>
                        <a:pt x="625" y="1"/>
                      </a:cubicBezTo>
                      <a:cubicBezTo>
                        <a:pt x="272" y="14"/>
                        <a:pt x="1" y="315"/>
                        <a:pt x="14" y="668"/>
                      </a:cubicBezTo>
                      <a:cubicBezTo>
                        <a:pt x="27" y="1011"/>
                        <a:pt x="311" y="1279"/>
                        <a:pt x="651" y="1279"/>
                      </a:cubicBezTo>
                      <a:cubicBezTo>
                        <a:pt x="661" y="1279"/>
                        <a:pt x="671" y="1279"/>
                        <a:pt x="681" y="1279"/>
                      </a:cubicBezTo>
                      <a:cubicBezTo>
                        <a:pt x="1034" y="1253"/>
                        <a:pt x="1308" y="968"/>
                        <a:pt x="1295" y="612"/>
                      </a:cubicBezTo>
                      <a:cubicBezTo>
                        <a:pt x="1279" y="267"/>
                        <a:pt x="995" y="0"/>
                        <a:pt x="650"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0" name="Google Shape;2210;p26"/>
                <p:cNvSpPr/>
                <p:nvPr/>
              </p:nvSpPr>
              <p:spPr>
                <a:xfrm>
                  <a:off x="2225817" y="3106166"/>
                  <a:ext cx="1429615" cy="82378"/>
                </a:xfrm>
                <a:custGeom>
                  <a:avLst/>
                  <a:gdLst/>
                  <a:ahLst/>
                  <a:cxnLst/>
                  <a:rect l="l" t="t" r="r" b="b"/>
                  <a:pathLst>
                    <a:path w="4998" h="288" extrusionOk="0">
                      <a:moveTo>
                        <a:pt x="0" y="0"/>
                      </a:moveTo>
                      <a:lnTo>
                        <a:pt x="0" y="164"/>
                      </a:lnTo>
                      <a:lnTo>
                        <a:pt x="4998" y="288"/>
                      </a:lnTo>
                      <a:lnTo>
                        <a:pt x="4985" y="108"/>
                      </a:lnTo>
                      <a:lnTo>
                        <a:pt x="0"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1" name="Google Shape;2211;p26"/>
                <p:cNvSpPr/>
                <p:nvPr/>
              </p:nvSpPr>
              <p:spPr>
                <a:xfrm>
                  <a:off x="2194925" y="3603297"/>
                  <a:ext cx="1663594" cy="432771"/>
                </a:xfrm>
                <a:custGeom>
                  <a:avLst/>
                  <a:gdLst/>
                  <a:ahLst/>
                  <a:cxnLst/>
                  <a:rect l="l" t="t" r="r" b="b"/>
                  <a:pathLst>
                    <a:path w="5816" h="1513" extrusionOk="0">
                      <a:moveTo>
                        <a:pt x="5472" y="1"/>
                      </a:moveTo>
                      <a:cubicBezTo>
                        <a:pt x="5455" y="1"/>
                        <a:pt x="5437" y="2"/>
                        <a:pt x="5420" y="4"/>
                      </a:cubicBezTo>
                      <a:lnTo>
                        <a:pt x="285" y="877"/>
                      </a:lnTo>
                      <a:cubicBezTo>
                        <a:pt x="121" y="903"/>
                        <a:pt x="0" y="1067"/>
                        <a:pt x="26" y="1247"/>
                      </a:cubicBezTo>
                      <a:cubicBezTo>
                        <a:pt x="49" y="1401"/>
                        <a:pt x="176" y="1512"/>
                        <a:pt x="326" y="1512"/>
                      </a:cubicBezTo>
                      <a:cubicBezTo>
                        <a:pt x="347" y="1512"/>
                        <a:pt x="370" y="1510"/>
                        <a:pt x="392" y="1505"/>
                      </a:cubicBezTo>
                      <a:lnTo>
                        <a:pt x="5527" y="632"/>
                      </a:lnTo>
                      <a:cubicBezTo>
                        <a:pt x="5704" y="606"/>
                        <a:pt x="5815" y="442"/>
                        <a:pt x="5786" y="266"/>
                      </a:cubicBezTo>
                      <a:cubicBezTo>
                        <a:pt x="5762" y="104"/>
                        <a:pt x="5627" y="1"/>
                        <a:pt x="5472"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2" name="Google Shape;2212;p26"/>
                <p:cNvSpPr/>
                <p:nvPr/>
              </p:nvSpPr>
              <p:spPr>
                <a:xfrm>
                  <a:off x="4691178" y="2757774"/>
                  <a:ext cx="429342" cy="406742"/>
                </a:xfrm>
                <a:custGeom>
                  <a:avLst/>
                  <a:gdLst/>
                  <a:ahLst/>
                  <a:cxnLst/>
                  <a:rect l="l" t="t" r="r" b="b"/>
                  <a:pathLst>
                    <a:path w="1501" h="1422" extrusionOk="0">
                      <a:moveTo>
                        <a:pt x="512" y="1"/>
                      </a:moveTo>
                      <a:cubicBezTo>
                        <a:pt x="487" y="1"/>
                        <a:pt x="460" y="11"/>
                        <a:pt x="438" y="35"/>
                      </a:cubicBezTo>
                      <a:lnTo>
                        <a:pt x="43" y="483"/>
                      </a:lnTo>
                      <a:cubicBezTo>
                        <a:pt x="0" y="525"/>
                        <a:pt x="0" y="578"/>
                        <a:pt x="43" y="620"/>
                      </a:cubicBezTo>
                      <a:lnTo>
                        <a:pt x="942" y="1395"/>
                      </a:lnTo>
                      <a:cubicBezTo>
                        <a:pt x="954" y="1414"/>
                        <a:pt x="972" y="1422"/>
                        <a:pt x="991" y="1422"/>
                      </a:cubicBezTo>
                      <a:cubicBezTo>
                        <a:pt x="1015" y="1422"/>
                        <a:pt x="1041" y="1411"/>
                        <a:pt x="1063" y="1395"/>
                      </a:cubicBezTo>
                      <a:lnTo>
                        <a:pt x="1471" y="934"/>
                      </a:lnTo>
                      <a:cubicBezTo>
                        <a:pt x="1501" y="891"/>
                        <a:pt x="1501" y="836"/>
                        <a:pt x="1458" y="810"/>
                      </a:cubicBezTo>
                      <a:lnTo>
                        <a:pt x="559" y="19"/>
                      </a:lnTo>
                      <a:cubicBezTo>
                        <a:pt x="548" y="7"/>
                        <a:pt x="531" y="1"/>
                        <a:pt x="512"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3" name="Google Shape;2213;p26"/>
                <p:cNvSpPr/>
                <p:nvPr/>
              </p:nvSpPr>
              <p:spPr>
                <a:xfrm>
                  <a:off x="2225817" y="3066979"/>
                  <a:ext cx="1390428" cy="70365"/>
                </a:xfrm>
                <a:custGeom>
                  <a:avLst/>
                  <a:gdLst/>
                  <a:ahLst/>
                  <a:cxnLst/>
                  <a:rect l="l" t="t" r="r" b="b"/>
                  <a:pathLst>
                    <a:path w="4861" h="246" extrusionOk="0">
                      <a:moveTo>
                        <a:pt x="1716" y="0"/>
                      </a:moveTo>
                      <a:lnTo>
                        <a:pt x="0" y="137"/>
                      </a:lnTo>
                      <a:lnTo>
                        <a:pt x="4860" y="245"/>
                      </a:lnTo>
                      <a:lnTo>
                        <a:pt x="4860" y="245"/>
                      </a:lnTo>
                      <a:lnTo>
                        <a:pt x="3282" y="0"/>
                      </a:lnTo>
                      <a:lnTo>
                        <a:pt x="2438" y="69"/>
                      </a:lnTo>
                      <a:lnTo>
                        <a:pt x="171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4" name="Google Shape;2214;p26"/>
                <p:cNvSpPr/>
                <p:nvPr/>
              </p:nvSpPr>
              <p:spPr>
                <a:xfrm>
                  <a:off x="3604806" y="1797265"/>
                  <a:ext cx="494845" cy="487404"/>
                </a:xfrm>
                <a:custGeom>
                  <a:avLst/>
                  <a:gdLst/>
                  <a:ahLst/>
                  <a:cxnLst/>
                  <a:rect l="l" t="t" r="r" b="b"/>
                  <a:pathLst>
                    <a:path w="1730" h="1704" extrusionOk="0">
                      <a:moveTo>
                        <a:pt x="873" y="0"/>
                      </a:moveTo>
                      <a:lnTo>
                        <a:pt x="667" y="477"/>
                      </a:lnTo>
                      <a:lnTo>
                        <a:pt x="164" y="340"/>
                      </a:lnTo>
                      <a:lnTo>
                        <a:pt x="409" y="791"/>
                      </a:lnTo>
                      <a:lnTo>
                        <a:pt x="0" y="1089"/>
                      </a:lnTo>
                      <a:lnTo>
                        <a:pt x="504" y="1187"/>
                      </a:lnTo>
                      <a:lnTo>
                        <a:pt x="477" y="1703"/>
                      </a:lnTo>
                      <a:lnTo>
                        <a:pt x="477" y="1703"/>
                      </a:lnTo>
                      <a:lnTo>
                        <a:pt x="873" y="1363"/>
                      </a:lnTo>
                      <a:lnTo>
                        <a:pt x="1252" y="1703"/>
                      </a:lnTo>
                      <a:lnTo>
                        <a:pt x="1252" y="1703"/>
                      </a:lnTo>
                      <a:lnTo>
                        <a:pt x="1226" y="1187"/>
                      </a:lnTo>
                      <a:lnTo>
                        <a:pt x="1729" y="1089"/>
                      </a:lnTo>
                      <a:lnTo>
                        <a:pt x="1321" y="791"/>
                      </a:lnTo>
                      <a:lnTo>
                        <a:pt x="1566" y="340"/>
                      </a:lnTo>
                      <a:lnTo>
                        <a:pt x="1063" y="477"/>
                      </a:lnTo>
                      <a:lnTo>
                        <a:pt x="87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5" name="Google Shape;2215;p26"/>
                <p:cNvSpPr/>
                <p:nvPr/>
              </p:nvSpPr>
              <p:spPr>
                <a:xfrm>
                  <a:off x="5377383" y="2844443"/>
                  <a:ext cx="253715" cy="134436"/>
                </a:xfrm>
                <a:custGeom>
                  <a:avLst/>
                  <a:gdLst/>
                  <a:ahLst/>
                  <a:cxnLst/>
                  <a:rect l="l" t="t" r="r" b="b"/>
                  <a:pathLst>
                    <a:path w="887" h="470" extrusionOk="0">
                      <a:moveTo>
                        <a:pt x="707" y="1"/>
                      </a:moveTo>
                      <a:cubicBezTo>
                        <a:pt x="698" y="1"/>
                        <a:pt x="689" y="2"/>
                        <a:pt x="680" y="3"/>
                      </a:cubicBezTo>
                      <a:lnTo>
                        <a:pt x="121" y="193"/>
                      </a:lnTo>
                      <a:cubicBezTo>
                        <a:pt x="40" y="206"/>
                        <a:pt x="1" y="288"/>
                        <a:pt x="27" y="369"/>
                      </a:cubicBezTo>
                      <a:cubicBezTo>
                        <a:pt x="50" y="430"/>
                        <a:pt x="105" y="470"/>
                        <a:pt x="174" y="470"/>
                      </a:cubicBezTo>
                      <a:cubicBezTo>
                        <a:pt x="184" y="470"/>
                        <a:pt x="193" y="469"/>
                        <a:pt x="203" y="467"/>
                      </a:cubicBezTo>
                      <a:lnTo>
                        <a:pt x="762" y="275"/>
                      </a:lnTo>
                      <a:cubicBezTo>
                        <a:pt x="844" y="262"/>
                        <a:pt x="886" y="180"/>
                        <a:pt x="857" y="98"/>
                      </a:cubicBezTo>
                      <a:cubicBezTo>
                        <a:pt x="834" y="38"/>
                        <a:pt x="769" y="1"/>
                        <a:pt x="70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6" name="Google Shape;2216;p26"/>
                <p:cNvSpPr/>
                <p:nvPr/>
              </p:nvSpPr>
              <p:spPr>
                <a:xfrm>
                  <a:off x="6603914" y="2778941"/>
                  <a:ext cx="249997" cy="90101"/>
                </a:xfrm>
                <a:custGeom>
                  <a:avLst/>
                  <a:gdLst/>
                  <a:ahLst/>
                  <a:cxnLst/>
                  <a:rect l="l" t="t" r="r" b="b"/>
                  <a:pathLst>
                    <a:path w="874" h="315" extrusionOk="0">
                      <a:moveTo>
                        <a:pt x="151" y="0"/>
                      </a:moveTo>
                      <a:cubicBezTo>
                        <a:pt x="70" y="0"/>
                        <a:pt x="1" y="69"/>
                        <a:pt x="1" y="138"/>
                      </a:cubicBezTo>
                      <a:cubicBezTo>
                        <a:pt x="1" y="219"/>
                        <a:pt x="57" y="288"/>
                        <a:pt x="138" y="288"/>
                      </a:cubicBezTo>
                      <a:lnTo>
                        <a:pt x="723" y="314"/>
                      </a:lnTo>
                      <a:cubicBezTo>
                        <a:pt x="805" y="314"/>
                        <a:pt x="874" y="258"/>
                        <a:pt x="874" y="177"/>
                      </a:cubicBezTo>
                      <a:cubicBezTo>
                        <a:pt x="874" y="95"/>
                        <a:pt x="818" y="26"/>
                        <a:pt x="736" y="26"/>
                      </a:cubicBezTo>
                      <a:lnTo>
                        <a:pt x="15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7" name="Google Shape;2217;p26"/>
                <p:cNvSpPr/>
                <p:nvPr/>
              </p:nvSpPr>
              <p:spPr>
                <a:xfrm>
                  <a:off x="2236973" y="4317814"/>
                  <a:ext cx="238555" cy="120993"/>
                </a:xfrm>
                <a:custGeom>
                  <a:avLst/>
                  <a:gdLst/>
                  <a:ahLst/>
                  <a:cxnLst/>
                  <a:rect l="l" t="t" r="r" b="b"/>
                  <a:pathLst>
                    <a:path w="834" h="423" extrusionOk="0">
                      <a:moveTo>
                        <a:pt x="451" y="0"/>
                      </a:moveTo>
                      <a:cubicBezTo>
                        <a:pt x="438" y="0"/>
                        <a:pt x="0" y="314"/>
                        <a:pt x="0" y="314"/>
                      </a:cubicBezTo>
                      <a:cubicBezTo>
                        <a:pt x="0" y="314"/>
                        <a:pt x="69" y="422"/>
                        <a:pt x="219" y="422"/>
                      </a:cubicBezTo>
                      <a:lnTo>
                        <a:pt x="834" y="422"/>
                      </a:lnTo>
                      <a:lnTo>
                        <a:pt x="451"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8" name="Google Shape;2218;p26"/>
                <p:cNvSpPr/>
                <p:nvPr/>
              </p:nvSpPr>
              <p:spPr>
                <a:xfrm>
                  <a:off x="3612243" y="4317814"/>
                  <a:ext cx="149026" cy="117274"/>
                </a:xfrm>
                <a:custGeom>
                  <a:avLst/>
                  <a:gdLst/>
                  <a:ahLst/>
                  <a:cxnLst/>
                  <a:rect l="l" t="t" r="r" b="b"/>
                  <a:pathLst>
                    <a:path w="521" h="410" extrusionOk="0">
                      <a:moveTo>
                        <a:pt x="30" y="0"/>
                      </a:moveTo>
                      <a:lnTo>
                        <a:pt x="0" y="246"/>
                      </a:lnTo>
                      <a:lnTo>
                        <a:pt x="112" y="409"/>
                      </a:lnTo>
                      <a:lnTo>
                        <a:pt x="383" y="285"/>
                      </a:lnTo>
                      <a:lnTo>
                        <a:pt x="520" y="151"/>
                      </a:lnTo>
                      <a:lnTo>
                        <a:pt x="259" y="56"/>
                      </a:lnTo>
                      <a:lnTo>
                        <a:pt x="30"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9" name="Google Shape;2219;p26"/>
                <p:cNvSpPr/>
                <p:nvPr/>
              </p:nvSpPr>
              <p:spPr>
                <a:xfrm>
                  <a:off x="2533308" y="4240299"/>
                  <a:ext cx="93820" cy="70365"/>
                </a:xfrm>
                <a:custGeom>
                  <a:avLst/>
                  <a:gdLst/>
                  <a:ahLst/>
                  <a:cxnLst/>
                  <a:rect l="l" t="t" r="r" b="b"/>
                  <a:pathLst>
                    <a:path w="328" h="246" extrusionOk="0">
                      <a:moveTo>
                        <a:pt x="164" y="0"/>
                      </a:moveTo>
                      <a:cubicBezTo>
                        <a:pt x="164" y="0"/>
                        <a:pt x="13" y="95"/>
                        <a:pt x="0" y="108"/>
                      </a:cubicBezTo>
                      <a:lnTo>
                        <a:pt x="27" y="190"/>
                      </a:lnTo>
                      <a:lnTo>
                        <a:pt x="138" y="245"/>
                      </a:lnTo>
                      <a:lnTo>
                        <a:pt x="327" y="216"/>
                      </a:lnTo>
                      <a:lnTo>
                        <a:pt x="301" y="95"/>
                      </a:lnTo>
                      <a:lnTo>
                        <a:pt x="164"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0" name="Google Shape;2220;p26"/>
                <p:cNvSpPr/>
                <p:nvPr/>
              </p:nvSpPr>
              <p:spPr>
                <a:xfrm>
                  <a:off x="2420037" y="4461691"/>
                  <a:ext cx="117275" cy="59209"/>
                </a:xfrm>
                <a:custGeom>
                  <a:avLst/>
                  <a:gdLst/>
                  <a:ahLst/>
                  <a:cxnLst/>
                  <a:rect l="l" t="t" r="r" b="b"/>
                  <a:pathLst>
                    <a:path w="410" h="207" extrusionOk="0">
                      <a:moveTo>
                        <a:pt x="1" y="1"/>
                      </a:moveTo>
                      <a:lnTo>
                        <a:pt x="83" y="207"/>
                      </a:lnTo>
                      <a:lnTo>
                        <a:pt x="328" y="164"/>
                      </a:lnTo>
                      <a:lnTo>
                        <a:pt x="409" y="1"/>
                      </a:lnTo>
                      <a:lnTo>
                        <a:pt x="207" y="27"/>
                      </a:lnTo>
                      <a:lnTo>
                        <a:pt x="1"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1" name="Google Shape;2221;p26"/>
                <p:cNvSpPr/>
                <p:nvPr/>
              </p:nvSpPr>
              <p:spPr>
                <a:xfrm>
                  <a:off x="3312189" y="4177657"/>
                  <a:ext cx="148739" cy="140443"/>
                </a:xfrm>
                <a:custGeom>
                  <a:avLst/>
                  <a:gdLst/>
                  <a:ahLst/>
                  <a:cxnLst/>
                  <a:rect l="l" t="t" r="r" b="b"/>
                  <a:pathLst>
                    <a:path w="520" h="491" extrusionOk="0">
                      <a:moveTo>
                        <a:pt x="464" y="0"/>
                      </a:moveTo>
                      <a:cubicBezTo>
                        <a:pt x="451" y="0"/>
                        <a:pt x="327" y="95"/>
                        <a:pt x="327" y="95"/>
                      </a:cubicBezTo>
                      <a:lnTo>
                        <a:pt x="0" y="69"/>
                      </a:lnTo>
                      <a:lnTo>
                        <a:pt x="219" y="245"/>
                      </a:lnTo>
                      <a:lnTo>
                        <a:pt x="232" y="490"/>
                      </a:lnTo>
                      <a:lnTo>
                        <a:pt x="520" y="271"/>
                      </a:lnTo>
                      <a:lnTo>
                        <a:pt x="464"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2" name="Google Shape;2222;p26"/>
                <p:cNvSpPr/>
                <p:nvPr/>
              </p:nvSpPr>
              <p:spPr>
                <a:xfrm>
                  <a:off x="2619405" y="4282346"/>
                  <a:ext cx="131863" cy="116988"/>
                </a:xfrm>
                <a:custGeom>
                  <a:avLst/>
                  <a:gdLst/>
                  <a:ahLst/>
                  <a:cxnLst/>
                  <a:rect l="l" t="t" r="r" b="b"/>
                  <a:pathLst>
                    <a:path w="461" h="409" extrusionOk="0">
                      <a:moveTo>
                        <a:pt x="461" y="0"/>
                      </a:moveTo>
                      <a:cubicBezTo>
                        <a:pt x="448" y="0"/>
                        <a:pt x="327" y="82"/>
                        <a:pt x="327" y="82"/>
                      </a:cubicBezTo>
                      <a:lnTo>
                        <a:pt x="95" y="138"/>
                      </a:lnTo>
                      <a:lnTo>
                        <a:pt x="0" y="314"/>
                      </a:lnTo>
                      <a:lnTo>
                        <a:pt x="232" y="409"/>
                      </a:lnTo>
                      <a:lnTo>
                        <a:pt x="435" y="343"/>
                      </a:lnTo>
                      <a:lnTo>
                        <a:pt x="461"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3" name="Google Shape;2223;p26"/>
                <p:cNvSpPr/>
                <p:nvPr/>
              </p:nvSpPr>
              <p:spPr>
                <a:xfrm>
                  <a:off x="2587369" y="4426794"/>
                  <a:ext cx="104118" cy="85811"/>
                </a:xfrm>
                <a:custGeom>
                  <a:avLst/>
                  <a:gdLst/>
                  <a:ahLst/>
                  <a:cxnLst/>
                  <a:rect l="l" t="t" r="r" b="b"/>
                  <a:pathLst>
                    <a:path w="364" h="300" extrusionOk="0">
                      <a:moveTo>
                        <a:pt x="168" y="0"/>
                      </a:moveTo>
                      <a:cubicBezTo>
                        <a:pt x="167" y="0"/>
                        <a:pt x="166" y="1"/>
                        <a:pt x="164" y="2"/>
                      </a:cubicBezTo>
                      <a:cubicBezTo>
                        <a:pt x="151" y="15"/>
                        <a:pt x="17" y="110"/>
                        <a:pt x="1" y="136"/>
                      </a:cubicBezTo>
                      <a:lnTo>
                        <a:pt x="112" y="136"/>
                      </a:lnTo>
                      <a:lnTo>
                        <a:pt x="138" y="299"/>
                      </a:lnTo>
                      <a:cubicBezTo>
                        <a:pt x="138" y="299"/>
                        <a:pt x="247" y="258"/>
                        <a:pt x="308" y="258"/>
                      </a:cubicBezTo>
                      <a:cubicBezTo>
                        <a:pt x="315" y="258"/>
                        <a:pt x="322" y="259"/>
                        <a:pt x="328" y="260"/>
                      </a:cubicBezTo>
                      <a:cubicBezTo>
                        <a:pt x="330" y="261"/>
                        <a:pt x="331" y="261"/>
                        <a:pt x="333" y="261"/>
                      </a:cubicBezTo>
                      <a:cubicBezTo>
                        <a:pt x="364" y="261"/>
                        <a:pt x="288" y="122"/>
                        <a:pt x="262" y="110"/>
                      </a:cubicBezTo>
                      <a:cubicBezTo>
                        <a:pt x="235" y="98"/>
                        <a:pt x="188" y="0"/>
                        <a:pt x="16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4" name="Google Shape;2224;p26"/>
                <p:cNvSpPr/>
                <p:nvPr/>
              </p:nvSpPr>
              <p:spPr>
                <a:xfrm>
                  <a:off x="3511272" y="4146765"/>
                  <a:ext cx="116989" cy="70365"/>
                </a:xfrm>
                <a:custGeom>
                  <a:avLst/>
                  <a:gdLst/>
                  <a:ahLst/>
                  <a:cxnLst/>
                  <a:rect l="l" t="t" r="r" b="b"/>
                  <a:pathLst>
                    <a:path w="409" h="246" extrusionOk="0">
                      <a:moveTo>
                        <a:pt x="0" y="0"/>
                      </a:moveTo>
                      <a:lnTo>
                        <a:pt x="69" y="245"/>
                      </a:lnTo>
                      <a:lnTo>
                        <a:pt x="327" y="190"/>
                      </a:lnTo>
                      <a:lnTo>
                        <a:pt x="409" y="0"/>
                      </a:lnTo>
                      <a:lnTo>
                        <a:pt x="190" y="26"/>
                      </a:lnTo>
                      <a:lnTo>
                        <a:pt x="0"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spTree>
  </p:cSld>
  <p:clrMapOvr>
    <a:masterClrMapping/>
  </p:clrMapOvr>
  <p:transition spd="med">
    <p:fade thruBlk="1"/>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228"/>
        <p:cNvGrpSpPr/>
        <p:nvPr/>
      </p:nvGrpSpPr>
      <p:grpSpPr>
        <a:xfrm>
          <a:off x="0" y="0"/>
          <a:ext cx="0" cy="0"/>
          <a:chOff x="0" y="0"/>
          <a:chExt cx="0" cy="0"/>
        </a:xfrm>
      </p:grpSpPr>
      <p:sp>
        <p:nvSpPr>
          <p:cNvPr id="2229" name="Google Shape;2229;p27"/>
          <p:cNvSpPr/>
          <p:nvPr/>
        </p:nvSpPr>
        <p:spPr>
          <a:xfrm>
            <a:off x="1497913" y="1278825"/>
            <a:ext cx="3213600" cy="3213600"/>
          </a:xfrm>
          <a:prstGeom prst="ellipse">
            <a:avLst/>
          </a:prstGeom>
          <a:solidFill>
            <a:srgbClr val="897FBB">
              <a:alpha val="291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0" name="Google Shape;2230;p27"/>
          <p:cNvSpPr txBox="1">
            <a:spLocks noGrp="1"/>
          </p:cNvSpPr>
          <p:nvPr>
            <p:ph type="title"/>
          </p:nvPr>
        </p:nvSpPr>
        <p:spPr>
          <a:xfrm>
            <a:off x="4807175" y="2543248"/>
            <a:ext cx="3450900" cy="15651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sz="3200" b="1">
                <a:latin typeface="微軟正黑體" panose="020B0604030504040204" pitchFamily="34" charset="-120"/>
                <a:ea typeface="微軟正黑體" panose="020B0604030504040204" pitchFamily="34" charset="-120"/>
                <a:cs typeface="Arial" panose="020B0604020202020204" pitchFamily="34" charset="0"/>
              </a:rPr>
              <a:t>專案介紹和資料集選擇的理由</a:t>
            </a:r>
            <a:endParaRPr sz="5700" b="1">
              <a:latin typeface="微軟正黑體" panose="020B0604030504040204" pitchFamily="34" charset="-120"/>
              <a:ea typeface="微軟正黑體" panose="020B0604030504040204" pitchFamily="34" charset="-120"/>
              <a:cs typeface="Arial" panose="020B0604020202020204" pitchFamily="34" charset="0"/>
            </a:endParaRPr>
          </a:p>
        </p:txBody>
      </p:sp>
      <p:sp>
        <p:nvSpPr>
          <p:cNvPr id="2231" name="Google Shape;2231;p27"/>
          <p:cNvSpPr txBox="1">
            <a:spLocks noGrp="1"/>
          </p:cNvSpPr>
          <p:nvPr>
            <p:ph type="title" idx="2"/>
          </p:nvPr>
        </p:nvSpPr>
        <p:spPr>
          <a:xfrm>
            <a:off x="5367575" y="1352850"/>
            <a:ext cx="2330100" cy="935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01</a:t>
            </a:r>
            <a:endParaRPr/>
          </a:p>
        </p:txBody>
      </p:sp>
      <p:grpSp>
        <p:nvGrpSpPr>
          <p:cNvPr id="2232" name="Google Shape;2232;p27"/>
          <p:cNvGrpSpPr/>
          <p:nvPr/>
        </p:nvGrpSpPr>
        <p:grpSpPr>
          <a:xfrm>
            <a:off x="435284" y="2391181"/>
            <a:ext cx="2351004" cy="4425656"/>
            <a:chOff x="5492025" y="895275"/>
            <a:chExt cx="2055612" cy="3869595"/>
          </a:xfrm>
        </p:grpSpPr>
        <p:sp>
          <p:nvSpPr>
            <p:cNvPr id="2233" name="Google Shape;2233;p27"/>
            <p:cNvSpPr/>
            <p:nvPr/>
          </p:nvSpPr>
          <p:spPr>
            <a:xfrm>
              <a:off x="5492025" y="895275"/>
              <a:ext cx="2055612" cy="3869595"/>
            </a:xfrm>
            <a:custGeom>
              <a:avLst/>
              <a:gdLst/>
              <a:ahLst/>
              <a:cxnLst/>
              <a:rect l="l" t="t" r="r" b="b"/>
              <a:pathLst>
                <a:path w="16887" h="31789" extrusionOk="0">
                  <a:moveTo>
                    <a:pt x="3773" y="0"/>
                  </a:moveTo>
                  <a:cubicBezTo>
                    <a:pt x="1687" y="0"/>
                    <a:pt x="1" y="1687"/>
                    <a:pt x="1" y="3759"/>
                  </a:cubicBezTo>
                  <a:lnTo>
                    <a:pt x="1" y="15729"/>
                  </a:lnTo>
                  <a:lnTo>
                    <a:pt x="14" y="15729"/>
                  </a:lnTo>
                  <a:lnTo>
                    <a:pt x="14" y="31788"/>
                  </a:lnTo>
                  <a:lnTo>
                    <a:pt x="2874" y="31788"/>
                  </a:lnTo>
                  <a:lnTo>
                    <a:pt x="2874" y="13157"/>
                  </a:lnTo>
                  <a:lnTo>
                    <a:pt x="2861" y="13157"/>
                  </a:lnTo>
                  <a:lnTo>
                    <a:pt x="2861" y="3759"/>
                  </a:lnTo>
                  <a:cubicBezTo>
                    <a:pt x="2861" y="3269"/>
                    <a:pt x="3269" y="2860"/>
                    <a:pt x="3773" y="2860"/>
                  </a:cubicBezTo>
                  <a:cubicBezTo>
                    <a:pt x="4276" y="2860"/>
                    <a:pt x="4684" y="3269"/>
                    <a:pt x="4684" y="3759"/>
                  </a:cubicBezTo>
                  <a:lnTo>
                    <a:pt x="4671" y="12748"/>
                  </a:lnTo>
                  <a:cubicBezTo>
                    <a:pt x="4671" y="14817"/>
                    <a:pt x="6374" y="16507"/>
                    <a:pt x="8443" y="16507"/>
                  </a:cubicBezTo>
                  <a:cubicBezTo>
                    <a:pt x="10525" y="16507"/>
                    <a:pt x="12215" y="14817"/>
                    <a:pt x="12215" y="12748"/>
                  </a:cubicBezTo>
                  <a:lnTo>
                    <a:pt x="12215" y="3759"/>
                  </a:lnTo>
                  <a:cubicBezTo>
                    <a:pt x="12215" y="3269"/>
                    <a:pt x="12624" y="2860"/>
                    <a:pt x="13114" y="2860"/>
                  </a:cubicBezTo>
                  <a:cubicBezTo>
                    <a:pt x="13618" y="2860"/>
                    <a:pt x="14026" y="3269"/>
                    <a:pt x="14026" y="3759"/>
                  </a:cubicBezTo>
                  <a:lnTo>
                    <a:pt x="14026" y="13157"/>
                  </a:lnTo>
                  <a:lnTo>
                    <a:pt x="14026" y="31788"/>
                  </a:lnTo>
                  <a:lnTo>
                    <a:pt x="16886" y="31788"/>
                  </a:lnTo>
                  <a:lnTo>
                    <a:pt x="16886" y="15729"/>
                  </a:lnTo>
                  <a:lnTo>
                    <a:pt x="16886" y="3759"/>
                  </a:lnTo>
                  <a:cubicBezTo>
                    <a:pt x="16886" y="1687"/>
                    <a:pt x="15200" y="0"/>
                    <a:pt x="13114" y="0"/>
                  </a:cubicBezTo>
                  <a:cubicBezTo>
                    <a:pt x="11045" y="0"/>
                    <a:pt x="9355" y="1687"/>
                    <a:pt x="9355" y="3759"/>
                  </a:cubicBezTo>
                  <a:lnTo>
                    <a:pt x="9355" y="12748"/>
                  </a:lnTo>
                  <a:cubicBezTo>
                    <a:pt x="9355" y="13209"/>
                    <a:pt x="9002" y="13591"/>
                    <a:pt x="8564" y="13647"/>
                  </a:cubicBezTo>
                  <a:lnTo>
                    <a:pt x="8336" y="13647"/>
                  </a:lnTo>
                  <a:cubicBezTo>
                    <a:pt x="7884" y="13591"/>
                    <a:pt x="7531" y="13209"/>
                    <a:pt x="7531" y="12748"/>
                  </a:cubicBezTo>
                  <a:lnTo>
                    <a:pt x="7531" y="3759"/>
                  </a:lnTo>
                  <a:cubicBezTo>
                    <a:pt x="7531" y="1687"/>
                    <a:pt x="5842" y="0"/>
                    <a:pt x="3773" y="0"/>
                  </a:cubicBezTo>
                  <a:close/>
                </a:path>
              </a:pathLst>
            </a:custGeom>
            <a:solidFill>
              <a:schemeClr val="accent5"/>
            </a:solidFill>
            <a:ln>
              <a:noFill/>
            </a:ln>
            <a:effectLst>
              <a:outerShdw dist="57150" dir="6300000" algn="bl" rotWithShape="0">
                <a:schemeClr val="dk1">
                  <a:alpha val="35000"/>
                </a:scheme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endParaRPr/>
            </a:p>
          </p:txBody>
        </p:sp>
        <p:grpSp>
          <p:nvGrpSpPr>
            <p:cNvPr id="2234" name="Google Shape;2234;p27"/>
            <p:cNvGrpSpPr/>
            <p:nvPr/>
          </p:nvGrpSpPr>
          <p:grpSpPr>
            <a:xfrm>
              <a:off x="5659156" y="1062406"/>
              <a:ext cx="1720973" cy="3496726"/>
              <a:chOff x="5659156" y="1062406"/>
              <a:chExt cx="1720973" cy="3496726"/>
            </a:xfrm>
          </p:grpSpPr>
          <p:sp>
            <p:nvSpPr>
              <p:cNvPr id="2235" name="Google Shape;2235;p27"/>
              <p:cNvSpPr/>
              <p:nvPr/>
            </p:nvSpPr>
            <p:spPr>
              <a:xfrm>
                <a:off x="5661103" y="2645951"/>
                <a:ext cx="13268" cy="53073"/>
              </a:xfrm>
              <a:custGeom>
                <a:avLst/>
                <a:gdLst/>
                <a:ahLst/>
                <a:cxnLst/>
                <a:rect l="l" t="t" r="r" b="b"/>
                <a:pathLst>
                  <a:path w="109" h="436" extrusionOk="0">
                    <a:moveTo>
                      <a:pt x="1" y="0"/>
                    </a:moveTo>
                    <a:lnTo>
                      <a:pt x="1" y="435"/>
                    </a:lnTo>
                    <a:lnTo>
                      <a:pt x="109" y="435"/>
                    </a:lnTo>
                    <a:lnTo>
                      <a:pt x="109"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6" name="Google Shape;2236;p27"/>
              <p:cNvSpPr/>
              <p:nvPr/>
            </p:nvSpPr>
            <p:spPr>
              <a:xfrm>
                <a:off x="7366861" y="3756465"/>
                <a:ext cx="13268" cy="53438"/>
              </a:xfrm>
              <a:custGeom>
                <a:avLst/>
                <a:gdLst/>
                <a:ahLst/>
                <a:cxnLst/>
                <a:rect l="l" t="t" r="r" b="b"/>
                <a:pathLst>
                  <a:path w="109" h="439" extrusionOk="0">
                    <a:moveTo>
                      <a:pt x="0" y="0"/>
                    </a:moveTo>
                    <a:lnTo>
                      <a:pt x="0" y="438"/>
                    </a:lnTo>
                    <a:lnTo>
                      <a:pt x="108" y="438"/>
                    </a:lnTo>
                    <a:lnTo>
                      <a:pt x="108"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7" name="Google Shape;2237;p27"/>
              <p:cNvSpPr/>
              <p:nvPr/>
            </p:nvSpPr>
            <p:spPr>
              <a:xfrm>
                <a:off x="7366861" y="3862732"/>
                <a:ext cx="13268" cy="54534"/>
              </a:xfrm>
              <a:custGeom>
                <a:avLst/>
                <a:gdLst/>
                <a:ahLst/>
                <a:cxnLst/>
                <a:rect l="l" t="t" r="r" b="b"/>
                <a:pathLst>
                  <a:path w="109" h="448" extrusionOk="0">
                    <a:moveTo>
                      <a:pt x="0" y="0"/>
                    </a:moveTo>
                    <a:lnTo>
                      <a:pt x="0" y="448"/>
                    </a:lnTo>
                    <a:lnTo>
                      <a:pt x="108" y="448"/>
                    </a:lnTo>
                    <a:lnTo>
                      <a:pt x="108"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8" name="Google Shape;2238;p27"/>
              <p:cNvSpPr/>
              <p:nvPr/>
            </p:nvSpPr>
            <p:spPr>
              <a:xfrm>
                <a:off x="7366861" y="3648615"/>
                <a:ext cx="13268" cy="53438"/>
              </a:xfrm>
              <a:custGeom>
                <a:avLst/>
                <a:gdLst/>
                <a:ahLst/>
                <a:cxnLst/>
                <a:rect l="l" t="t" r="r" b="b"/>
                <a:pathLst>
                  <a:path w="109" h="439" extrusionOk="0">
                    <a:moveTo>
                      <a:pt x="0" y="0"/>
                    </a:moveTo>
                    <a:lnTo>
                      <a:pt x="0" y="438"/>
                    </a:lnTo>
                    <a:lnTo>
                      <a:pt x="108" y="438"/>
                    </a:lnTo>
                    <a:lnTo>
                      <a:pt x="108"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9" name="Google Shape;2239;p27"/>
              <p:cNvSpPr/>
              <p:nvPr/>
            </p:nvSpPr>
            <p:spPr>
              <a:xfrm>
                <a:off x="7366861" y="4506059"/>
                <a:ext cx="13268" cy="53073"/>
              </a:xfrm>
              <a:custGeom>
                <a:avLst/>
                <a:gdLst/>
                <a:ahLst/>
                <a:cxnLst/>
                <a:rect l="l" t="t" r="r" b="b"/>
                <a:pathLst>
                  <a:path w="109" h="436" extrusionOk="0">
                    <a:moveTo>
                      <a:pt x="0" y="0"/>
                    </a:moveTo>
                    <a:lnTo>
                      <a:pt x="0" y="435"/>
                    </a:lnTo>
                    <a:lnTo>
                      <a:pt x="108" y="435"/>
                    </a:lnTo>
                    <a:lnTo>
                      <a:pt x="108"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0" name="Google Shape;2240;p27"/>
              <p:cNvSpPr/>
              <p:nvPr/>
            </p:nvSpPr>
            <p:spPr>
              <a:xfrm>
                <a:off x="7366861" y="3970461"/>
                <a:ext cx="13268" cy="53073"/>
              </a:xfrm>
              <a:custGeom>
                <a:avLst/>
                <a:gdLst/>
                <a:ahLst/>
                <a:cxnLst/>
                <a:rect l="l" t="t" r="r" b="b"/>
                <a:pathLst>
                  <a:path w="109" h="436" extrusionOk="0">
                    <a:moveTo>
                      <a:pt x="0" y="1"/>
                    </a:moveTo>
                    <a:lnTo>
                      <a:pt x="0" y="436"/>
                    </a:lnTo>
                    <a:lnTo>
                      <a:pt x="108" y="436"/>
                    </a:lnTo>
                    <a:lnTo>
                      <a:pt x="10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1" name="Google Shape;2241;p27"/>
              <p:cNvSpPr/>
              <p:nvPr/>
            </p:nvSpPr>
            <p:spPr>
              <a:xfrm>
                <a:off x="7366861" y="4078311"/>
                <a:ext cx="13268" cy="53073"/>
              </a:xfrm>
              <a:custGeom>
                <a:avLst/>
                <a:gdLst/>
                <a:ahLst/>
                <a:cxnLst/>
                <a:rect l="l" t="t" r="r" b="b"/>
                <a:pathLst>
                  <a:path w="109" h="436" extrusionOk="0">
                    <a:moveTo>
                      <a:pt x="0" y="1"/>
                    </a:moveTo>
                    <a:lnTo>
                      <a:pt x="0" y="435"/>
                    </a:lnTo>
                    <a:lnTo>
                      <a:pt x="108" y="435"/>
                    </a:lnTo>
                    <a:lnTo>
                      <a:pt x="10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2" name="Google Shape;2242;p27"/>
              <p:cNvSpPr/>
              <p:nvPr/>
            </p:nvSpPr>
            <p:spPr>
              <a:xfrm>
                <a:off x="7366861" y="4184213"/>
                <a:ext cx="13268" cy="53438"/>
              </a:xfrm>
              <a:custGeom>
                <a:avLst/>
                <a:gdLst/>
                <a:ahLst/>
                <a:cxnLst/>
                <a:rect l="l" t="t" r="r" b="b"/>
                <a:pathLst>
                  <a:path w="109" h="439" extrusionOk="0">
                    <a:moveTo>
                      <a:pt x="0" y="0"/>
                    </a:moveTo>
                    <a:lnTo>
                      <a:pt x="0" y="438"/>
                    </a:lnTo>
                    <a:lnTo>
                      <a:pt x="108" y="438"/>
                    </a:lnTo>
                    <a:lnTo>
                      <a:pt x="108"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3" name="Google Shape;2243;p27"/>
              <p:cNvSpPr/>
              <p:nvPr/>
            </p:nvSpPr>
            <p:spPr>
              <a:xfrm>
                <a:off x="7366861" y="4398209"/>
                <a:ext cx="13268" cy="54656"/>
              </a:xfrm>
              <a:custGeom>
                <a:avLst/>
                <a:gdLst/>
                <a:ahLst/>
                <a:cxnLst/>
                <a:rect l="l" t="t" r="r" b="b"/>
                <a:pathLst>
                  <a:path w="109" h="449" extrusionOk="0">
                    <a:moveTo>
                      <a:pt x="0" y="1"/>
                    </a:moveTo>
                    <a:lnTo>
                      <a:pt x="0" y="448"/>
                    </a:lnTo>
                    <a:lnTo>
                      <a:pt x="108" y="448"/>
                    </a:lnTo>
                    <a:lnTo>
                      <a:pt x="10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4" name="Google Shape;2244;p27"/>
              <p:cNvSpPr/>
              <p:nvPr/>
            </p:nvSpPr>
            <p:spPr>
              <a:xfrm>
                <a:off x="7366861" y="4291941"/>
                <a:ext cx="13268" cy="53073"/>
              </a:xfrm>
              <a:custGeom>
                <a:avLst/>
                <a:gdLst/>
                <a:ahLst/>
                <a:cxnLst/>
                <a:rect l="l" t="t" r="r" b="b"/>
                <a:pathLst>
                  <a:path w="109" h="436" extrusionOk="0">
                    <a:moveTo>
                      <a:pt x="0" y="1"/>
                    </a:moveTo>
                    <a:lnTo>
                      <a:pt x="0" y="436"/>
                    </a:lnTo>
                    <a:lnTo>
                      <a:pt x="108" y="436"/>
                    </a:lnTo>
                    <a:lnTo>
                      <a:pt x="10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5" name="Google Shape;2245;p27"/>
              <p:cNvSpPr/>
              <p:nvPr/>
            </p:nvSpPr>
            <p:spPr>
              <a:xfrm>
                <a:off x="7366861" y="2896221"/>
                <a:ext cx="13268" cy="54656"/>
              </a:xfrm>
              <a:custGeom>
                <a:avLst/>
                <a:gdLst/>
                <a:ahLst/>
                <a:cxnLst/>
                <a:rect l="l" t="t" r="r" b="b"/>
                <a:pathLst>
                  <a:path w="109" h="449" extrusionOk="0">
                    <a:moveTo>
                      <a:pt x="0" y="0"/>
                    </a:moveTo>
                    <a:lnTo>
                      <a:pt x="0" y="448"/>
                    </a:lnTo>
                    <a:lnTo>
                      <a:pt x="108" y="448"/>
                    </a:lnTo>
                    <a:lnTo>
                      <a:pt x="108"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6" name="Google Shape;2246;p27"/>
              <p:cNvSpPr/>
              <p:nvPr/>
            </p:nvSpPr>
            <p:spPr>
              <a:xfrm>
                <a:off x="7366861" y="3004071"/>
                <a:ext cx="13268" cy="52951"/>
              </a:xfrm>
              <a:custGeom>
                <a:avLst/>
                <a:gdLst/>
                <a:ahLst/>
                <a:cxnLst/>
                <a:rect l="l" t="t" r="r" b="b"/>
                <a:pathLst>
                  <a:path w="109" h="435" extrusionOk="0">
                    <a:moveTo>
                      <a:pt x="0" y="0"/>
                    </a:moveTo>
                    <a:lnTo>
                      <a:pt x="0" y="435"/>
                    </a:lnTo>
                    <a:lnTo>
                      <a:pt x="108" y="435"/>
                    </a:lnTo>
                    <a:lnTo>
                      <a:pt x="108"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7" name="Google Shape;2247;p27"/>
              <p:cNvSpPr/>
              <p:nvPr/>
            </p:nvSpPr>
            <p:spPr>
              <a:xfrm>
                <a:off x="7366861" y="2789954"/>
                <a:ext cx="13268" cy="53073"/>
              </a:xfrm>
              <a:custGeom>
                <a:avLst/>
                <a:gdLst/>
                <a:ahLst/>
                <a:cxnLst/>
                <a:rect l="l" t="t" r="r" b="b"/>
                <a:pathLst>
                  <a:path w="109" h="436" extrusionOk="0">
                    <a:moveTo>
                      <a:pt x="0" y="1"/>
                    </a:moveTo>
                    <a:lnTo>
                      <a:pt x="0" y="435"/>
                    </a:lnTo>
                    <a:lnTo>
                      <a:pt x="108" y="435"/>
                    </a:lnTo>
                    <a:lnTo>
                      <a:pt x="108" y="164"/>
                    </a:lnTo>
                    <a:lnTo>
                      <a:pt x="108" y="14"/>
                    </a:lnTo>
                    <a:lnTo>
                      <a:pt x="10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8" name="Google Shape;2248;p27"/>
              <p:cNvSpPr/>
              <p:nvPr/>
            </p:nvSpPr>
            <p:spPr>
              <a:xfrm>
                <a:off x="7366861" y="3111434"/>
                <a:ext cx="13268" cy="53438"/>
              </a:xfrm>
              <a:custGeom>
                <a:avLst/>
                <a:gdLst/>
                <a:ahLst/>
                <a:cxnLst/>
                <a:rect l="l" t="t" r="r" b="b"/>
                <a:pathLst>
                  <a:path w="109" h="439" extrusionOk="0">
                    <a:moveTo>
                      <a:pt x="0" y="1"/>
                    </a:moveTo>
                    <a:lnTo>
                      <a:pt x="0" y="439"/>
                    </a:lnTo>
                    <a:lnTo>
                      <a:pt x="108" y="439"/>
                    </a:lnTo>
                    <a:lnTo>
                      <a:pt x="10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9" name="Google Shape;2249;p27"/>
              <p:cNvSpPr/>
              <p:nvPr/>
            </p:nvSpPr>
            <p:spPr>
              <a:xfrm>
                <a:off x="7366861" y="3217702"/>
                <a:ext cx="13268" cy="55021"/>
              </a:xfrm>
              <a:custGeom>
                <a:avLst/>
                <a:gdLst/>
                <a:ahLst/>
                <a:cxnLst/>
                <a:rect l="l" t="t" r="r" b="b"/>
                <a:pathLst>
                  <a:path w="109" h="452" extrusionOk="0">
                    <a:moveTo>
                      <a:pt x="0" y="1"/>
                    </a:moveTo>
                    <a:lnTo>
                      <a:pt x="0" y="452"/>
                    </a:lnTo>
                    <a:lnTo>
                      <a:pt x="108" y="452"/>
                    </a:lnTo>
                    <a:lnTo>
                      <a:pt x="10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0" name="Google Shape;2250;p27"/>
              <p:cNvSpPr/>
              <p:nvPr/>
            </p:nvSpPr>
            <p:spPr>
              <a:xfrm>
                <a:off x="7366861" y="3325552"/>
                <a:ext cx="13268" cy="53073"/>
              </a:xfrm>
              <a:custGeom>
                <a:avLst/>
                <a:gdLst/>
                <a:ahLst/>
                <a:cxnLst/>
                <a:rect l="l" t="t" r="r" b="b"/>
                <a:pathLst>
                  <a:path w="109" h="436" extrusionOk="0">
                    <a:moveTo>
                      <a:pt x="0" y="0"/>
                    </a:moveTo>
                    <a:lnTo>
                      <a:pt x="0" y="435"/>
                    </a:lnTo>
                    <a:lnTo>
                      <a:pt x="108" y="435"/>
                    </a:lnTo>
                    <a:lnTo>
                      <a:pt x="108"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1" name="Google Shape;2251;p27"/>
              <p:cNvSpPr/>
              <p:nvPr/>
            </p:nvSpPr>
            <p:spPr>
              <a:xfrm>
                <a:off x="7366861" y="3539182"/>
                <a:ext cx="13268" cy="56603"/>
              </a:xfrm>
              <a:custGeom>
                <a:avLst/>
                <a:gdLst/>
                <a:ahLst/>
                <a:cxnLst/>
                <a:rect l="l" t="t" r="r" b="b"/>
                <a:pathLst>
                  <a:path w="109" h="465" extrusionOk="0">
                    <a:moveTo>
                      <a:pt x="0" y="1"/>
                    </a:moveTo>
                    <a:lnTo>
                      <a:pt x="0" y="30"/>
                    </a:lnTo>
                    <a:lnTo>
                      <a:pt x="0" y="439"/>
                    </a:lnTo>
                    <a:lnTo>
                      <a:pt x="0" y="465"/>
                    </a:lnTo>
                    <a:lnTo>
                      <a:pt x="108" y="465"/>
                    </a:lnTo>
                    <a:lnTo>
                      <a:pt x="108" y="439"/>
                    </a:lnTo>
                    <a:lnTo>
                      <a:pt x="108" y="30"/>
                    </a:lnTo>
                    <a:lnTo>
                      <a:pt x="10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2" name="Google Shape;2252;p27"/>
              <p:cNvSpPr/>
              <p:nvPr/>
            </p:nvSpPr>
            <p:spPr>
              <a:xfrm>
                <a:off x="7366861" y="3431819"/>
                <a:ext cx="13268" cy="54534"/>
              </a:xfrm>
              <a:custGeom>
                <a:avLst/>
                <a:gdLst/>
                <a:ahLst/>
                <a:cxnLst/>
                <a:rect l="l" t="t" r="r" b="b"/>
                <a:pathLst>
                  <a:path w="109" h="448" extrusionOk="0">
                    <a:moveTo>
                      <a:pt x="0" y="0"/>
                    </a:moveTo>
                    <a:lnTo>
                      <a:pt x="0" y="448"/>
                    </a:lnTo>
                    <a:lnTo>
                      <a:pt x="108" y="448"/>
                    </a:lnTo>
                    <a:lnTo>
                      <a:pt x="108"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3" name="Google Shape;2253;p27"/>
              <p:cNvSpPr/>
              <p:nvPr/>
            </p:nvSpPr>
            <p:spPr>
              <a:xfrm>
                <a:off x="5833347" y="1069101"/>
                <a:ext cx="54656" cy="29945"/>
              </a:xfrm>
              <a:custGeom>
                <a:avLst/>
                <a:gdLst/>
                <a:ahLst/>
                <a:cxnLst/>
                <a:rect l="l" t="t" r="r" b="b"/>
                <a:pathLst>
                  <a:path w="449" h="246" extrusionOk="0">
                    <a:moveTo>
                      <a:pt x="423" y="1"/>
                    </a:moveTo>
                    <a:cubicBezTo>
                      <a:pt x="285" y="43"/>
                      <a:pt x="138" y="83"/>
                      <a:pt x="1" y="151"/>
                    </a:cubicBezTo>
                    <a:lnTo>
                      <a:pt x="40" y="246"/>
                    </a:lnTo>
                    <a:cubicBezTo>
                      <a:pt x="178" y="190"/>
                      <a:pt x="315" y="138"/>
                      <a:pt x="449" y="109"/>
                    </a:cubicBezTo>
                    <a:lnTo>
                      <a:pt x="423"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4" name="Google Shape;2254;p27"/>
              <p:cNvSpPr/>
              <p:nvPr/>
            </p:nvSpPr>
            <p:spPr>
              <a:xfrm>
                <a:off x="5659156" y="1720827"/>
                <a:ext cx="13633" cy="53073"/>
              </a:xfrm>
              <a:custGeom>
                <a:avLst/>
                <a:gdLst/>
                <a:ahLst/>
                <a:cxnLst/>
                <a:rect l="l" t="t" r="r" b="b"/>
                <a:pathLst>
                  <a:path w="112" h="436" extrusionOk="0">
                    <a:moveTo>
                      <a:pt x="0" y="1"/>
                    </a:moveTo>
                    <a:lnTo>
                      <a:pt x="0" y="436"/>
                    </a:lnTo>
                    <a:lnTo>
                      <a:pt x="111" y="436"/>
                    </a:lnTo>
                    <a:lnTo>
                      <a:pt x="111"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5" name="Google Shape;2255;p27"/>
              <p:cNvSpPr/>
              <p:nvPr/>
            </p:nvSpPr>
            <p:spPr>
              <a:xfrm>
                <a:off x="5659156" y="1826729"/>
                <a:ext cx="13633" cy="55021"/>
              </a:xfrm>
              <a:custGeom>
                <a:avLst/>
                <a:gdLst/>
                <a:ahLst/>
                <a:cxnLst/>
                <a:rect l="l" t="t" r="r" b="b"/>
                <a:pathLst>
                  <a:path w="112" h="452" extrusionOk="0">
                    <a:moveTo>
                      <a:pt x="0" y="0"/>
                    </a:moveTo>
                    <a:lnTo>
                      <a:pt x="0" y="451"/>
                    </a:lnTo>
                    <a:lnTo>
                      <a:pt x="111" y="451"/>
                    </a:lnTo>
                    <a:lnTo>
                      <a:pt x="111"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6" name="Google Shape;2256;p27"/>
              <p:cNvSpPr/>
              <p:nvPr/>
            </p:nvSpPr>
            <p:spPr>
              <a:xfrm>
                <a:off x="5659156" y="1506831"/>
                <a:ext cx="13633" cy="53073"/>
              </a:xfrm>
              <a:custGeom>
                <a:avLst/>
                <a:gdLst/>
                <a:ahLst/>
                <a:cxnLst/>
                <a:rect l="l" t="t" r="r" b="b"/>
                <a:pathLst>
                  <a:path w="112" h="436" extrusionOk="0">
                    <a:moveTo>
                      <a:pt x="0" y="0"/>
                    </a:moveTo>
                    <a:lnTo>
                      <a:pt x="0" y="435"/>
                    </a:lnTo>
                    <a:lnTo>
                      <a:pt x="111" y="435"/>
                    </a:lnTo>
                    <a:lnTo>
                      <a:pt x="111"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7" name="Google Shape;2257;p27"/>
              <p:cNvSpPr/>
              <p:nvPr/>
            </p:nvSpPr>
            <p:spPr>
              <a:xfrm>
                <a:off x="5682649" y="1190097"/>
                <a:ext cx="38222" cy="55021"/>
              </a:xfrm>
              <a:custGeom>
                <a:avLst/>
                <a:gdLst/>
                <a:ahLst/>
                <a:cxnLst/>
                <a:rect l="l" t="t" r="r" b="b"/>
                <a:pathLst>
                  <a:path w="314" h="452" extrusionOk="0">
                    <a:moveTo>
                      <a:pt x="216" y="0"/>
                    </a:moveTo>
                    <a:cubicBezTo>
                      <a:pt x="134" y="138"/>
                      <a:pt x="69" y="259"/>
                      <a:pt x="0" y="396"/>
                    </a:cubicBezTo>
                    <a:lnTo>
                      <a:pt x="108" y="452"/>
                    </a:lnTo>
                    <a:cubicBezTo>
                      <a:pt x="164" y="314"/>
                      <a:pt x="232" y="193"/>
                      <a:pt x="314" y="69"/>
                    </a:cubicBezTo>
                    <a:lnTo>
                      <a:pt x="21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8" name="Google Shape;2258;p27"/>
              <p:cNvSpPr/>
              <p:nvPr/>
            </p:nvSpPr>
            <p:spPr>
              <a:xfrm>
                <a:off x="5659156" y="1398981"/>
                <a:ext cx="13633" cy="53438"/>
              </a:xfrm>
              <a:custGeom>
                <a:avLst/>
                <a:gdLst/>
                <a:ahLst/>
                <a:cxnLst/>
                <a:rect l="l" t="t" r="r" b="b"/>
                <a:pathLst>
                  <a:path w="112" h="439" extrusionOk="0">
                    <a:moveTo>
                      <a:pt x="0" y="1"/>
                    </a:moveTo>
                    <a:lnTo>
                      <a:pt x="0" y="439"/>
                    </a:lnTo>
                    <a:lnTo>
                      <a:pt x="111" y="439"/>
                    </a:lnTo>
                    <a:lnTo>
                      <a:pt x="111"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9" name="Google Shape;2259;p27"/>
              <p:cNvSpPr/>
              <p:nvPr/>
            </p:nvSpPr>
            <p:spPr>
              <a:xfrm>
                <a:off x="5743878" y="1114140"/>
                <a:ext cx="49908" cy="44674"/>
              </a:xfrm>
              <a:custGeom>
                <a:avLst/>
                <a:gdLst/>
                <a:ahLst/>
                <a:cxnLst/>
                <a:rect l="l" t="t" r="r" b="b"/>
                <a:pathLst>
                  <a:path w="410" h="367" extrusionOk="0">
                    <a:moveTo>
                      <a:pt x="340" y="0"/>
                    </a:moveTo>
                    <a:cubicBezTo>
                      <a:pt x="220" y="82"/>
                      <a:pt x="108" y="177"/>
                      <a:pt x="1" y="285"/>
                    </a:cubicBezTo>
                    <a:lnTo>
                      <a:pt x="82" y="366"/>
                    </a:lnTo>
                    <a:cubicBezTo>
                      <a:pt x="177" y="258"/>
                      <a:pt x="285" y="164"/>
                      <a:pt x="409" y="82"/>
                    </a:cubicBezTo>
                    <a:lnTo>
                      <a:pt x="340"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0" name="Google Shape;2260;p27"/>
              <p:cNvSpPr/>
              <p:nvPr/>
            </p:nvSpPr>
            <p:spPr>
              <a:xfrm>
                <a:off x="5659156" y="1291131"/>
                <a:ext cx="19963" cy="55021"/>
              </a:xfrm>
              <a:custGeom>
                <a:avLst/>
                <a:gdLst/>
                <a:ahLst/>
                <a:cxnLst/>
                <a:rect l="l" t="t" r="r" b="b"/>
                <a:pathLst>
                  <a:path w="164" h="452" extrusionOk="0">
                    <a:moveTo>
                      <a:pt x="56" y="1"/>
                    </a:moveTo>
                    <a:cubicBezTo>
                      <a:pt x="30" y="151"/>
                      <a:pt x="17" y="301"/>
                      <a:pt x="0" y="452"/>
                    </a:cubicBezTo>
                    <a:lnTo>
                      <a:pt x="111" y="452"/>
                    </a:lnTo>
                    <a:cubicBezTo>
                      <a:pt x="125" y="301"/>
                      <a:pt x="138" y="164"/>
                      <a:pt x="164" y="30"/>
                    </a:cubicBezTo>
                    <a:lnTo>
                      <a:pt x="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1" name="Google Shape;2261;p27"/>
              <p:cNvSpPr/>
              <p:nvPr/>
            </p:nvSpPr>
            <p:spPr>
              <a:xfrm>
                <a:off x="5659156" y="1613098"/>
                <a:ext cx="13633" cy="52951"/>
              </a:xfrm>
              <a:custGeom>
                <a:avLst/>
                <a:gdLst/>
                <a:ahLst/>
                <a:cxnLst/>
                <a:rect l="l" t="t" r="r" b="b"/>
                <a:pathLst>
                  <a:path w="112" h="435" extrusionOk="0">
                    <a:moveTo>
                      <a:pt x="0" y="0"/>
                    </a:moveTo>
                    <a:lnTo>
                      <a:pt x="0" y="435"/>
                    </a:lnTo>
                    <a:lnTo>
                      <a:pt x="111" y="435"/>
                    </a:lnTo>
                    <a:lnTo>
                      <a:pt x="111"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2" name="Google Shape;2262;p27"/>
              <p:cNvSpPr/>
              <p:nvPr/>
            </p:nvSpPr>
            <p:spPr>
              <a:xfrm>
                <a:off x="5659156" y="2470055"/>
                <a:ext cx="13633" cy="53073"/>
              </a:xfrm>
              <a:custGeom>
                <a:avLst/>
                <a:gdLst/>
                <a:ahLst/>
                <a:cxnLst/>
                <a:rect l="l" t="t" r="r" b="b"/>
                <a:pathLst>
                  <a:path w="112" h="436" extrusionOk="0">
                    <a:moveTo>
                      <a:pt x="0" y="1"/>
                    </a:moveTo>
                    <a:lnTo>
                      <a:pt x="0" y="435"/>
                    </a:lnTo>
                    <a:lnTo>
                      <a:pt x="111" y="435"/>
                    </a:lnTo>
                    <a:lnTo>
                      <a:pt x="111"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3" name="Google Shape;2263;p27"/>
              <p:cNvSpPr/>
              <p:nvPr/>
            </p:nvSpPr>
            <p:spPr>
              <a:xfrm>
                <a:off x="5659156" y="2576323"/>
                <a:ext cx="13633" cy="54656"/>
              </a:xfrm>
              <a:custGeom>
                <a:avLst/>
                <a:gdLst/>
                <a:ahLst/>
                <a:cxnLst/>
                <a:rect l="l" t="t" r="r" b="b"/>
                <a:pathLst>
                  <a:path w="112" h="449" extrusionOk="0">
                    <a:moveTo>
                      <a:pt x="0" y="0"/>
                    </a:moveTo>
                    <a:lnTo>
                      <a:pt x="0" y="448"/>
                    </a:lnTo>
                    <a:lnTo>
                      <a:pt x="111" y="448"/>
                    </a:lnTo>
                    <a:lnTo>
                      <a:pt x="111"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4" name="Google Shape;2264;p27"/>
              <p:cNvSpPr/>
              <p:nvPr/>
            </p:nvSpPr>
            <p:spPr>
              <a:xfrm>
                <a:off x="5659156" y="1934579"/>
                <a:ext cx="13633" cy="52951"/>
              </a:xfrm>
              <a:custGeom>
                <a:avLst/>
                <a:gdLst/>
                <a:ahLst/>
                <a:cxnLst/>
                <a:rect l="l" t="t" r="r" b="b"/>
                <a:pathLst>
                  <a:path w="112" h="435" extrusionOk="0">
                    <a:moveTo>
                      <a:pt x="0" y="0"/>
                    </a:moveTo>
                    <a:lnTo>
                      <a:pt x="0" y="435"/>
                    </a:lnTo>
                    <a:lnTo>
                      <a:pt x="111" y="435"/>
                    </a:lnTo>
                    <a:lnTo>
                      <a:pt x="111"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5" name="Google Shape;2265;p27"/>
              <p:cNvSpPr/>
              <p:nvPr/>
            </p:nvSpPr>
            <p:spPr>
              <a:xfrm>
                <a:off x="5659156" y="2683808"/>
                <a:ext cx="13633" cy="53317"/>
              </a:xfrm>
              <a:custGeom>
                <a:avLst/>
                <a:gdLst/>
                <a:ahLst/>
                <a:cxnLst/>
                <a:rect l="l" t="t" r="r" b="b"/>
                <a:pathLst>
                  <a:path w="112" h="438" extrusionOk="0">
                    <a:moveTo>
                      <a:pt x="0" y="0"/>
                    </a:moveTo>
                    <a:lnTo>
                      <a:pt x="0" y="438"/>
                    </a:lnTo>
                    <a:lnTo>
                      <a:pt x="111" y="438"/>
                    </a:lnTo>
                    <a:lnTo>
                      <a:pt x="111"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6" name="Google Shape;2266;p27"/>
              <p:cNvSpPr/>
              <p:nvPr/>
            </p:nvSpPr>
            <p:spPr>
              <a:xfrm>
                <a:off x="5659156" y="2040725"/>
                <a:ext cx="13633" cy="54656"/>
              </a:xfrm>
              <a:custGeom>
                <a:avLst/>
                <a:gdLst/>
                <a:ahLst/>
                <a:cxnLst/>
                <a:rect l="l" t="t" r="r" b="b"/>
                <a:pathLst>
                  <a:path w="112" h="449" extrusionOk="0">
                    <a:moveTo>
                      <a:pt x="0" y="1"/>
                    </a:moveTo>
                    <a:lnTo>
                      <a:pt x="0" y="449"/>
                    </a:lnTo>
                    <a:lnTo>
                      <a:pt x="111" y="449"/>
                    </a:lnTo>
                    <a:lnTo>
                      <a:pt x="111"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7" name="Google Shape;2267;p27"/>
              <p:cNvSpPr/>
              <p:nvPr/>
            </p:nvSpPr>
            <p:spPr>
              <a:xfrm>
                <a:off x="5659156" y="2148575"/>
                <a:ext cx="13633" cy="53073"/>
              </a:xfrm>
              <a:custGeom>
                <a:avLst/>
                <a:gdLst/>
                <a:ahLst/>
                <a:cxnLst/>
                <a:rect l="l" t="t" r="r" b="b"/>
                <a:pathLst>
                  <a:path w="112" h="436" extrusionOk="0">
                    <a:moveTo>
                      <a:pt x="0" y="1"/>
                    </a:moveTo>
                    <a:lnTo>
                      <a:pt x="0" y="435"/>
                    </a:lnTo>
                    <a:lnTo>
                      <a:pt x="111" y="435"/>
                    </a:lnTo>
                    <a:lnTo>
                      <a:pt x="111"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8" name="Google Shape;2268;p27"/>
              <p:cNvSpPr/>
              <p:nvPr/>
            </p:nvSpPr>
            <p:spPr>
              <a:xfrm>
                <a:off x="5659156" y="2362205"/>
                <a:ext cx="13633" cy="55021"/>
              </a:xfrm>
              <a:custGeom>
                <a:avLst/>
                <a:gdLst/>
                <a:ahLst/>
                <a:cxnLst/>
                <a:rect l="l" t="t" r="r" b="b"/>
                <a:pathLst>
                  <a:path w="112" h="452" extrusionOk="0">
                    <a:moveTo>
                      <a:pt x="0" y="1"/>
                    </a:moveTo>
                    <a:lnTo>
                      <a:pt x="0" y="452"/>
                    </a:lnTo>
                    <a:lnTo>
                      <a:pt x="111" y="452"/>
                    </a:lnTo>
                    <a:lnTo>
                      <a:pt x="111"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9" name="Google Shape;2269;p27"/>
              <p:cNvSpPr/>
              <p:nvPr/>
            </p:nvSpPr>
            <p:spPr>
              <a:xfrm>
                <a:off x="5659156" y="2256060"/>
                <a:ext cx="13633" cy="53438"/>
              </a:xfrm>
              <a:custGeom>
                <a:avLst/>
                <a:gdLst/>
                <a:ahLst/>
                <a:cxnLst/>
                <a:rect l="l" t="t" r="r" b="b"/>
                <a:pathLst>
                  <a:path w="112" h="439" extrusionOk="0">
                    <a:moveTo>
                      <a:pt x="0" y="0"/>
                    </a:moveTo>
                    <a:lnTo>
                      <a:pt x="0" y="438"/>
                    </a:lnTo>
                    <a:lnTo>
                      <a:pt x="111" y="438"/>
                    </a:lnTo>
                    <a:lnTo>
                      <a:pt x="111"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0" name="Google Shape;2270;p27"/>
              <p:cNvSpPr/>
              <p:nvPr/>
            </p:nvSpPr>
            <p:spPr>
              <a:xfrm>
                <a:off x="6228107" y="1965984"/>
                <a:ext cx="13268" cy="53438"/>
              </a:xfrm>
              <a:custGeom>
                <a:avLst/>
                <a:gdLst/>
                <a:ahLst/>
                <a:cxnLst/>
                <a:rect l="l" t="t" r="r" b="b"/>
                <a:pathLst>
                  <a:path w="109" h="439" extrusionOk="0">
                    <a:moveTo>
                      <a:pt x="0" y="0"/>
                    </a:moveTo>
                    <a:lnTo>
                      <a:pt x="0" y="438"/>
                    </a:lnTo>
                    <a:lnTo>
                      <a:pt x="108" y="438"/>
                    </a:lnTo>
                    <a:lnTo>
                      <a:pt x="108"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1" name="Google Shape;2271;p27"/>
              <p:cNvSpPr/>
              <p:nvPr/>
            </p:nvSpPr>
            <p:spPr>
              <a:xfrm>
                <a:off x="6228107" y="1430386"/>
                <a:ext cx="14851" cy="53438"/>
              </a:xfrm>
              <a:custGeom>
                <a:avLst/>
                <a:gdLst/>
                <a:ahLst/>
                <a:cxnLst/>
                <a:rect l="l" t="t" r="r" b="b"/>
                <a:pathLst>
                  <a:path w="122" h="439" extrusionOk="0">
                    <a:moveTo>
                      <a:pt x="0" y="1"/>
                    </a:moveTo>
                    <a:lnTo>
                      <a:pt x="0" y="439"/>
                    </a:lnTo>
                    <a:lnTo>
                      <a:pt x="121" y="439"/>
                    </a:lnTo>
                    <a:lnTo>
                      <a:pt x="121"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2" name="Google Shape;2272;p27"/>
              <p:cNvSpPr/>
              <p:nvPr/>
            </p:nvSpPr>
            <p:spPr>
              <a:xfrm>
                <a:off x="6228107" y="1538236"/>
                <a:ext cx="14851" cy="53438"/>
              </a:xfrm>
              <a:custGeom>
                <a:avLst/>
                <a:gdLst/>
                <a:ahLst/>
                <a:cxnLst/>
                <a:rect l="l" t="t" r="r" b="b"/>
                <a:pathLst>
                  <a:path w="122" h="439" extrusionOk="0">
                    <a:moveTo>
                      <a:pt x="0" y="1"/>
                    </a:moveTo>
                    <a:lnTo>
                      <a:pt x="0" y="439"/>
                    </a:lnTo>
                    <a:lnTo>
                      <a:pt x="121" y="439"/>
                    </a:lnTo>
                    <a:lnTo>
                      <a:pt x="121"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3" name="Google Shape;2273;p27"/>
              <p:cNvSpPr/>
              <p:nvPr/>
            </p:nvSpPr>
            <p:spPr>
              <a:xfrm>
                <a:off x="6228107" y="1644504"/>
                <a:ext cx="14851" cy="54656"/>
              </a:xfrm>
              <a:custGeom>
                <a:avLst/>
                <a:gdLst/>
                <a:ahLst/>
                <a:cxnLst/>
                <a:rect l="l" t="t" r="r" b="b"/>
                <a:pathLst>
                  <a:path w="122" h="449" extrusionOk="0">
                    <a:moveTo>
                      <a:pt x="0" y="0"/>
                    </a:moveTo>
                    <a:lnTo>
                      <a:pt x="0" y="448"/>
                    </a:lnTo>
                    <a:lnTo>
                      <a:pt x="121" y="448"/>
                    </a:lnTo>
                    <a:lnTo>
                      <a:pt x="121"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4" name="Google Shape;2274;p27"/>
              <p:cNvSpPr/>
              <p:nvPr/>
            </p:nvSpPr>
            <p:spPr>
              <a:xfrm>
                <a:off x="6228107" y="2393733"/>
                <a:ext cx="13268" cy="55021"/>
              </a:xfrm>
              <a:custGeom>
                <a:avLst/>
                <a:gdLst/>
                <a:ahLst/>
                <a:cxnLst/>
                <a:rect l="l" t="t" r="r" b="b"/>
                <a:pathLst>
                  <a:path w="109" h="452" extrusionOk="0">
                    <a:moveTo>
                      <a:pt x="0" y="0"/>
                    </a:moveTo>
                    <a:lnTo>
                      <a:pt x="0" y="438"/>
                    </a:lnTo>
                    <a:lnTo>
                      <a:pt x="0" y="451"/>
                    </a:lnTo>
                    <a:lnTo>
                      <a:pt x="108" y="451"/>
                    </a:lnTo>
                    <a:lnTo>
                      <a:pt x="108" y="438"/>
                    </a:lnTo>
                    <a:lnTo>
                      <a:pt x="108"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5" name="Google Shape;2275;p27"/>
              <p:cNvSpPr/>
              <p:nvPr/>
            </p:nvSpPr>
            <p:spPr>
              <a:xfrm>
                <a:off x="6448554" y="2715578"/>
                <a:ext cx="54656" cy="21546"/>
              </a:xfrm>
              <a:custGeom>
                <a:avLst/>
                <a:gdLst/>
                <a:ahLst/>
                <a:cxnLst/>
                <a:rect l="l" t="t" r="r" b="b"/>
                <a:pathLst>
                  <a:path w="449" h="177" extrusionOk="0">
                    <a:moveTo>
                      <a:pt x="26" y="1"/>
                    </a:moveTo>
                    <a:lnTo>
                      <a:pt x="0" y="108"/>
                    </a:lnTo>
                    <a:cubicBezTo>
                      <a:pt x="134" y="148"/>
                      <a:pt x="285" y="164"/>
                      <a:pt x="435" y="177"/>
                    </a:cubicBezTo>
                    <a:lnTo>
                      <a:pt x="448" y="66"/>
                    </a:lnTo>
                    <a:cubicBezTo>
                      <a:pt x="298" y="53"/>
                      <a:pt x="164" y="40"/>
                      <a:pt x="26"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6" name="Google Shape;2276;p27"/>
              <p:cNvSpPr/>
              <p:nvPr/>
            </p:nvSpPr>
            <p:spPr>
              <a:xfrm>
                <a:off x="6228107" y="1752354"/>
                <a:ext cx="14851" cy="52951"/>
              </a:xfrm>
              <a:custGeom>
                <a:avLst/>
                <a:gdLst/>
                <a:ahLst/>
                <a:cxnLst/>
                <a:rect l="l" t="t" r="r" b="b"/>
                <a:pathLst>
                  <a:path w="122" h="435" extrusionOk="0">
                    <a:moveTo>
                      <a:pt x="0" y="0"/>
                    </a:moveTo>
                    <a:lnTo>
                      <a:pt x="0" y="435"/>
                    </a:lnTo>
                    <a:lnTo>
                      <a:pt x="121" y="435"/>
                    </a:lnTo>
                    <a:lnTo>
                      <a:pt x="121"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7" name="Google Shape;2277;p27"/>
              <p:cNvSpPr/>
              <p:nvPr/>
            </p:nvSpPr>
            <p:spPr>
              <a:xfrm>
                <a:off x="6234437" y="2499878"/>
                <a:ext cx="26780" cy="54656"/>
              </a:xfrm>
              <a:custGeom>
                <a:avLst/>
                <a:gdLst/>
                <a:ahLst/>
                <a:cxnLst/>
                <a:rect l="l" t="t" r="r" b="b"/>
                <a:pathLst>
                  <a:path w="220" h="449" extrusionOk="0">
                    <a:moveTo>
                      <a:pt x="112" y="1"/>
                    </a:moveTo>
                    <a:lnTo>
                      <a:pt x="1" y="14"/>
                    </a:lnTo>
                    <a:cubicBezTo>
                      <a:pt x="30" y="164"/>
                      <a:pt x="69" y="315"/>
                      <a:pt x="125" y="449"/>
                    </a:cubicBezTo>
                    <a:lnTo>
                      <a:pt x="220" y="409"/>
                    </a:lnTo>
                    <a:cubicBezTo>
                      <a:pt x="177" y="272"/>
                      <a:pt x="138" y="138"/>
                      <a:pt x="112"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8" name="Google Shape;2278;p27"/>
              <p:cNvSpPr/>
              <p:nvPr/>
            </p:nvSpPr>
            <p:spPr>
              <a:xfrm>
                <a:off x="6349103" y="2672244"/>
                <a:ext cx="52951" cy="38222"/>
              </a:xfrm>
              <a:custGeom>
                <a:avLst/>
                <a:gdLst/>
                <a:ahLst/>
                <a:cxnLst/>
                <a:rect l="l" t="t" r="r" b="b"/>
                <a:pathLst>
                  <a:path w="435" h="314" extrusionOk="0">
                    <a:moveTo>
                      <a:pt x="69" y="0"/>
                    </a:moveTo>
                    <a:lnTo>
                      <a:pt x="0" y="82"/>
                    </a:lnTo>
                    <a:cubicBezTo>
                      <a:pt x="121" y="177"/>
                      <a:pt x="258" y="245"/>
                      <a:pt x="396" y="314"/>
                    </a:cubicBezTo>
                    <a:lnTo>
                      <a:pt x="435" y="219"/>
                    </a:lnTo>
                    <a:cubicBezTo>
                      <a:pt x="314" y="151"/>
                      <a:pt x="190" y="82"/>
                      <a:pt x="69"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9" name="Google Shape;2279;p27"/>
              <p:cNvSpPr/>
              <p:nvPr/>
            </p:nvSpPr>
            <p:spPr>
              <a:xfrm>
                <a:off x="6274241" y="2596164"/>
                <a:ext cx="43457" cy="49908"/>
              </a:xfrm>
              <a:custGeom>
                <a:avLst/>
                <a:gdLst/>
                <a:ahLst/>
                <a:cxnLst/>
                <a:rect l="l" t="t" r="r" b="b"/>
                <a:pathLst>
                  <a:path w="357" h="410" extrusionOk="0">
                    <a:moveTo>
                      <a:pt x="95" y="1"/>
                    </a:moveTo>
                    <a:lnTo>
                      <a:pt x="1" y="53"/>
                    </a:lnTo>
                    <a:cubicBezTo>
                      <a:pt x="82" y="190"/>
                      <a:pt x="177" y="298"/>
                      <a:pt x="275" y="409"/>
                    </a:cubicBezTo>
                    <a:lnTo>
                      <a:pt x="357" y="341"/>
                    </a:lnTo>
                    <a:cubicBezTo>
                      <a:pt x="259" y="230"/>
                      <a:pt x="177" y="122"/>
                      <a:pt x="95"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0" name="Google Shape;2280;p27"/>
              <p:cNvSpPr/>
              <p:nvPr/>
            </p:nvSpPr>
            <p:spPr>
              <a:xfrm>
                <a:off x="5939614" y="1062406"/>
                <a:ext cx="54656" cy="16798"/>
              </a:xfrm>
              <a:custGeom>
                <a:avLst/>
                <a:gdLst/>
                <a:ahLst/>
                <a:cxnLst/>
                <a:rect l="l" t="t" r="r" b="b"/>
                <a:pathLst>
                  <a:path w="449" h="138" extrusionOk="0">
                    <a:moveTo>
                      <a:pt x="1" y="0"/>
                    </a:moveTo>
                    <a:lnTo>
                      <a:pt x="1" y="111"/>
                    </a:lnTo>
                    <a:lnTo>
                      <a:pt x="96" y="111"/>
                    </a:lnTo>
                    <a:cubicBezTo>
                      <a:pt x="203" y="111"/>
                      <a:pt x="328" y="111"/>
                      <a:pt x="435" y="138"/>
                    </a:cubicBezTo>
                    <a:lnTo>
                      <a:pt x="449" y="30"/>
                    </a:lnTo>
                    <a:cubicBezTo>
                      <a:pt x="341" y="0"/>
                      <a:pt x="216" y="0"/>
                      <a:pt x="96"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1" name="Google Shape;2281;p27"/>
              <p:cNvSpPr/>
              <p:nvPr/>
            </p:nvSpPr>
            <p:spPr>
              <a:xfrm>
                <a:off x="6228107" y="1323023"/>
                <a:ext cx="14851" cy="54656"/>
              </a:xfrm>
              <a:custGeom>
                <a:avLst/>
                <a:gdLst/>
                <a:ahLst/>
                <a:cxnLst/>
                <a:rect l="l" t="t" r="r" b="b"/>
                <a:pathLst>
                  <a:path w="122" h="449" extrusionOk="0">
                    <a:moveTo>
                      <a:pt x="108" y="0"/>
                    </a:moveTo>
                    <a:lnTo>
                      <a:pt x="0" y="13"/>
                    </a:lnTo>
                    <a:lnTo>
                      <a:pt x="0" y="245"/>
                    </a:lnTo>
                    <a:lnTo>
                      <a:pt x="0" y="448"/>
                    </a:lnTo>
                    <a:lnTo>
                      <a:pt x="121" y="448"/>
                    </a:lnTo>
                    <a:lnTo>
                      <a:pt x="121" y="245"/>
                    </a:lnTo>
                    <a:cubicBezTo>
                      <a:pt x="121" y="164"/>
                      <a:pt x="108" y="82"/>
                      <a:pt x="108"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2" name="Google Shape;2282;p27"/>
              <p:cNvSpPr/>
              <p:nvPr/>
            </p:nvSpPr>
            <p:spPr>
              <a:xfrm>
                <a:off x="6198284" y="1218338"/>
                <a:ext cx="31527" cy="55021"/>
              </a:xfrm>
              <a:custGeom>
                <a:avLst/>
                <a:gdLst/>
                <a:ahLst/>
                <a:cxnLst/>
                <a:rect l="l" t="t" r="r" b="b"/>
                <a:pathLst>
                  <a:path w="259" h="452" extrusionOk="0">
                    <a:moveTo>
                      <a:pt x="95" y="1"/>
                    </a:moveTo>
                    <a:lnTo>
                      <a:pt x="0" y="56"/>
                    </a:lnTo>
                    <a:cubicBezTo>
                      <a:pt x="53" y="177"/>
                      <a:pt x="108" y="314"/>
                      <a:pt x="147" y="452"/>
                    </a:cubicBezTo>
                    <a:lnTo>
                      <a:pt x="259" y="422"/>
                    </a:lnTo>
                    <a:cubicBezTo>
                      <a:pt x="216" y="272"/>
                      <a:pt x="164" y="138"/>
                      <a:pt x="95"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3" name="Google Shape;2283;p27"/>
              <p:cNvSpPr/>
              <p:nvPr/>
            </p:nvSpPr>
            <p:spPr>
              <a:xfrm>
                <a:off x="6133403" y="1133981"/>
                <a:ext cx="46622" cy="47839"/>
              </a:xfrm>
              <a:custGeom>
                <a:avLst/>
                <a:gdLst/>
                <a:ahLst/>
                <a:cxnLst/>
                <a:rect l="l" t="t" r="r" b="b"/>
                <a:pathLst>
                  <a:path w="383" h="393" extrusionOk="0">
                    <a:moveTo>
                      <a:pt x="69" y="1"/>
                    </a:moveTo>
                    <a:lnTo>
                      <a:pt x="1" y="82"/>
                    </a:lnTo>
                    <a:cubicBezTo>
                      <a:pt x="108" y="177"/>
                      <a:pt x="206" y="272"/>
                      <a:pt x="288" y="393"/>
                    </a:cubicBezTo>
                    <a:lnTo>
                      <a:pt x="383" y="327"/>
                    </a:lnTo>
                    <a:cubicBezTo>
                      <a:pt x="288" y="203"/>
                      <a:pt x="177" y="95"/>
                      <a:pt x="69"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4" name="Google Shape;2284;p27"/>
              <p:cNvSpPr/>
              <p:nvPr/>
            </p:nvSpPr>
            <p:spPr>
              <a:xfrm>
                <a:off x="6042352" y="1079083"/>
                <a:ext cx="54534" cy="33110"/>
              </a:xfrm>
              <a:custGeom>
                <a:avLst/>
                <a:gdLst/>
                <a:ahLst/>
                <a:cxnLst/>
                <a:rect l="l" t="t" r="r" b="b"/>
                <a:pathLst>
                  <a:path w="448" h="272" extrusionOk="0">
                    <a:moveTo>
                      <a:pt x="39" y="1"/>
                    </a:moveTo>
                    <a:lnTo>
                      <a:pt x="0" y="95"/>
                    </a:lnTo>
                    <a:cubicBezTo>
                      <a:pt x="137" y="151"/>
                      <a:pt x="271" y="206"/>
                      <a:pt x="396" y="272"/>
                    </a:cubicBezTo>
                    <a:lnTo>
                      <a:pt x="448" y="177"/>
                    </a:lnTo>
                    <a:cubicBezTo>
                      <a:pt x="327" y="108"/>
                      <a:pt x="177" y="43"/>
                      <a:pt x="39"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5" name="Google Shape;2285;p27"/>
              <p:cNvSpPr/>
              <p:nvPr/>
            </p:nvSpPr>
            <p:spPr>
              <a:xfrm>
                <a:off x="6228107" y="2287830"/>
                <a:ext cx="13268" cy="53073"/>
              </a:xfrm>
              <a:custGeom>
                <a:avLst/>
                <a:gdLst/>
                <a:ahLst/>
                <a:cxnLst/>
                <a:rect l="l" t="t" r="r" b="b"/>
                <a:pathLst>
                  <a:path w="109" h="436" extrusionOk="0">
                    <a:moveTo>
                      <a:pt x="0" y="1"/>
                    </a:moveTo>
                    <a:lnTo>
                      <a:pt x="0" y="435"/>
                    </a:lnTo>
                    <a:lnTo>
                      <a:pt x="108" y="435"/>
                    </a:lnTo>
                    <a:lnTo>
                      <a:pt x="10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6" name="Google Shape;2286;p27"/>
              <p:cNvSpPr/>
              <p:nvPr/>
            </p:nvSpPr>
            <p:spPr>
              <a:xfrm>
                <a:off x="6228107" y="2073834"/>
                <a:ext cx="13268" cy="52951"/>
              </a:xfrm>
              <a:custGeom>
                <a:avLst/>
                <a:gdLst/>
                <a:ahLst/>
                <a:cxnLst/>
                <a:rect l="l" t="t" r="r" b="b"/>
                <a:pathLst>
                  <a:path w="109" h="435" extrusionOk="0">
                    <a:moveTo>
                      <a:pt x="0" y="0"/>
                    </a:moveTo>
                    <a:lnTo>
                      <a:pt x="0" y="435"/>
                    </a:lnTo>
                    <a:lnTo>
                      <a:pt x="108" y="435"/>
                    </a:lnTo>
                    <a:lnTo>
                      <a:pt x="108"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7" name="Google Shape;2287;p27"/>
              <p:cNvSpPr/>
              <p:nvPr/>
            </p:nvSpPr>
            <p:spPr>
              <a:xfrm>
                <a:off x="6228107" y="1858134"/>
                <a:ext cx="13268" cy="55021"/>
              </a:xfrm>
              <a:custGeom>
                <a:avLst/>
                <a:gdLst/>
                <a:ahLst/>
                <a:cxnLst/>
                <a:rect l="l" t="t" r="r" b="b"/>
                <a:pathLst>
                  <a:path w="109" h="452" extrusionOk="0">
                    <a:moveTo>
                      <a:pt x="0" y="1"/>
                    </a:moveTo>
                    <a:lnTo>
                      <a:pt x="0" y="452"/>
                    </a:lnTo>
                    <a:lnTo>
                      <a:pt x="108" y="452"/>
                    </a:lnTo>
                    <a:lnTo>
                      <a:pt x="10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8" name="Google Shape;2288;p27"/>
              <p:cNvSpPr/>
              <p:nvPr/>
            </p:nvSpPr>
            <p:spPr>
              <a:xfrm>
                <a:off x="6228107" y="2179980"/>
                <a:ext cx="13268" cy="53073"/>
              </a:xfrm>
              <a:custGeom>
                <a:avLst/>
                <a:gdLst/>
                <a:ahLst/>
                <a:cxnLst/>
                <a:rect l="l" t="t" r="r" b="b"/>
                <a:pathLst>
                  <a:path w="109" h="436" extrusionOk="0">
                    <a:moveTo>
                      <a:pt x="0" y="1"/>
                    </a:moveTo>
                    <a:lnTo>
                      <a:pt x="0" y="436"/>
                    </a:lnTo>
                    <a:lnTo>
                      <a:pt x="108" y="436"/>
                    </a:lnTo>
                    <a:lnTo>
                      <a:pt x="10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9" name="Google Shape;2289;p27"/>
              <p:cNvSpPr/>
              <p:nvPr/>
            </p:nvSpPr>
            <p:spPr>
              <a:xfrm>
                <a:off x="7151161" y="1069101"/>
                <a:ext cx="55021" cy="29945"/>
              </a:xfrm>
              <a:custGeom>
                <a:avLst/>
                <a:gdLst/>
                <a:ahLst/>
                <a:cxnLst/>
                <a:rect l="l" t="t" r="r" b="b"/>
                <a:pathLst>
                  <a:path w="452" h="246" extrusionOk="0">
                    <a:moveTo>
                      <a:pt x="30" y="1"/>
                    </a:moveTo>
                    <a:lnTo>
                      <a:pt x="1" y="109"/>
                    </a:lnTo>
                    <a:cubicBezTo>
                      <a:pt x="138" y="138"/>
                      <a:pt x="275" y="190"/>
                      <a:pt x="409" y="246"/>
                    </a:cubicBezTo>
                    <a:lnTo>
                      <a:pt x="452" y="151"/>
                    </a:lnTo>
                    <a:cubicBezTo>
                      <a:pt x="314" y="83"/>
                      <a:pt x="180" y="43"/>
                      <a:pt x="30"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0" name="Google Shape;2290;p27"/>
              <p:cNvSpPr/>
              <p:nvPr/>
            </p:nvSpPr>
            <p:spPr>
              <a:xfrm>
                <a:off x="7366861" y="1720827"/>
                <a:ext cx="13268" cy="53073"/>
              </a:xfrm>
              <a:custGeom>
                <a:avLst/>
                <a:gdLst/>
                <a:ahLst/>
                <a:cxnLst/>
                <a:rect l="l" t="t" r="r" b="b"/>
                <a:pathLst>
                  <a:path w="109" h="436" extrusionOk="0">
                    <a:moveTo>
                      <a:pt x="0" y="1"/>
                    </a:moveTo>
                    <a:lnTo>
                      <a:pt x="0" y="436"/>
                    </a:lnTo>
                    <a:lnTo>
                      <a:pt x="108" y="436"/>
                    </a:lnTo>
                    <a:lnTo>
                      <a:pt x="10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1" name="Google Shape;2291;p27"/>
              <p:cNvSpPr/>
              <p:nvPr/>
            </p:nvSpPr>
            <p:spPr>
              <a:xfrm>
                <a:off x="7366861" y="1826729"/>
                <a:ext cx="13268" cy="55021"/>
              </a:xfrm>
              <a:custGeom>
                <a:avLst/>
                <a:gdLst/>
                <a:ahLst/>
                <a:cxnLst/>
                <a:rect l="l" t="t" r="r" b="b"/>
                <a:pathLst>
                  <a:path w="109" h="452" extrusionOk="0">
                    <a:moveTo>
                      <a:pt x="0" y="0"/>
                    </a:moveTo>
                    <a:lnTo>
                      <a:pt x="0" y="451"/>
                    </a:lnTo>
                    <a:lnTo>
                      <a:pt x="108" y="451"/>
                    </a:lnTo>
                    <a:lnTo>
                      <a:pt x="108"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2" name="Google Shape;2292;p27"/>
              <p:cNvSpPr/>
              <p:nvPr/>
            </p:nvSpPr>
            <p:spPr>
              <a:xfrm>
                <a:off x="7366861" y="1506831"/>
                <a:ext cx="13268" cy="53073"/>
              </a:xfrm>
              <a:custGeom>
                <a:avLst/>
                <a:gdLst/>
                <a:ahLst/>
                <a:cxnLst/>
                <a:rect l="l" t="t" r="r" b="b"/>
                <a:pathLst>
                  <a:path w="109" h="436" extrusionOk="0">
                    <a:moveTo>
                      <a:pt x="0" y="0"/>
                    </a:moveTo>
                    <a:lnTo>
                      <a:pt x="0" y="435"/>
                    </a:lnTo>
                    <a:lnTo>
                      <a:pt x="108" y="435"/>
                    </a:lnTo>
                    <a:lnTo>
                      <a:pt x="108"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3" name="Google Shape;2293;p27"/>
              <p:cNvSpPr/>
              <p:nvPr/>
            </p:nvSpPr>
            <p:spPr>
              <a:xfrm>
                <a:off x="7318657" y="1190097"/>
                <a:ext cx="38344" cy="55021"/>
              </a:xfrm>
              <a:custGeom>
                <a:avLst/>
                <a:gdLst/>
                <a:ahLst/>
                <a:cxnLst/>
                <a:rect l="l" t="t" r="r" b="b"/>
                <a:pathLst>
                  <a:path w="315" h="452" extrusionOk="0">
                    <a:moveTo>
                      <a:pt x="96" y="0"/>
                    </a:moveTo>
                    <a:lnTo>
                      <a:pt x="1" y="69"/>
                    </a:lnTo>
                    <a:cubicBezTo>
                      <a:pt x="82" y="193"/>
                      <a:pt x="151" y="314"/>
                      <a:pt x="207" y="452"/>
                    </a:cubicBezTo>
                    <a:lnTo>
                      <a:pt x="315" y="396"/>
                    </a:lnTo>
                    <a:cubicBezTo>
                      <a:pt x="259" y="259"/>
                      <a:pt x="177" y="138"/>
                      <a:pt x="96"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4" name="Google Shape;2294;p27"/>
              <p:cNvSpPr/>
              <p:nvPr/>
            </p:nvSpPr>
            <p:spPr>
              <a:xfrm>
                <a:off x="7366861" y="1398981"/>
                <a:ext cx="13268" cy="53438"/>
              </a:xfrm>
              <a:custGeom>
                <a:avLst/>
                <a:gdLst/>
                <a:ahLst/>
                <a:cxnLst/>
                <a:rect l="l" t="t" r="r" b="b"/>
                <a:pathLst>
                  <a:path w="109" h="439" extrusionOk="0">
                    <a:moveTo>
                      <a:pt x="0" y="1"/>
                    </a:moveTo>
                    <a:lnTo>
                      <a:pt x="0" y="439"/>
                    </a:lnTo>
                    <a:lnTo>
                      <a:pt x="108" y="439"/>
                    </a:lnTo>
                    <a:lnTo>
                      <a:pt x="10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5" name="Google Shape;2295;p27"/>
              <p:cNvSpPr/>
              <p:nvPr/>
            </p:nvSpPr>
            <p:spPr>
              <a:xfrm>
                <a:off x="7245864" y="1114140"/>
                <a:ext cx="49908" cy="44674"/>
              </a:xfrm>
              <a:custGeom>
                <a:avLst/>
                <a:gdLst/>
                <a:ahLst/>
                <a:cxnLst/>
                <a:rect l="l" t="t" r="r" b="b"/>
                <a:pathLst>
                  <a:path w="410" h="367" extrusionOk="0">
                    <a:moveTo>
                      <a:pt x="69" y="0"/>
                    </a:moveTo>
                    <a:lnTo>
                      <a:pt x="1" y="82"/>
                    </a:lnTo>
                    <a:cubicBezTo>
                      <a:pt x="122" y="164"/>
                      <a:pt x="233" y="258"/>
                      <a:pt x="327" y="366"/>
                    </a:cubicBezTo>
                    <a:lnTo>
                      <a:pt x="409" y="285"/>
                    </a:lnTo>
                    <a:cubicBezTo>
                      <a:pt x="314" y="177"/>
                      <a:pt x="190" y="82"/>
                      <a:pt x="69"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6" name="Google Shape;2296;p27"/>
              <p:cNvSpPr/>
              <p:nvPr/>
            </p:nvSpPr>
            <p:spPr>
              <a:xfrm>
                <a:off x="7360044" y="1291131"/>
                <a:ext cx="20085" cy="55021"/>
              </a:xfrm>
              <a:custGeom>
                <a:avLst/>
                <a:gdLst/>
                <a:ahLst/>
                <a:cxnLst/>
                <a:rect l="l" t="t" r="r" b="b"/>
                <a:pathLst>
                  <a:path w="165" h="452" extrusionOk="0">
                    <a:moveTo>
                      <a:pt x="112" y="1"/>
                    </a:moveTo>
                    <a:lnTo>
                      <a:pt x="1" y="30"/>
                    </a:lnTo>
                    <a:cubicBezTo>
                      <a:pt x="30" y="164"/>
                      <a:pt x="56" y="301"/>
                      <a:pt x="56" y="452"/>
                    </a:cubicBezTo>
                    <a:lnTo>
                      <a:pt x="164" y="452"/>
                    </a:lnTo>
                    <a:cubicBezTo>
                      <a:pt x="164" y="301"/>
                      <a:pt x="138" y="151"/>
                      <a:pt x="112"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7" name="Google Shape;2297;p27"/>
              <p:cNvSpPr/>
              <p:nvPr/>
            </p:nvSpPr>
            <p:spPr>
              <a:xfrm>
                <a:off x="7366861" y="1613098"/>
                <a:ext cx="13268" cy="52951"/>
              </a:xfrm>
              <a:custGeom>
                <a:avLst/>
                <a:gdLst/>
                <a:ahLst/>
                <a:cxnLst/>
                <a:rect l="l" t="t" r="r" b="b"/>
                <a:pathLst>
                  <a:path w="109" h="435" extrusionOk="0">
                    <a:moveTo>
                      <a:pt x="0" y="0"/>
                    </a:moveTo>
                    <a:lnTo>
                      <a:pt x="0" y="435"/>
                    </a:lnTo>
                    <a:lnTo>
                      <a:pt x="108" y="435"/>
                    </a:lnTo>
                    <a:lnTo>
                      <a:pt x="108"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8" name="Google Shape;2298;p27"/>
              <p:cNvSpPr/>
              <p:nvPr/>
            </p:nvSpPr>
            <p:spPr>
              <a:xfrm>
                <a:off x="7366861" y="2470055"/>
                <a:ext cx="13268" cy="53073"/>
              </a:xfrm>
              <a:custGeom>
                <a:avLst/>
                <a:gdLst/>
                <a:ahLst/>
                <a:cxnLst/>
                <a:rect l="l" t="t" r="r" b="b"/>
                <a:pathLst>
                  <a:path w="109" h="436" extrusionOk="0">
                    <a:moveTo>
                      <a:pt x="0" y="1"/>
                    </a:moveTo>
                    <a:lnTo>
                      <a:pt x="0" y="435"/>
                    </a:lnTo>
                    <a:lnTo>
                      <a:pt x="108" y="435"/>
                    </a:lnTo>
                    <a:lnTo>
                      <a:pt x="10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9" name="Google Shape;2299;p27"/>
              <p:cNvSpPr/>
              <p:nvPr/>
            </p:nvSpPr>
            <p:spPr>
              <a:xfrm>
                <a:off x="7366861" y="2576323"/>
                <a:ext cx="13268" cy="54656"/>
              </a:xfrm>
              <a:custGeom>
                <a:avLst/>
                <a:gdLst/>
                <a:ahLst/>
                <a:cxnLst/>
                <a:rect l="l" t="t" r="r" b="b"/>
                <a:pathLst>
                  <a:path w="109" h="449" extrusionOk="0">
                    <a:moveTo>
                      <a:pt x="0" y="0"/>
                    </a:moveTo>
                    <a:lnTo>
                      <a:pt x="0" y="448"/>
                    </a:lnTo>
                    <a:lnTo>
                      <a:pt x="108" y="448"/>
                    </a:lnTo>
                    <a:lnTo>
                      <a:pt x="108"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0" name="Google Shape;2300;p27"/>
              <p:cNvSpPr/>
              <p:nvPr/>
            </p:nvSpPr>
            <p:spPr>
              <a:xfrm>
                <a:off x="7366861" y="1934579"/>
                <a:ext cx="13268" cy="52951"/>
              </a:xfrm>
              <a:custGeom>
                <a:avLst/>
                <a:gdLst/>
                <a:ahLst/>
                <a:cxnLst/>
                <a:rect l="l" t="t" r="r" b="b"/>
                <a:pathLst>
                  <a:path w="109" h="435" extrusionOk="0">
                    <a:moveTo>
                      <a:pt x="0" y="0"/>
                    </a:moveTo>
                    <a:lnTo>
                      <a:pt x="0" y="435"/>
                    </a:lnTo>
                    <a:lnTo>
                      <a:pt x="108" y="435"/>
                    </a:lnTo>
                    <a:lnTo>
                      <a:pt x="108"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1" name="Google Shape;2301;p27"/>
              <p:cNvSpPr/>
              <p:nvPr/>
            </p:nvSpPr>
            <p:spPr>
              <a:xfrm>
                <a:off x="7366861" y="2683808"/>
                <a:ext cx="13268" cy="53317"/>
              </a:xfrm>
              <a:custGeom>
                <a:avLst/>
                <a:gdLst/>
                <a:ahLst/>
                <a:cxnLst/>
                <a:rect l="l" t="t" r="r" b="b"/>
                <a:pathLst>
                  <a:path w="109" h="438" extrusionOk="0">
                    <a:moveTo>
                      <a:pt x="0" y="0"/>
                    </a:moveTo>
                    <a:lnTo>
                      <a:pt x="0" y="438"/>
                    </a:lnTo>
                    <a:lnTo>
                      <a:pt x="108" y="438"/>
                    </a:lnTo>
                    <a:lnTo>
                      <a:pt x="108"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2" name="Google Shape;2302;p27"/>
              <p:cNvSpPr/>
              <p:nvPr/>
            </p:nvSpPr>
            <p:spPr>
              <a:xfrm>
                <a:off x="7366861" y="2040725"/>
                <a:ext cx="13268" cy="54656"/>
              </a:xfrm>
              <a:custGeom>
                <a:avLst/>
                <a:gdLst/>
                <a:ahLst/>
                <a:cxnLst/>
                <a:rect l="l" t="t" r="r" b="b"/>
                <a:pathLst>
                  <a:path w="109" h="449" extrusionOk="0">
                    <a:moveTo>
                      <a:pt x="0" y="1"/>
                    </a:moveTo>
                    <a:lnTo>
                      <a:pt x="0" y="449"/>
                    </a:lnTo>
                    <a:lnTo>
                      <a:pt x="108" y="449"/>
                    </a:lnTo>
                    <a:lnTo>
                      <a:pt x="10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3" name="Google Shape;2303;p27"/>
              <p:cNvSpPr/>
              <p:nvPr/>
            </p:nvSpPr>
            <p:spPr>
              <a:xfrm>
                <a:off x="7366861" y="2148575"/>
                <a:ext cx="13268" cy="53073"/>
              </a:xfrm>
              <a:custGeom>
                <a:avLst/>
                <a:gdLst/>
                <a:ahLst/>
                <a:cxnLst/>
                <a:rect l="l" t="t" r="r" b="b"/>
                <a:pathLst>
                  <a:path w="109" h="436" extrusionOk="0">
                    <a:moveTo>
                      <a:pt x="0" y="1"/>
                    </a:moveTo>
                    <a:lnTo>
                      <a:pt x="0" y="435"/>
                    </a:lnTo>
                    <a:lnTo>
                      <a:pt x="108" y="435"/>
                    </a:lnTo>
                    <a:lnTo>
                      <a:pt x="10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4" name="Google Shape;2304;p27"/>
              <p:cNvSpPr/>
              <p:nvPr/>
            </p:nvSpPr>
            <p:spPr>
              <a:xfrm>
                <a:off x="7366861" y="2362205"/>
                <a:ext cx="13268" cy="55021"/>
              </a:xfrm>
              <a:custGeom>
                <a:avLst/>
                <a:gdLst/>
                <a:ahLst/>
                <a:cxnLst/>
                <a:rect l="l" t="t" r="r" b="b"/>
                <a:pathLst>
                  <a:path w="109" h="452" extrusionOk="0">
                    <a:moveTo>
                      <a:pt x="0" y="1"/>
                    </a:moveTo>
                    <a:lnTo>
                      <a:pt x="0" y="452"/>
                    </a:lnTo>
                    <a:lnTo>
                      <a:pt x="108" y="452"/>
                    </a:lnTo>
                    <a:lnTo>
                      <a:pt x="10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5" name="Google Shape;2305;p27"/>
              <p:cNvSpPr/>
              <p:nvPr/>
            </p:nvSpPr>
            <p:spPr>
              <a:xfrm>
                <a:off x="7366861" y="2256060"/>
                <a:ext cx="13268" cy="53438"/>
              </a:xfrm>
              <a:custGeom>
                <a:avLst/>
                <a:gdLst/>
                <a:ahLst/>
                <a:cxnLst/>
                <a:rect l="l" t="t" r="r" b="b"/>
                <a:pathLst>
                  <a:path w="109" h="439" extrusionOk="0">
                    <a:moveTo>
                      <a:pt x="0" y="0"/>
                    </a:moveTo>
                    <a:lnTo>
                      <a:pt x="0" y="438"/>
                    </a:lnTo>
                    <a:lnTo>
                      <a:pt x="108" y="438"/>
                    </a:lnTo>
                    <a:lnTo>
                      <a:pt x="108"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6" name="Google Shape;2306;p27"/>
              <p:cNvSpPr/>
              <p:nvPr/>
            </p:nvSpPr>
            <p:spPr>
              <a:xfrm>
                <a:off x="6798275" y="1965984"/>
                <a:ext cx="13268" cy="53438"/>
              </a:xfrm>
              <a:custGeom>
                <a:avLst/>
                <a:gdLst/>
                <a:ahLst/>
                <a:cxnLst/>
                <a:rect l="l" t="t" r="r" b="b"/>
                <a:pathLst>
                  <a:path w="109" h="439" extrusionOk="0">
                    <a:moveTo>
                      <a:pt x="0" y="0"/>
                    </a:moveTo>
                    <a:lnTo>
                      <a:pt x="0" y="438"/>
                    </a:lnTo>
                    <a:lnTo>
                      <a:pt x="108" y="438"/>
                    </a:lnTo>
                    <a:lnTo>
                      <a:pt x="108"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7" name="Google Shape;2307;p27"/>
              <p:cNvSpPr/>
              <p:nvPr/>
            </p:nvSpPr>
            <p:spPr>
              <a:xfrm>
                <a:off x="6798275" y="1430386"/>
                <a:ext cx="13268" cy="53438"/>
              </a:xfrm>
              <a:custGeom>
                <a:avLst/>
                <a:gdLst/>
                <a:ahLst/>
                <a:cxnLst/>
                <a:rect l="l" t="t" r="r" b="b"/>
                <a:pathLst>
                  <a:path w="109" h="439" extrusionOk="0">
                    <a:moveTo>
                      <a:pt x="0" y="1"/>
                    </a:moveTo>
                    <a:lnTo>
                      <a:pt x="0" y="439"/>
                    </a:lnTo>
                    <a:lnTo>
                      <a:pt x="108" y="439"/>
                    </a:lnTo>
                    <a:lnTo>
                      <a:pt x="10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8" name="Google Shape;2308;p27"/>
              <p:cNvSpPr/>
              <p:nvPr/>
            </p:nvSpPr>
            <p:spPr>
              <a:xfrm>
                <a:off x="6798275" y="1538236"/>
                <a:ext cx="13268" cy="53438"/>
              </a:xfrm>
              <a:custGeom>
                <a:avLst/>
                <a:gdLst/>
                <a:ahLst/>
                <a:cxnLst/>
                <a:rect l="l" t="t" r="r" b="b"/>
                <a:pathLst>
                  <a:path w="109" h="439" extrusionOk="0">
                    <a:moveTo>
                      <a:pt x="0" y="1"/>
                    </a:moveTo>
                    <a:lnTo>
                      <a:pt x="0" y="439"/>
                    </a:lnTo>
                    <a:lnTo>
                      <a:pt x="108" y="439"/>
                    </a:lnTo>
                    <a:lnTo>
                      <a:pt x="10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9" name="Google Shape;2309;p27"/>
              <p:cNvSpPr/>
              <p:nvPr/>
            </p:nvSpPr>
            <p:spPr>
              <a:xfrm>
                <a:off x="6798275" y="1644504"/>
                <a:ext cx="13268" cy="54656"/>
              </a:xfrm>
              <a:custGeom>
                <a:avLst/>
                <a:gdLst/>
                <a:ahLst/>
                <a:cxnLst/>
                <a:rect l="l" t="t" r="r" b="b"/>
                <a:pathLst>
                  <a:path w="109" h="449" extrusionOk="0">
                    <a:moveTo>
                      <a:pt x="0" y="0"/>
                    </a:moveTo>
                    <a:lnTo>
                      <a:pt x="0" y="448"/>
                    </a:lnTo>
                    <a:lnTo>
                      <a:pt x="108" y="448"/>
                    </a:lnTo>
                    <a:lnTo>
                      <a:pt x="108"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0" name="Google Shape;2310;p27"/>
              <p:cNvSpPr/>
              <p:nvPr/>
            </p:nvSpPr>
            <p:spPr>
              <a:xfrm>
                <a:off x="6798275" y="2393733"/>
                <a:ext cx="13268" cy="55021"/>
              </a:xfrm>
              <a:custGeom>
                <a:avLst/>
                <a:gdLst/>
                <a:ahLst/>
                <a:cxnLst/>
                <a:rect l="l" t="t" r="r" b="b"/>
                <a:pathLst>
                  <a:path w="109" h="452" extrusionOk="0">
                    <a:moveTo>
                      <a:pt x="0" y="0"/>
                    </a:moveTo>
                    <a:lnTo>
                      <a:pt x="0" y="438"/>
                    </a:lnTo>
                    <a:lnTo>
                      <a:pt x="0" y="451"/>
                    </a:lnTo>
                    <a:lnTo>
                      <a:pt x="108" y="451"/>
                    </a:lnTo>
                    <a:lnTo>
                      <a:pt x="108" y="438"/>
                    </a:lnTo>
                    <a:lnTo>
                      <a:pt x="108"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1" name="Google Shape;2311;p27"/>
              <p:cNvSpPr/>
              <p:nvPr/>
            </p:nvSpPr>
            <p:spPr>
              <a:xfrm>
                <a:off x="6536441" y="2715578"/>
                <a:ext cx="54656" cy="21546"/>
              </a:xfrm>
              <a:custGeom>
                <a:avLst/>
                <a:gdLst/>
                <a:ahLst/>
                <a:cxnLst/>
                <a:rect l="l" t="t" r="r" b="b"/>
                <a:pathLst>
                  <a:path w="449" h="177" extrusionOk="0">
                    <a:moveTo>
                      <a:pt x="422" y="1"/>
                    </a:moveTo>
                    <a:cubicBezTo>
                      <a:pt x="285" y="40"/>
                      <a:pt x="148" y="53"/>
                      <a:pt x="1" y="66"/>
                    </a:cubicBezTo>
                    <a:lnTo>
                      <a:pt x="14" y="177"/>
                    </a:lnTo>
                    <a:cubicBezTo>
                      <a:pt x="164" y="164"/>
                      <a:pt x="311" y="148"/>
                      <a:pt x="448" y="108"/>
                    </a:cubicBezTo>
                    <a:lnTo>
                      <a:pt x="422"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2" name="Google Shape;2312;p27"/>
              <p:cNvSpPr/>
              <p:nvPr/>
            </p:nvSpPr>
            <p:spPr>
              <a:xfrm>
                <a:off x="6798275" y="1752354"/>
                <a:ext cx="13268" cy="52951"/>
              </a:xfrm>
              <a:custGeom>
                <a:avLst/>
                <a:gdLst/>
                <a:ahLst/>
                <a:cxnLst/>
                <a:rect l="l" t="t" r="r" b="b"/>
                <a:pathLst>
                  <a:path w="109" h="435" extrusionOk="0">
                    <a:moveTo>
                      <a:pt x="0" y="0"/>
                    </a:moveTo>
                    <a:lnTo>
                      <a:pt x="0" y="435"/>
                    </a:lnTo>
                    <a:lnTo>
                      <a:pt x="108" y="435"/>
                    </a:lnTo>
                    <a:lnTo>
                      <a:pt x="108"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3" name="Google Shape;2313;p27"/>
              <p:cNvSpPr/>
              <p:nvPr/>
            </p:nvSpPr>
            <p:spPr>
              <a:xfrm>
                <a:off x="6778312" y="2499878"/>
                <a:ext cx="28484" cy="54656"/>
              </a:xfrm>
              <a:custGeom>
                <a:avLst/>
                <a:gdLst/>
                <a:ahLst/>
                <a:cxnLst/>
                <a:rect l="l" t="t" r="r" b="b"/>
                <a:pathLst>
                  <a:path w="234" h="449" extrusionOk="0">
                    <a:moveTo>
                      <a:pt x="122" y="1"/>
                    </a:moveTo>
                    <a:cubicBezTo>
                      <a:pt x="96" y="138"/>
                      <a:pt x="57" y="272"/>
                      <a:pt x="1" y="409"/>
                    </a:cubicBezTo>
                    <a:lnTo>
                      <a:pt x="96" y="449"/>
                    </a:lnTo>
                    <a:cubicBezTo>
                      <a:pt x="151" y="315"/>
                      <a:pt x="204" y="164"/>
                      <a:pt x="233" y="14"/>
                    </a:cubicBezTo>
                    <a:lnTo>
                      <a:pt x="122"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4" name="Google Shape;2314;p27"/>
              <p:cNvSpPr/>
              <p:nvPr/>
            </p:nvSpPr>
            <p:spPr>
              <a:xfrm>
                <a:off x="6637474" y="2672244"/>
                <a:ext cx="53073" cy="38222"/>
              </a:xfrm>
              <a:custGeom>
                <a:avLst/>
                <a:gdLst/>
                <a:ahLst/>
                <a:cxnLst/>
                <a:rect l="l" t="t" r="r" b="b"/>
                <a:pathLst>
                  <a:path w="436" h="314" extrusionOk="0">
                    <a:moveTo>
                      <a:pt x="367" y="0"/>
                    </a:moveTo>
                    <a:cubicBezTo>
                      <a:pt x="259" y="82"/>
                      <a:pt x="135" y="151"/>
                      <a:pt x="1" y="219"/>
                    </a:cubicBezTo>
                    <a:lnTo>
                      <a:pt x="53" y="314"/>
                    </a:lnTo>
                    <a:cubicBezTo>
                      <a:pt x="190" y="245"/>
                      <a:pt x="315" y="177"/>
                      <a:pt x="436" y="82"/>
                    </a:cubicBezTo>
                    <a:lnTo>
                      <a:pt x="367"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5" name="Google Shape;2315;p27"/>
              <p:cNvSpPr/>
              <p:nvPr/>
            </p:nvSpPr>
            <p:spPr>
              <a:xfrm>
                <a:off x="6721831" y="2596164"/>
                <a:ext cx="43578" cy="49908"/>
              </a:xfrm>
              <a:custGeom>
                <a:avLst/>
                <a:gdLst/>
                <a:ahLst/>
                <a:cxnLst/>
                <a:rect l="l" t="t" r="r" b="b"/>
                <a:pathLst>
                  <a:path w="358" h="410" extrusionOk="0">
                    <a:moveTo>
                      <a:pt x="259" y="1"/>
                    </a:moveTo>
                    <a:cubicBezTo>
                      <a:pt x="194" y="122"/>
                      <a:pt x="96" y="230"/>
                      <a:pt x="1" y="341"/>
                    </a:cubicBezTo>
                    <a:lnTo>
                      <a:pt x="83" y="409"/>
                    </a:lnTo>
                    <a:cubicBezTo>
                      <a:pt x="177" y="298"/>
                      <a:pt x="275" y="190"/>
                      <a:pt x="357" y="53"/>
                    </a:cubicBezTo>
                    <a:lnTo>
                      <a:pt x="259"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6" name="Google Shape;2316;p27"/>
              <p:cNvSpPr/>
              <p:nvPr/>
            </p:nvSpPr>
            <p:spPr>
              <a:xfrm>
                <a:off x="7045380" y="1062406"/>
                <a:ext cx="54534" cy="16798"/>
              </a:xfrm>
              <a:custGeom>
                <a:avLst/>
                <a:gdLst/>
                <a:ahLst/>
                <a:cxnLst/>
                <a:rect l="l" t="t" r="r" b="b"/>
                <a:pathLst>
                  <a:path w="448" h="138" extrusionOk="0">
                    <a:moveTo>
                      <a:pt x="353" y="0"/>
                    </a:moveTo>
                    <a:cubicBezTo>
                      <a:pt x="245" y="0"/>
                      <a:pt x="121" y="0"/>
                      <a:pt x="0" y="30"/>
                    </a:cubicBezTo>
                    <a:lnTo>
                      <a:pt x="13" y="138"/>
                    </a:lnTo>
                    <a:cubicBezTo>
                      <a:pt x="134" y="111"/>
                      <a:pt x="245" y="111"/>
                      <a:pt x="353" y="111"/>
                    </a:cubicBezTo>
                    <a:lnTo>
                      <a:pt x="448" y="111"/>
                    </a:lnTo>
                    <a:lnTo>
                      <a:pt x="448"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7" name="Google Shape;2317;p27"/>
              <p:cNvSpPr/>
              <p:nvPr/>
            </p:nvSpPr>
            <p:spPr>
              <a:xfrm>
                <a:off x="6798275" y="1323023"/>
                <a:ext cx="14851" cy="54656"/>
              </a:xfrm>
              <a:custGeom>
                <a:avLst/>
                <a:gdLst/>
                <a:ahLst/>
                <a:cxnLst/>
                <a:rect l="l" t="t" r="r" b="b"/>
                <a:pathLst>
                  <a:path w="122" h="449" extrusionOk="0">
                    <a:moveTo>
                      <a:pt x="13" y="0"/>
                    </a:moveTo>
                    <a:cubicBezTo>
                      <a:pt x="0" y="82"/>
                      <a:pt x="0" y="164"/>
                      <a:pt x="0" y="245"/>
                    </a:cubicBezTo>
                    <a:lnTo>
                      <a:pt x="0" y="448"/>
                    </a:lnTo>
                    <a:lnTo>
                      <a:pt x="108" y="448"/>
                    </a:lnTo>
                    <a:lnTo>
                      <a:pt x="108" y="245"/>
                    </a:lnTo>
                    <a:cubicBezTo>
                      <a:pt x="108" y="177"/>
                      <a:pt x="108" y="95"/>
                      <a:pt x="121" y="13"/>
                    </a:cubicBezTo>
                    <a:lnTo>
                      <a:pt x="13"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8" name="Google Shape;2318;p27"/>
              <p:cNvSpPr/>
              <p:nvPr/>
            </p:nvSpPr>
            <p:spPr>
              <a:xfrm>
                <a:off x="6809839" y="1218338"/>
                <a:ext cx="33110" cy="55021"/>
              </a:xfrm>
              <a:custGeom>
                <a:avLst/>
                <a:gdLst/>
                <a:ahLst/>
                <a:cxnLst/>
                <a:rect l="l" t="t" r="r" b="b"/>
                <a:pathLst>
                  <a:path w="272" h="452" extrusionOk="0">
                    <a:moveTo>
                      <a:pt x="177" y="1"/>
                    </a:moveTo>
                    <a:cubicBezTo>
                      <a:pt x="108" y="138"/>
                      <a:pt x="43" y="272"/>
                      <a:pt x="0" y="422"/>
                    </a:cubicBezTo>
                    <a:lnTo>
                      <a:pt x="108" y="452"/>
                    </a:lnTo>
                    <a:cubicBezTo>
                      <a:pt x="151" y="314"/>
                      <a:pt x="206" y="177"/>
                      <a:pt x="271" y="56"/>
                    </a:cubicBezTo>
                    <a:lnTo>
                      <a:pt x="177"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9" name="Google Shape;2319;p27"/>
              <p:cNvSpPr/>
              <p:nvPr/>
            </p:nvSpPr>
            <p:spPr>
              <a:xfrm>
                <a:off x="6861086" y="1133981"/>
                <a:ext cx="46743" cy="47839"/>
              </a:xfrm>
              <a:custGeom>
                <a:avLst/>
                <a:gdLst/>
                <a:ahLst/>
                <a:cxnLst/>
                <a:rect l="l" t="t" r="r" b="b"/>
                <a:pathLst>
                  <a:path w="384" h="393" extrusionOk="0">
                    <a:moveTo>
                      <a:pt x="302" y="1"/>
                    </a:moveTo>
                    <a:cubicBezTo>
                      <a:pt x="194" y="95"/>
                      <a:pt x="83" y="203"/>
                      <a:pt x="1" y="327"/>
                    </a:cubicBezTo>
                    <a:lnTo>
                      <a:pt x="83" y="393"/>
                    </a:lnTo>
                    <a:cubicBezTo>
                      <a:pt x="164" y="272"/>
                      <a:pt x="275" y="177"/>
                      <a:pt x="383" y="82"/>
                    </a:cubicBezTo>
                    <a:lnTo>
                      <a:pt x="302"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0" name="Google Shape;2320;p27"/>
              <p:cNvSpPr/>
              <p:nvPr/>
            </p:nvSpPr>
            <p:spPr>
              <a:xfrm>
                <a:off x="6942278" y="1079083"/>
                <a:ext cx="55021" cy="33110"/>
              </a:xfrm>
              <a:custGeom>
                <a:avLst/>
                <a:gdLst/>
                <a:ahLst/>
                <a:cxnLst/>
                <a:rect l="l" t="t" r="r" b="b"/>
                <a:pathLst>
                  <a:path w="452" h="272" extrusionOk="0">
                    <a:moveTo>
                      <a:pt x="409" y="1"/>
                    </a:moveTo>
                    <a:cubicBezTo>
                      <a:pt x="275" y="43"/>
                      <a:pt x="138" y="108"/>
                      <a:pt x="1" y="177"/>
                    </a:cubicBezTo>
                    <a:lnTo>
                      <a:pt x="56" y="272"/>
                    </a:lnTo>
                    <a:cubicBezTo>
                      <a:pt x="180" y="206"/>
                      <a:pt x="314" y="151"/>
                      <a:pt x="452" y="95"/>
                    </a:cubicBezTo>
                    <a:lnTo>
                      <a:pt x="409"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1" name="Google Shape;2321;p27"/>
              <p:cNvSpPr/>
              <p:nvPr/>
            </p:nvSpPr>
            <p:spPr>
              <a:xfrm>
                <a:off x="6798275" y="2287830"/>
                <a:ext cx="13268" cy="53073"/>
              </a:xfrm>
              <a:custGeom>
                <a:avLst/>
                <a:gdLst/>
                <a:ahLst/>
                <a:cxnLst/>
                <a:rect l="l" t="t" r="r" b="b"/>
                <a:pathLst>
                  <a:path w="109" h="436" extrusionOk="0">
                    <a:moveTo>
                      <a:pt x="0" y="1"/>
                    </a:moveTo>
                    <a:lnTo>
                      <a:pt x="0" y="435"/>
                    </a:lnTo>
                    <a:lnTo>
                      <a:pt x="108" y="435"/>
                    </a:lnTo>
                    <a:lnTo>
                      <a:pt x="10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2" name="Google Shape;2322;p27"/>
              <p:cNvSpPr/>
              <p:nvPr/>
            </p:nvSpPr>
            <p:spPr>
              <a:xfrm>
                <a:off x="6798275" y="2073834"/>
                <a:ext cx="13268" cy="52951"/>
              </a:xfrm>
              <a:custGeom>
                <a:avLst/>
                <a:gdLst/>
                <a:ahLst/>
                <a:cxnLst/>
                <a:rect l="l" t="t" r="r" b="b"/>
                <a:pathLst>
                  <a:path w="109" h="435" extrusionOk="0">
                    <a:moveTo>
                      <a:pt x="0" y="0"/>
                    </a:moveTo>
                    <a:lnTo>
                      <a:pt x="0" y="435"/>
                    </a:lnTo>
                    <a:lnTo>
                      <a:pt x="108" y="435"/>
                    </a:lnTo>
                    <a:lnTo>
                      <a:pt x="108"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3" name="Google Shape;2323;p27"/>
              <p:cNvSpPr/>
              <p:nvPr/>
            </p:nvSpPr>
            <p:spPr>
              <a:xfrm>
                <a:off x="6798275" y="1858134"/>
                <a:ext cx="13268" cy="55021"/>
              </a:xfrm>
              <a:custGeom>
                <a:avLst/>
                <a:gdLst/>
                <a:ahLst/>
                <a:cxnLst/>
                <a:rect l="l" t="t" r="r" b="b"/>
                <a:pathLst>
                  <a:path w="109" h="452" extrusionOk="0">
                    <a:moveTo>
                      <a:pt x="0" y="1"/>
                    </a:moveTo>
                    <a:lnTo>
                      <a:pt x="0" y="452"/>
                    </a:lnTo>
                    <a:lnTo>
                      <a:pt x="108" y="452"/>
                    </a:lnTo>
                    <a:lnTo>
                      <a:pt x="10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4" name="Google Shape;2324;p27"/>
              <p:cNvSpPr/>
              <p:nvPr/>
            </p:nvSpPr>
            <p:spPr>
              <a:xfrm>
                <a:off x="6798275" y="2179980"/>
                <a:ext cx="13268" cy="53073"/>
              </a:xfrm>
              <a:custGeom>
                <a:avLst/>
                <a:gdLst/>
                <a:ahLst/>
                <a:cxnLst/>
                <a:rect l="l" t="t" r="r" b="b"/>
                <a:pathLst>
                  <a:path w="109" h="436" extrusionOk="0">
                    <a:moveTo>
                      <a:pt x="0" y="1"/>
                    </a:moveTo>
                    <a:lnTo>
                      <a:pt x="0" y="436"/>
                    </a:lnTo>
                    <a:lnTo>
                      <a:pt x="108" y="436"/>
                    </a:lnTo>
                    <a:lnTo>
                      <a:pt x="10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5" name="Google Shape;2325;p27"/>
              <p:cNvSpPr/>
              <p:nvPr/>
            </p:nvSpPr>
            <p:spPr>
              <a:xfrm>
                <a:off x="5661103" y="3756465"/>
                <a:ext cx="13268" cy="53438"/>
              </a:xfrm>
              <a:custGeom>
                <a:avLst/>
                <a:gdLst/>
                <a:ahLst/>
                <a:cxnLst/>
                <a:rect l="l" t="t" r="r" b="b"/>
                <a:pathLst>
                  <a:path w="109" h="439" extrusionOk="0">
                    <a:moveTo>
                      <a:pt x="1" y="0"/>
                    </a:moveTo>
                    <a:lnTo>
                      <a:pt x="1" y="438"/>
                    </a:lnTo>
                    <a:lnTo>
                      <a:pt x="109" y="438"/>
                    </a:lnTo>
                    <a:lnTo>
                      <a:pt x="109"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6" name="Google Shape;2326;p27"/>
              <p:cNvSpPr/>
              <p:nvPr/>
            </p:nvSpPr>
            <p:spPr>
              <a:xfrm>
                <a:off x="5661103" y="3862732"/>
                <a:ext cx="13268" cy="54534"/>
              </a:xfrm>
              <a:custGeom>
                <a:avLst/>
                <a:gdLst/>
                <a:ahLst/>
                <a:cxnLst/>
                <a:rect l="l" t="t" r="r" b="b"/>
                <a:pathLst>
                  <a:path w="109" h="448" extrusionOk="0">
                    <a:moveTo>
                      <a:pt x="1" y="0"/>
                    </a:moveTo>
                    <a:lnTo>
                      <a:pt x="1" y="448"/>
                    </a:lnTo>
                    <a:lnTo>
                      <a:pt x="109" y="448"/>
                    </a:lnTo>
                    <a:lnTo>
                      <a:pt x="109"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7" name="Google Shape;2327;p27"/>
              <p:cNvSpPr/>
              <p:nvPr/>
            </p:nvSpPr>
            <p:spPr>
              <a:xfrm>
                <a:off x="5661103" y="3648615"/>
                <a:ext cx="13268" cy="53438"/>
              </a:xfrm>
              <a:custGeom>
                <a:avLst/>
                <a:gdLst/>
                <a:ahLst/>
                <a:cxnLst/>
                <a:rect l="l" t="t" r="r" b="b"/>
                <a:pathLst>
                  <a:path w="109" h="439" extrusionOk="0">
                    <a:moveTo>
                      <a:pt x="1" y="0"/>
                    </a:moveTo>
                    <a:lnTo>
                      <a:pt x="1" y="438"/>
                    </a:lnTo>
                    <a:lnTo>
                      <a:pt x="109" y="438"/>
                    </a:lnTo>
                    <a:lnTo>
                      <a:pt x="109"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8" name="Google Shape;2328;p27"/>
              <p:cNvSpPr/>
              <p:nvPr/>
            </p:nvSpPr>
            <p:spPr>
              <a:xfrm>
                <a:off x="5661103" y="4506059"/>
                <a:ext cx="13268" cy="53073"/>
              </a:xfrm>
              <a:custGeom>
                <a:avLst/>
                <a:gdLst/>
                <a:ahLst/>
                <a:cxnLst/>
                <a:rect l="l" t="t" r="r" b="b"/>
                <a:pathLst>
                  <a:path w="109" h="436" extrusionOk="0">
                    <a:moveTo>
                      <a:pt x="1" y="0"/>
                    </a:moveTo>
                    <a:lnTo>
                      <a:pt x="1" y="435"/>
                    </a:lnTo>
                    <a:lnTo>
                      <a:pt x="109" y="435"/>
                    </a:lnTo>
                    <a:lnTo>
                      <a:pt x="109"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9" name="Google Shape;2329;p27"/>
              <p:cNvSpPr/>
              <p:nvPr/>
            </p:nvSpPr>
            <p:spPr>
              <a:xfrm>
                <a:off x="5661103" y="3970461"/>
                <a:ext cx="13268" cy="53073"/>
              </a:xfrm>
              <a:custGeom>
                <a:avLst/>
                <a:gdLst/>
                <a:ahLst/>
                <a:cxnLst/>
                <a:rect l="l" t="t" r="r" b="b"/>
                <a:pathLst>
                  <a:path w="109" h="436" extrusionOk="0">
                    <a:moveTo>
                      <a:pt x="1" y="1"/>
                    </a:moveTo>
                    <a:lnTo>
                      <a:pt x="1" y="436"/>
                    </a:lnTo>
                    <a:lnTo>
                      <a:pt x="109" y="436"/>
                    </a:lnTo>
                    <a:lnTo>
                      <a:pt x="109"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0" name="Google Shape;2330;p27"/>
              <p:cNvSpPr/>
              <p:nvPr/>
            </p:nvSpPr>
            <p:spPr>
              <a:xfrm>
                <a:off x="5661103" y="4078311"/>
                <a:ext cx="13268" cy="53073"/>
              </a:xfrm>
              <a:custGeom>
                <a:avLst/>
                <a:gdLst/>
                <a:ahLst/>
                <a:cxnLst/>
                <a:rect l="l" t="t" r="r" b="b"/>
                <a:pathLst>
                  <a:path w="109" h="436" extrusionOk="0">
                    <a:moveTo>
                      <a:pt x="1" y="1"/>
                    </a:moveTo>
                    <a:lnTo>
                      <a:pt x="1" y="435"/>
                    </a:lnTo>
                    <a:lnTo>
                      <a:pt x="109" y="435"/>
                    </a:lnTo>
                    <a:lnTo>
                      <a:pt x="109"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1" name="Google Shape;2331;p27"/>
              <p:cNvSpPr/>
              <p:nvPr/>
            </p:nvSpPr>
            <p:spPr>
              <a:xfrm>
                <a:off x="5661103" y="4184213"/>
                <a:ext cx="13268" cy="53438"/>
              </a:xfrm>
              <a:custGeom>
                <a:avLst/>
                <a:gdLst/>
                <a:ahLst/>
                <a:cxnLst/>
                <a:rect l="l" t="t" r="r" b="b"/>
                <a:pathLst>
                  <a:path w="109" h="439" extrusionOk="0">
                    <a:moveTo>
                      <a:pt x="1" y="0"/>
                    </a:moveTo>
                    <a:lnTo>
                      <a:pt x="1" y="438"/>
                    </a:lnTo>
                    <a:lnTo>
                      <a:pt x="109" y="438"/>
                    </a:lnTo>
                    <a:lnTo>
                      <a:pt x="109"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2" name="Google Shape;2332;p27"/>
              <p:cNvSpPr/>
              <p:nvPr/>
            </p:nvSpPr>
            <p:spPr>
              <a:xfrm>
                <a:off x="5661103" y="4398209"/>
                <a:ext cx="13268" cy="54656"/>
              </a:xfrm>
              <a:custGeom>
                <a:avLst/>
                <a:gdLst/>
                <a:ahLst/>
                <a:cxnLst/>
                <a:rect l="l" t="t" r="r" b="b"/>
                <a:pathLst>
                  <a:path w="109" h="449" extrusionOk="0">
                    <a:moveTo>
                      <a:pt x="1" y="1"/>
                    </a:moveTo>
                    <a:lnTo>
                      <a:pt x="1" y="448"/>
                    </a:lnTo>
                    <a:lnTo>
                      <a:pt x="109" y="448"/>
                    </a:lnTo>
                    <a:lnTo>
                      <a:pt x="109"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3" name="Google Shape;2333;p27"/>
              <p:cNvSpPr/>
              <p:nvPr/>
            </p:nvSpPr>
            <p:spPr>
              <a:xfrm>
                <a:off x="5661103" y="4291941"/>
                <a:ext cx="13268" cy="53073"/>
              </a:xfrm>
              <a:custGeom>
                <a:avLst/>
                <a:gdLst/>
                <a:ahLst/>
                <a:cxnLst/>
                <a:rect l="l" t="t" r="r" b="b"/>
                <a:pathLst>
                  <a:path w="109" h="436" extrusionOk="0">
                    <a:moveTo>
                      <a:pt x="1" y="1"/>
                    </a:moveTo>
                    <a:lnTo>
                      <a:pt x="1" y="436"/>
                    </a:lnTo>
                    <a:lnTo>
                      <a:pt x="109" y="436"/>
                    </a:lnTo>
                    <a:lnTo>
                      <a:pt x="109"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4" name="Google Shape;2334;p27"/>
              <p:cNvSpPr/>
              <p:nvPr/>
            </p:nvSpPr>
            <p:spPr>
              <a:xfrm>
                <a:off x="5661103" y="2896221"/>
                <a:ext cx="13268" cy="54656"/>
              </a:xfrm>
              <a:custGeom>
                <a:avLst/>
                <a:gdLst/>
                <a:ahLst/>
                <a:cxnLst/>
                <a:rect l="l" t="t" r="r" b="b"/>
                <a:pathLst>
                  <a:path w="109" h="449" extrusionOk="0">
                    <a:moveTo>
                      <a:pt x="1" y="0"/>
                    </a:moveTo>
                    <a:lnTo>
                      <a:pt x="1" y="448"/>
                    </a:lnTo>
                    <a:lnTo>
                      <a:pt x="109" y="448"/>
                    </a:lnTo>
                    <a:lnTo>
                      <a:pt x="109"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5" name="Google Shape;2335;p27"/>
              <p:cNvSpPr/>
              <p:nvPr/>
            </p:nvSpPr>
            <p:spPr>
              <a:xfrm>
                <a:off x="5661103" y="3004071"/>
                <a:ext cx="13268" cy="52951"/>
              </a:xfrm>
              <a:custGeom>
                <a:avLst/>
                <a:gdLst/>
                <a:ahLst/>
                <a:cxnLst/>
                <a:rect l="l" t="t" r="r" b="b"/>
                <a:pathLst>
                  <a:path w="109" h="435" extrusionOk="0">
                    <a:moveTo>
                      <a:pt x="1" y="0"/>
                    </a:moveTo>
                    <a:lnTo>
                      <a:pt x="1" y="435"/>
                    </a:lnTo>
                    <a:lnTo>
                      <a:pt x="109" y="435"/>
                    </a:lnTo>
                    <a:lnTo>
                      <a:pt x="109"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6" name="Google Shape;2336;p27"/>
              <p:cNvSpPr/>
              <p:nvPr/>
            </p:nvSpPr>
            <p:spPr>
              <a:xfrm>
                <a:off x="5659156" y="2789954"/>
                <a:ext cx="15216" cy="53073"/>
              </a:xfrm>
              <a:custGeom>
                <a:avLst/>
                <a:gdLst/>
                <a:ahLst/>
                <a:cxnLst/>
                <a:rect l="l" t="t" r="r" b="b"/>
                <a:pathLst>
                  <a:path w="125" h="436" extrusionOk="0">
                    <a:moveTo>
                      <a:pt x="17" y="1"/>
                    </a:moveTo>
                    <a:lnTo>
                      <a:pt x="17" y="14"/>
                    </a:lnTo>
                    <a:lnTo>
                      <a:pt x="0" y="14"/>
                    </a:lnTo>
                    <a:lnTo>
                      <a:pt x="0" y="164"/>
                    </a:lnTo>
                    <a:lnTo>
                      <a:pt x="17" y="164"/>
                    </a:lnTo>
                    <a:lnTo>
                      <a:pt x="17" y="435"/>
                    </a:lnTo>
                    <a:lnTo>
                      <a:pt x="125" y="435"/>
                    </a:lnTo>
                    <a:lnTo>
                      <a:pt x="12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7" name="Google Shape;2337;p27"/>
              <p:cNvSpPr/>
              <p:nvPr/>
            </p:nvSpPr>
            <p:spPr>
              <a:xfrm>
                <a:off x="5661103" y="3111434"/>
                <a:ext cx="13268" cy="53438"/>
              </a:xfrm>
              <a:custGeom>
                <a:avLst/>
                <a:gdLst/>
                <a:ahLst/>
                <a:cxnLst/>
                <a:rect l="l" t="t" r="r" b="b"/>
                <a:pathLst>
                  <a:path w="109" h="439" extrusionOk="0">
                    <a:moveTo>
                      <a:pt x="1" y="1"/>
                    </a:moveTo>
                    <a:lnTo>
                      <a:pt x="1" y="439"/>
                    </a:lnTo>
                    <a:lnTo>
                      <a:pt x="109" y="439"/>
                    </a:lnTo>
                    <a:lnTo>
                      <a:pt x="109"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8" name="Google Shape;2338;p27"/>
              <p:cNvSpPr/>
              <p:nvPr/>
            </p:nvSpPr>
            <p:spPr>
              <a:xfrm>
                <a:off x="5661103" y="3217702"/>
                <a:ext cx="13268" cy="55021"/>
              </a:xfrm>
              <a:custGeom>
                <a:avLst/>
                <a:gdLst/>
                <a:ahLst/>
                <a:cxnLst/>
                <a:rect l="l" t="t" r="r" b="b"/>
                <a:pathLst>
                  <a:path w="109" h="452" extrusionOk="0">
                    <a:moveTo>
                      <a:pt x="1" y="1"/>
                    </a:moveTo>
                    <a:lnTo>
                      <a:pt x="1" y="452"/>
                    </a:lnTo>
                    <a:lnTo>
                      <a:pt x="109" y="452"/>
                    </a:lnTo>
                    <a:lnTo>
                      <a:pt x="109"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9" name="Google Shape;2339;p27"/>
              <p:cNvSpPr/>
              <p:nvPr/>
            </p:nvSpPr>
            <p:spPr>
              <a:xfrm>
                <a:off x="5661103" y="3325552"/>
                <a:ext cx="13268" cy="53073"/>
              </a:xfrm>
              <a:custGeom>
                <a:avLst/>
                <a:gdLst/>
                <a:ahLst/>
                <a:cxnLst/>
                <a:rect l="l" t="t" r="r" b="b"/>
                <a:pathLst>
                  <a:path w="109" h="436" extrusionOk="0">
                    <a:moveTo>
                      <a:pt x="1" y="0"/>
                    </a:moveTo>
                    <a:lnTo>
                      <a:pt x="1" y="435"/>
                    </a:lnTo>
                    <a:lnTo>
                      <a:pt x="109" y="435"/>
                    </a:lnTo>
                    <a:lnTo>
                      <a:pt x="109"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0" name="Google Shape;2340;p27"/>
              <p:cNvSpPr/>
              <p:nvPr/>
            </p:nvSpPr>
            <p:spPr>
              <a:xfrm>
                <a:off x="5661103" y="3539182"/>
                <a:ext cx="13268" cy="56603"/>
              </a:xfrm>
              <a:custGeom>
                <a:avLst/>
                <a:gdLst/>
                <a:ahLst/>
                <a:cxnLst/>
                <a:rect l="l" t="t" r="r" b="b"/>
                <a:pathLst>
                  <a:path w="109" h="465" extrusionOk="0">
                    <a:moveTo>
                      <a:pt x="1" y="1"/>
                    </a:moveTo>
                    <a:lnTo>
                      <a:pt x="1" y="30"/>
                    </a:lnTo>
                    <a:lnTo>
                      <a:pt x="1" y="439"/>
                    </a:lnTo>
                    <a:lnTo>
                      <a:pt x="1" y="465"/>
                    </a:lnTo>
                    <a:lnTo>
                      <a:pt x="109" y="465"/>
                    </a:lnTo>
                    <a:lnTo>
                      <a:pt x="109" y="439"/>
                    </a:lnTo>
                    <a:lnTo>
                      <a:pt x="109" y="30"/>
                    </a:lnTo>
                    <a:lnTo>
                      <a:pt x="109"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1" name="Google Shape;2341;p27"/>
              <p:cNvSpPr/>
              <p:nvPr/>
            </p:nvSpPr>
            <p:spPr>
              <a:xfrm>
                <a:off x="5661103" y="3431819"/>
                <a:ext cx="13268" cy="54534"/>
              </a:xfrm>
              <a:custGeom>
                <a:avLst/>
                <a:gdLst/>
                <a:ahLst/>
                <a:cxnLst/>
                <a:rect l="l" t="t" r="r" b="b"/>
                <a:pathLst>
                  <a:path w="109" h="448" extrusionOk="0">
                    <a:moveTo>
                      <a:pt x="1" y="0"/>
                    </a:moveTo>
                    <a:lnTo>
                      <a:pt x="1" y="448"/>
                    </a:lnTo>
                    <a:lnTo>
                      <a:pt x="109" y="448"/>
                    </a:lnTo>
                    <a:lnTo>
                      <a:pt x="109"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2342" name="Google Shape;2342;p27"/>
          <p:cNvGrpSpPr/>
          <p:nvPr/>
        </p:nvGrpSpPr>
        <p:grpSpPr>
          <a:xfrm>
            <a:off x="1080275" y="482975"/>
            <a:ext cx="2714372" cy="4003230"/>
            <a:chOff x="1080275" y="482975"/>
            <a:chExt cx="2714372" cy="4003230"/>
          </a:xfrm>
        </p:grpSpPr>
        <p:grpSp>
          <p:nvGrpSpPr>
            <p:cNvPr id="2343" name="Google Shape;2343;p27"/>
            <p:cNvGrpSpPr/>
            <p:nvPr/>
          </p:nvGrpSpPr>
          <p:grpSpPr>
            <a:xfrm rot="-754058">
              <a:off x="1692569" y="1032547"/>
              <a:ext cx="1764045" cy="3301286"/>
              <a:chOff x="5120779" y="818439"/>
              <a:chExt cx="1836564" cy="3437000"/>
            </a:xfrm>
          </p:grpSpPr>
          <p:sp>
            <p:nvSpPr>
              <p:cNvPr id="2344" name="Google Shape;2344;p27"/>
              <p:cNvSpPr/>
              <p:nvPr/>
            </p:nvSpPr>
            <p:spPr>
              <a:xfrm>
                <a:off x="5120779" y="818439"/>
                <a:ext cx="1836564" cy="3437000"/>
              </a:xfrm>
              <a:custGeom>
                <a:avLst/>
                <a:gdLst/>
                <a:ahLst/>
                <a:cxnLst/>
                <a:rect l="l" t="t" r="r" b="b"/>
                <a:pathLst>
                  <a:path w="37357" h="69911" extrusionOk="0">
                    <a:moveTo>
                      <a:pt x="3283" y="0"/>
                    </a:moveTo>
                    <a:cubicBezTo>
                      <a:pt x="1520" y="0"/>
                      <a:pt x="1" y="1520"/>
                      <a:pt x="1" y="3435"/>
                    </a:cubicBezTo>
                    <a:lnTo>
                      <a:pt x="1" y="66627"/>
                    </a:lnTo>
                    <a:cubicBezTo>
                      <a:pt x="1" y="68390"/>
                      <a:pt x="1520" y="69910"/>
                      <a:pt x="3283" y="69910"/>
                    </a:cubicBezTo>
                    <a:lnTo>
                      <a:pt x="34074" y="69910"/>
                    </a:lnTo>
                    <a:cubicBezTo>
                      <a:pt x="35837" y="69910"/>
                      <a:pt x="37357" y="68390"/>
                      <a:pt x="37357" y="66627"/>
                    </a:cubicBezTo>
                    <a:lnTo>
                      <a:pt x="37357" y="3435"/>
                    </a:lnTo>
                    <a:cubicBezTo>
                      <a:pt x="37357" y="1520"/>
                      <a:pt x="35837" y="0"/>
                      <a:pt x="3407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5" name="Google Shape;2345;p27"/>
              <p:cNvSpPr/>
              <p:nvPr/>
            </p:nvSpPr>
            <p:spPr>
              <a:xfrm>
                <a:off x="5819675" y="947325"/>
                <a:ext cx="438600" cy="72300"/>
              </a:xfrm>
              <a:prstGeom prst="roundRect">
                <a:avLst>
                  <a:gd name="adj" fmla="val 16667"/>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6" name="Google Shape;2346;p27"/>
              <p:cNvSpPr/>
              <p:nvPr/>
            </p:nvSpPr>
            <p:spPr>
              <a:xfrm>
                <a:off x="5878717" y="3947980"/>
                <a:ext cx="320700" cy="193800"/>
              </a:xfrm>
              <a:prstGeom prst="roundRect">
                <a:avLst>
                  <a:gd name="adj" fmla="val 16667"/>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347" name="Google Shape;2347;p27"/>
            <p:cNvSpPr/>
            <p:nvPr/>
          </p:nvSpPr>
          <p:spPr>
            <a:xfrm>
              <a:off x="1080275" y="482975"/>
              <a:ext cx="1559700" cy="397200"/>
            </a:xfrm>
            <a:prstGeom prst="wedgeRectCallout">
              <a:avLst>
                <a:gd name="adj1" fmla="val -11597"/>
                <a:gd name="adj2" fmla="val 110983"/>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600" b="1">
                  <a:solidFill>
                    <a:schemeClr val="accent5"/>
                  </a:solidFill>
                  <a:latin typeface="Poppins"/>
                  <a:ea typeface="Poppins"/>
                  <a:cs typeface="Poppins"/>
                  <a:sym typeface="Poppins"/>
                </a:rPr>
                <a:t>ACCIDENT!</a:t>
              </a:r>
              <a:endParaRPr sz="1600" b="1">
                <a:solidFill>
                  <a:schemeClr val="accent5"/>
                </a:solidFill>
                <a:latin typeface="Poppins"/>
                <a:ea typeface="Poppins"/>
                <a:cs typeface="Poppins"/>
                <a:sym typeface="Poppins"/>
              </a:endParaRPr>
            </a:p>
          </p:txBody>
        </p:sp>
      </p:grpSp>
      <p:pic>
        <p:nvPicPr>
          <p:cNvPr id="2348" name="Google Shape;2348;p27"/>
          <p:cNvPicPr preferRelativeResize="0">
            <a:picLocks noGrp="1"/>
          </p:cNvPicPr>
          <p:nvPr>
            <p:ph type="pic" idx="3"/>
          </p:nvPr>
        </p:nvPicPr>
        <p:blipFill rotWithShape="1">
          <a:blip r:embed="rId3">
            <a:alphaModFix/>
          </a:blip>
          <a:srcRect t="-30" b="30"/>
          <a:stretch/>
        </p:blipFill>
        <p:spPr>
          <a:xfrm rot="-754210">
            <a:off x="1800180" y="1317963"/>
            <a:ext cx="1532149" cy="2655476"/>
          </a:xfrm>
          <a:prstGeom prst="rect">
            <a:avLst/>
          </a:prstGeom>
        </p:spPr>
      </p:pic>
    </p:spTree>
  </p:cSld>
  <p:clrMapOvr>
    <a:masterClrMapping/>
  </p:clrMapOvr>
  <p:transition spd="med">
    <p:push dir="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352"/>
        <p:cNvGrpSpPr/>
        <p:nvPr/>
      </p:nvGrpSpPr>
      <p:grpSpPr>
        <a:xfrm>
          <a:off x="0" y="0"/>
          <a:ext cx="0" cy="0"/>
          <a:chOff x="0" y="0"/>
          <a:chExt cx="0" cy="0"/>
        </a:xfrm>
      </p:grpSpPr>
      <p:sp>
        <p:nvSpPr>
          <p:cNvPr id="2353" name="Google Shape;2353;p28"/>
          <p:cNvSpPr txBox="1">
            <a:spLocks noGrp="1"/>
          </p:cNvSpPr>
          <p:nvPr>
            <p:ph type="title"/>
          </p:nvPr>
        </p:nvSpPr>
        <p:spPr>
          <a:xfrm>
            <a:off x="720000" y="368825"/>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b="1" dirty="0">
                <a:latin typeface="微軟正黑體" panose="020B0604030504040204" pitchFamily="34" charset="-120"/>
                <a:ea typeface="微軟正黑體" panose="020B0604030504040204" pitchFamily="34" charset="-120"/>
              </a:rPr>
              <a:t>專案介紹</a:t>
            </a:r>
            <a:endParaRPr b="1" dirty="0">
              <a:latin typeface="微軟正黑體" panose="020B0604030504040204" pitchFamily="34" charset="-120"/>
              <a:ea typeface="微軟正黑體" panose="020B0604030504040204" pitchFamily="34" charset="-120"/>
            </a:endParaRPr>
          </a:p>
        </p:txBody>
      </p:sp>
      <p:sp>
        <p:nvSpPr>
          <p:cNvPr id="2354" name="Google Shape;2354;p28"/>
          <p:cNvSpPr txBox="1">
            <a:spLocks noGrp="1"/>
          </p:cNvSpPr>
          <p:nvPr>
            <p:ph type="subTitle" idx="2"/>
          </p:nvPr>
        </p:nvSpPr>
        <p:spPr>
          <a:xfrm>
            <a:off x="1672500" y="1174500"/>
            <a:ext cx="5799000" cy="27945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800" dirty="0">
                <a:latin typeface="微軟正黑體" panose="020B0604030504040204" pitchFamily="34" charset="-120"/>
                <a:ea typeface="微軟正黑體" panose="020B0604030504040204" pitchFamily="34" charset="-120"/>
              </a:rPr>
              <a:t>隨著交通運輸的迅速發展，交通事故已成為重要的公共安全問題。每年交通事故導致大量的傷亡和財產損失，給社會帶來很大的困擾。</a:t>
            </a:r>
            <a:endParaRPr sz="1800" dirty="0">
              <a:latin typeface="微軟正黑體" panose="020B0604030504040204" pitchFamily="34" charset="-120"/>
              <a:ea typeface="微軟正黑體" panose="020B0604030504040204" pitchFamily="34" charset="-120"/>
            </a:endParaRPr>
          </a:p>
          <a:p>
            <a:pPr marL="0" lvl="0" indent="0" algn="l" rtl="0">
              <a:spcBef>
                <a:spcPts val="0"/>
              </a:spcBef>
              <a:spcAft>
                <a:spcPts val="0"/>
              </a:spcAft>
              <a:buNone/>
            </a:pPr>
            <a:endParaRPr sz="1800" dirty="0">
              <a:latin typeface="微軟正黑體" panose="020B0604030504040204" pitchFamily="34" charset="-120"/>
              <a:ea typeface="微軟正黑體" panose="020B0604030504040204" pitchFamily="34" charset="-120"/>
            </a:endParaRPr>
          </a:p>
          <a:p>
            <a:pPr marL="0" lvl="0" indent="0" algn="l" rtl="0">
              <a:spcBef>
                <a:spcPts val="0"/>
              </a:spcBef>
              <a:spcAft>
                <a:spcPts val="0"/>
              </a:spcAft>
              <a:buNone/>
            </a:pPr>
            <a:r>
              <a:rPr lang="en" sz="1800" dirty="0">
                <a:latin typeface="微軟正黑體" panose="020B0604030504040204" pitchFamily="34" charset="-120"/>
                <a:ea typeface="微軟正黑體" panose="020B0604030504040204" pitchFamily="34" charset="-120"/>
              </a:rPr>
              <a:t>為了更好地理解道路交通事故的特點和成因，我們選擇了112年的傷亡道路交通資料進行詳細分析，透過將資料視覺化和研究，探討發生事故的各種因素，讓各位更不容易出車禍。</a:t>
            </a:r>
            <a:endParaRPr sz="1800" dirty="0">
              <a:latin typeface="微軟正黑體" panose="020B0604030504040204" pitchFamily="34" charset="-120"/>
              <a:ea typeface="微軟正黑體" panose="020B0604030504040204" pitchFamily="34" charset="-120"/>
            </a:endParaRPr>
          </a:p>
        </p:txBody>
      </p:sp>
    </p:spTree>
  </p:cSld>
  <p:clrMapOvr>
    <a:masterClrMapping/>
  </p:clrMapOvr>
  <mc:AlternateContent xmlns:mc="http://schemas.openxmlformats.org/markup-compatibility/2006" xmlns:p14="http://schemas.microsoft.com/office/powerpoint/2010/main">
    <mc:Choice Requires="p14">
      <p:transition spd="med">
        <p14:prism/>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358"/>
        <p:cNvGrpSpPr/>
        <p:nvPr/>
      </p:nvGrpSpPr>
      <p:grpSpPr>
        <a:xfrm>
          <a:off x="0" y="0"/>
          <a:ext cx="0" cy="0"/>
          <a:chOff x="0" y="0"/>
          <a:chExt cx="0" cy="0"/>
        </a:xfrm>
      </p:grpSpPr>
      <p:sp>
        <p:nvSpPr>
          <p:cNvPr id="2359" name="Google Shape;2359;p29"/>
          <p:cNvSpPr txBox="1">
            <a:spLocks noGrp="1"/>
          </p:cNvSpPr>
          <p:nvPr>
            <p:ph type="title"/>
          </p:nvPr>
        </p:nvSpPr>
        <p:spPr>
          <a:xfrm>
            <a:off x="720000" y="368825"/>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b="1">
                <a:latin typeface="微軟正黑體" panose="020B0604030504040204" pitchFamily="34" charset="-120"/>
                <a:ea typeface="微軟正黑體" panose="020B0604030504040204" pitchFamily="34" charset="-120"/>
              </a:rPr>
              <a:t>資料集選擇理由</a:t>
            </a:r>
            <a:endParaRPr b="1">
              <a:latin typeface="微軟正黑體" panose="020B0604030504040204" pitchFamily="34" charset="-120"/>
              <a:ea typeface="微軟正黑體" panose="020B0604030504040204" pitchFamily="34" charset="-120"/>
            </a:endParaRPr>
          </a:p>
        </p:txBody>
      </p:sp>
      <p:sp>
        <p:nvSpPr>
          <p:cNvPr id="2360" name="Google Shape;2360;p29"/>
          <p:cNvSpPr txBox="1">
            <a:spLocks noGrp="1"/>
          </p:cNvSpPr>
          <p:nvPr>
            <p:ph type="subTitle" idx="5"/>
          </p:nvPr>
        </p:nvSpPr>
        <p:spPr>
          <a:xfrm>
            <a:off x="5433138" y="1636213"/>
            <a:ext cx="2175300" cy="5277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sz="2200" b="1">
                <a:latin typeface="微軟正黑體" panose="020B0604030504040204" pitchFamily="34" charset="-120"/>
                <a:ea typeface="微軟正黑體" panose="020B0604030504040204" pitchFamily="34" charset="-120"/>
              </a:rPr>
              <a:t>資料多樣性</a:t>
            </a:r>
            <a:endParaRPr sz="2200" b="1">
              <a:latin typeface="微軟正黑體" panose="020B0604030504040204" pitchFamily="34" charset="-120"/>
              <a:ea typeface="微軟正黑體" panose="020B0604030504040204" pitchFamily="34" charset="-120"/>
            </a:endParaRPr>
          </a:p>
        </p:txBody>
      </p:sp>
      <p:sp>
        <p:nvSpPr>
          <p:cNvPr id="2361" name="Google Shape;2361;p29"/>
          <p:cNvSpPr txBox="1">
            <a:spLocks noGrp="1"/>
          </p:cNvSpPr>
          <p:nvPr>
            <p:ph type="subTitle" idx="4"/>
          </p:nvPr>
        </p:nvSpPr>
        <p:spPr>
          <a:xfrm>
            <a:off x="2035138" y="1586751"/>
            <a:ext cx="2175300" cy="5277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sz="2300" b="1">
                <a:latin typeface="微軟正黑體" panose="020B0604030504040204" pitchFamily="34" charset="-120"/>
                <a:ea typeface="微軟正黑體" panose="020B0604030504040204" pitchFamily="34" charset="-120"/>
              </a:rPr>
              <a:t>資料複雜性</a:t>
            </a:r>
            <a:endParaRPr sz="2300" b="1">
              <a:latin typeface="微軟正黑體" panose="020B0604030504040204" pitchFamily="34" charset="-120"/>
              <a:ea typeface="微軟正黑體" panose="020B0604030504040204" pitchFamily="34" charset="-120"/>
            </a:endParaRPr>
          </a:p>
        </p:txBody>
      </p:sp>
      <p:sp>
        <p:nvSpPr>
          <p:cNvPr id="2362" name="Google Shape;2362;p29"/>
          <p:cNvSpPr txBox="1">
            <a:spLocks noGrp="1"/>
          </p:cNvSpPr>
          <p:nvPr>
            <p:ph type="subTitle" idx="1"/>
          </p:nvPr>
        </p:nvSpPr>
        <p:spPr>
          <a:xfrm>
            <a:off x="1885825" y="2317563"/>
            <a:ext cx="2231400" cy="1501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500" dirty="0">
                <a:latin typeface="微軟正黑體" panose="020B0604030504040204" pitchFamily="34" charset="-120"/>
                <a:ea typeface="微軟正黑體" panose="020B0604030504040204" pitchFamily="34" charset="-120"/>
              </a:rPr>
              <a:t>資料有足夠的複雜性，資料未整理前共有多個CSV檔案。檔案包含了A1和A2兩種車禍類型的資料，能讓我們對不同的事故類型進行資料分析。</a:t>
            </a:r>
            <a:endParaRPr sz="1500" dirty="0">
              <a:latin typeface="微軟正黑體" panose="020B0604030504040204" pitchFamily="34" charset="-120"/>
              <a:ea typeface="微軟正黑體" panose="020B0604030504040204" pitchFamily="34" charset="-120"/>
            </a:endParaRPr>
          </a:p>
        </p:txBody>
      </p:sp>
      <p:sp>
        <p:nvSpPr>
          <p:cNvPr id="2363" name="Google Shape;2363;p29"/>
          <p:cNvSpPr txBox="1">
            <a:spLocks noGrp="1"/>
          </p:cNvSpPr>
          <p:nvPr>
            <p:ph type="subTitle" idx="2"/>
          </p:nvPr>
        </p:nvSpPr>
        <p:spPr>
          <a:xfrm>
            <a:off x="5083988" y="2425360"/>
            <a:ext cx="2175300" cy="1501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500">
                <a:latin typeface="微軟正黑體" panose="020B0604030504040204" pitchFamily="34" charset="-120"/>
                <a:ea typeface="微軟正黑體" panose="020B0604030504040204" pitchFamily="34" charset="-120"/>
              </a:rPr>
              <a:t>資料包括了各種不同的事故因素，包括事故天候、道路狀況、道路類別等。能讓我們更深入探討事故的原因。</a:t>
            </a:r>
            <a:endParaRPr sz="1500">
              <a:latin typeface="微軟正黑體" panose="020B0604030504040204" pitchFamily="34" charset="-120"/>
              <a:ea typeface="微軟正黑體" panose="020B0604030504040204" pitchFamily="34" charset="-120"/>
            </a:endParaRPr>
          </a:p>
        </p:txBody>
      </p:sp>
      <p:sp>
        <p:nvSpPr>
          <p:cNvPr id="2364" name="Google Shape;2364;p29"/>
          <p:cNvSpPr/>
          <p:nvPr/>
        </p:nvSpPr>
        <p:spPr>
          <a:xfrm>
            <a:off x="3171300" y="4912080"/>
            <a:ext cx="407102" cy="258210"/>
          </a:xfrm>
          <a:custGeom>
            <a:avLst/>
            <a:gdLst/>
            <a:ahLst/>
            <a:cxnLst/>
            <a:rect l="l" t="t" r="r" b="b"/>
            <a:pathLst>
              <a:path w="3379" h="2143" extrusionOk="0">
                <a:moveTo>
                  <a:pt x="1990" y="182"/>
                </a:moveTo>
                <a:cubicBezTo>
                  <a:pt x="1990" y="182"/>
                  <a:pt x="1961" y="211"/>
                  <a:pt x="1961" y="247"/>
                </a:cubicBezTo>
                <a:lnTo>
                  <a:pt x="1780" y="666"/>
                </a:lnTo>
                <a:lnTo>
                  <a:pt x="2047" y="305"/>
                </a:lnTo>
                <a:cubicBezTo>
                  <a:pt x="2084" y="276"/>
                  <a:pt x="2084" y="247"/>
                  <a:pt x="2047" y="247"/>
                </a:cubicBezTo>
                <a:lnTo>
                  <a:pt x="2019" y="211"/>
                </a:lnTo>
                <a:lnTo>
                  <a:pt x="1990" y="182"/>
                </a:lnTo>
                <a:close/>
                <a:moveTo>
                  <a:pt x="1324" y="247"/>
                </a:moveTo>
                <a:lnTo>
                  <a:pt x="1295" y="276"/>
                </a:lnTo>
                <a:cubicBezTo>
                  <a:pt x="1266" y="276"/>
                  <a:pt x="1295" y="305"/>
                  <a:pt x="1295" y="334"/>
                </a:cubicBezTo>
                <a:lnTo>
                  <a:pt x="1570" y="695"/>
                </a:lnTo>
                <a:lnTo>
                  <a:pt x="1570" y="695"/>
                </a:lnTo>
                <a:lnTo>
                  <a:pt x="1418" y="276"/>
                </a:lnTo>
                <a:cubicBezTo>
                  <a:pt x="1389" y="247"/>
                  <a:pt x="1389" y="247"/>
                  <a:pt x="1360" y="247"/>
                </a:cubicBezTo>
                <a:close/>
                <a:moveTo>
                  <a:pt x="1628" y="1"/>
                </a:moveTo>
                <a:cubicBezTo>
                  <a:pt x="1599" y="1"/>
                  <a:pt x="1599" y="30"/>
                  <a:pt x="1599" y="95"/>
                </a:cubicBezTo>
                <a:lnTo>
                  <a:pt x="1686" y="695"/>
                </a:lnTo>
                <a:lnTo>
                  <a:pt x="1751" y="95"/>
                </a:lnTo>
                <a:cubicBezTo>
                  <a:pt x="1780" y="30"/>
                  <a:pt x="1751" y="1"/>
                  <a:pt x="1722" y="1"/>
                </a:cubicBezTo>
                <a:close/>
                <a:moveTo>
                  <a:pt x="2293" y="543"/>
                </a:moveTo>
                <a:cubicBezTo>
                  <a:pt x="2322" y="543"/>
                  <a:pt x="2351" y="543"/>
                  <a:pt x="2380" y="572"/>
                </a:cubicBezTo>
                <a:lnTo>
                  <a:pt x="2988" y="724"/>
                </a:lnTo>
                <a:cubicBezTo>
                  <a:pt x="3046" y="753"/>
                  <a:pt x="3075" y="789"/>
                  <a:pt x="3104" y="876"/>
                </a:cubicBezTo>
                <a:lnTo>
                  <a:pt x="3169" y="1296"/>
                </a:lnTo>
                <a:lnTo>
                  <a:pt x="1903" y="970"/>
                </a:lnTo>
                <a:lnTo>
                  <a:pt x="2199" y="609"/>
                </a:lnTo>
                <a:cubicBezTo>
                  <a:pt x="2228" y="572"/>
                  <a:pt x="2265" y="543"/>
                  <a:pt x="2293" y="543"/>
                </a:cubicBezTo>
                <a:close/>
                <a:moveTo>
                  <a:pt x="1208" y="818"/>
                </a:moveTo>
                <a:cubicBezTo>
                  <a:pt x="1295" y="818"/>
                  <a:pt x="1324" y="847"/>
                  <a:pt x="1389" y="934"/>
                </a:cubicBezTo>
                <a:lnTo>
                  <a:pt x="1570" y="1332"/>
                </a:lnTo>
                <a:lnTo>
                  <a:pt x="239" y="1332"/>
                </a:lnTo>
                <a:lnTo>
                  <a:pt x="456" y="934"/>
                </a:lnTo>
                <a:cubicBezTo>
                  <a:pt x="485" y="847"/>
                  <a:pt x="514" y="847"/>
                  <a:pt x="572" y="818"/>
                </a:cubicBezTo>
                <a:close/>
                <a:moveTo>
                  <a:pt x="3104" y="1448"/>
                </a:moveTo>
                <a:cubicBezTo>
                  <a:pt x="3169" y="1477"/>
                  <a:pt x="3227" y="1542"/>
                  <a:pt x="3198" y="1629"/>
                </a:cubicBezTo>
                <a:cubicBezTo>
                  <a:pt x="3174" y="1682"/>
                  <a:pt x="3126" y="1730"/>
                  <a:pt x="3062" y="1730"/>
                </a:cubicBezTo>
                <a:cubicBezTo>
                  <a:pt x="3048" y="1730"/>
                  <a:pt x="3033" y="1728"/>
                  <a:pt x="3017" y="1723"/>
                </a:cubicBezTo>
                <a:cubicBezTo>
                  <a:pt x="2952" y="1694"/>
                  <a:pt x="2894" y="1629"/>
                  <a:pt x="2923" y="1542"/>
                </a:cubicBezTo>
                <a:cubicBezTo>
                  <a:pt x="2952" y="1477"/>
                  <a:pt x="2988" y="1448"/>
                  <a:pt x="3046" y="1448"/>
                </a:cubicBezTo>
                <a:close/>
                <a:moveTo>
                  <a:pt x="275" y="1477"/>
                </a:moveTo>
                <a:cubicBezTo>
                  <a:pt x="362" y="1477"/>
                  <a:pt x="420" y="1542"/>
                  <a:pt x="420" y="1629"/>
                </a:cubicBezTo>
                <a:cubicBezTo>
                  <a:pt x="420" y="1723"/>
                  <a:pt x="362" y="1781"/>
                  <a:pt x="275" y="1781"/>
                </a:cubicBezTo>
                <a:cubicBezTo>
                  <a:pt x="210" y="1781"/>
                  <a:pt x="152" y="1694"/>
                  <a:pt x="152" y="1629"/>
                </a:cubicBezTo>
                <a:cubicBezTo>
                  <a:pt x="152" y="1542"/>
                  <a:pt x="210" y="1477"/>
                  <a:pt x="275" y="1477"/>
                </a:cubicBezTo>
                <a:close/>
                <a:moveTo>
                  <a:pt x="1541" y="1477"/>
                </a:moveTo>
                <a:cubicBezTo>
                  <a:pt x="1599" y="1477"/>
                  <a:pt x="1657" y="1542"/>
                  <a:pt x="1657" y="1629"/>
                </a:cubicBezTo>
                <a:cubicBezTo>
                  <a:pt x="1657" y="1723"/>
                  <a:pt x="1599" y="1781"/>
                  <a:pt x="1541" y="1781"/>
                </a:cubicBezTo>
                <a:cubicBezTo>
                  <a:pt x="1447" y="1781"/>
                  <a:pt x="1389" y="1694"/>
                  <a:pt x="1389" y="1629"/>
                </a:cubicBezTo>
                <a:cubicBezTo>
                  <a:pt x="1389" y="1542"/>
                  <a:pt x="1447" y="1477"/>
                  <a:pt x="1541" y="1477"/>
                </a:cubicBezTo>
                <a:close/>
                <a:moveTo>
                  <a:pt x="2265" y="363"/>
                </a:moveTo>
                <a:cubicBezTo>
                  <a:pt x="2199" y="363"/>
                  <a:pt x="2142" y="392"/>
                  <a:pt x="2113" y="428"/>
                </a:cubicBezTo>
                <a:lnTo>
                  <a:pt x="1686" y="934"/>
                </a:lnTo>
                <a:lnTo>
                  <a:pt x="1657" y="934"/>
                </a:lnTo>
                <a:lnTo>
                  <a:pt x="1780" y="1151"/>
                </a:lnTo>
                <a:cubicBezTo>
                  <a:pt x="1809" y="1115"/>
                  <a:pt x="1838" y="1115"/>
                  <a:pt x="1903" y="1115"/>
                </a:cubicBezTo>
                <a:cubicBezTo>
                  <a:pt x="1961" y="1151"/>
                  <a:pt x="2019" y="1209"/>
                  <a:pt x="1990" y="1296"/>
                </a:cubicBezTo>
                <a:cubicBezTo>
                  <a:pt x="1990" y="1361"/>
                  <a:pt x="1932" y="1390"/>
                  <a:pt x="1867" y="1390"/>
                </a:cubicBezTo>
                <a:cubicBezTo>
                  <a:pt x="1867" y="1419"/>
                  <a:pt x="1903" y="1477"/>
                  <a:pt x="1903" y="1513"/>
                </a:cubicBezTo>
                <a:lnTo>
                  <a:pt x="1903" y="1600"/>
                </a:lnTo>
                <a:lnTo>
                  <a:pt x="2952" y="1875"/>
                </a:lnTo>
                <a:lnTo>
                  <a:pt x="2923" y="1933"/>
                </a:lnTo>
                <a:lnTo>
                  <a:pt x="2923" y="2019"/>
                </a:lnTo>
                <a:cubicBezTo>
                  <a:pt x="2923" y="2019"/>
                  <a:pt x="2923" y="2056"/>
                  <a:pt x="2952" y="2056"/>
                </a:cubicBezTo>
                <a:lnTo>
                  <a:pt x="3169" y="2113"/>
                </a:lnTo>
                <a:cubicBezTo>
                  <a:pt x="3198" y="2113"/>
                  <a:pt x="3227" y="2113"/>
                  <a:pt x="3227" y="2085"/>
                </a:cubicBezTo>
                <a:lnTo>
                  <a:pt x="3227" y="2019"/>
                </a:lnTo>
                <a:lnTo>
                  <a:pt x="3379" y="1542"/>
                </a:lnTo>
                <a:lnTo>
                  <a:pt x="3379" y="1361"/>
                </a:lnTo>
                <a:lnTo>
                  <a:pt x="3256" y="724"/>
                </a:lnTo>
                <a:cubicBezTo>
                  <a:pt x="3227" y="666"/>
                  <a:pt x="3169" y="572"/>
                  <a:pt x="3075" y="543"/>
                </a:cubicBezTo>
                <a:lnTo>
                  <a:pt x="2322" y="363"/>
                </a:lnTo>
                <a:close/>
                <a:moveTo>
                  <a:pt x="514" y="638"/>
                </a:moveTo>
                <a:cubicBezTo>
                  <a:pt x="420" y="638"/>
                  <a:pt x="333" y="695"/>
                  <a:pt x="304" y="753"/>
                </a:cubicBezTo>
                <a:lnTo>
                  <a:pt x="29" y="1361"/>
                </a:lnTo>
                <a:cubicBezTo>
                  <a:pt x="0" y="1419"/>
                  <a:pt x="0" y="1448"/>
                  <a:pt x="0" y="1513"/>
                </a:cubicBezTo>
                <a:lnTo>
                  <a:pt x="0" y="2019"/>
                </a:lnTo>
                <a:lnTo>
                  <a:pt x="0" y="2085"/>
                </a:lnTo>
                <a:cubicBezTo>
                  <a:pt x="0" y="2113"/>
                  <a:pt x="0" y="2142"/>
                  <a:pt x="29" y="2142"/>
                </a:cubicBezTo>
                <a:lnTo>
                  <a:pt x="275" y="2142"/>
                </a:lnTo>
                <a:cubicBezTo>
                  <a:pt x="275" y="2142"/>
                  <a:pt x="304" y="2113"/>
                  <a:pt x="304" y="2085"/>
                </a:cubicBezTo>
                <a:lnTo>
                  <a:pt x="304" y="2019"/>
                </a:lnTo>
                <a:lnTo>
                  <a:pt x="304" y="1933"/>
                </a:lnTo>
                <a:lnTo>
                  <a:pt x="1505" y="1933"/>
                </a:lnTo>
                <a:lnTo>
                  <a:pt x="1505" y="2019"/>
                </a:lnTo>
                <a:lnTo>
                  <a:pt x="1505" y="2085"/>
                </a:lnTo>
                <a:cubicBezTo>
                  <a:pt x="1505" y="2113"/>
                  <a:pt x="1541" y="2142"/>
                  <a:pt x="1541" y="2142"/>
                </a:cubicBezTo>
                <a:lnTo>
                  <a:pt x="1780" y="2142"/>
                </a:lnTo>
                <a:cubicBezTo>
                  <a:pt x="1809" y="2142"/>
                  <a:pt x="1809" y="2113"/>
                  <a:pt x="1809" y="2085"/>
                </a:cubicBezTo>
                <a:lnTo>
                  <a:pt x="1809" y="2019"/>
                </a:lnTo>
                <a:lnTo>
                  <a:pt x="1809" y="1513"/>
                </a:lnTo>
                <a:cubicBezTo>
                  <a:pt x="1809" y="1448"/>
                  <a:pt x="1809" y="1419"/>
                  <a:pt x="1780" y="1361"/>
                </a:cubicBezTo>
                <a:lnTo>
                  <a:pt x="1505" y="753"/>
                </a:lnTo>
                <a:cubicBezTo>
                  <a:pt x="1476" y="695"/>
                  <a:pt x="1389" y="638"/>
                  <a:pt x="1295" y="638"/>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2365" name="Google Shape;2365;p29"/>
          <p:cNvSpPr/>
          <p:nvPr/>
        </p:nvSpPr>
        <p:spPr>
          <a:xfrm>
            <a:off x="1535562" y="1537275"/>
            <a:ext cx="627900" cy="627900"/>
          </a:xfrm>
          <a:prstGeom prst="rect">
            <a:avLst/>
          </a:prstGeom>
          <a:solidFill>
            <a:schemeClr val="accent5"/>
          </a:solidFill>
          <a:ln w="38100"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6" name="Google Shape;2366;p29"/>
          <p:cNvSpPr/>
          <p:nvPr/>
        </p:nvSpPr>
        <p:spPr>
          <a:xfrm>
            <a:off x="5597075" y="4935685"/>
            <a:ext cx="344198" cy="211001"/>
          </a:xfrm>
          <a:custGeom>
            <a:avLst/>
            <a:gdLst/>
            <a:ahLst/>
            <a:cxnLst/>
            <a:rect l="l" t="t" r="r" b="b"/>
            <a:pathLst>
              <a:path w="3409" h="2090" extrusionOk="0">
                <a:moveTo>
                  <a:pt x="2446" y="281"/>
                </a:moveTo>
                <a:cubicBezTo>
                  <a:pt x="2533" y="281"/>
                  <a:pt x="2562" y="310"/>
                  <a:pt x="2627" y="404"/>
                </a:cubicBezTo>
                <a:lnTo>
                  <a:pt x="2953" y="946"/>
                </a:lnTo>
                <a:lnTo>
                  <a:pt x="1057" y="1091"/>
                </a:lnTo>
                <a:lnTo>
                  <a:pt x="1296" y="491"/>
                </a:lnTo>
                <a:cubicBezTo>
                  <a:pt x="1361" y="368"/>
                  <a:pt x="1390" y="339"/>
                  <a:pt x="1506" y="339"/>
                </a:cubicBezTo>
                <a:lnTo>
                  <a:pt x="2410" y="281"/>
                </a:lnTo>
                <a:close/>
                <a:moveTo>
                  <a:pt x="2941" y="1179"/>
                </a:moveTo>
                <a:cubicBezTo>
                  <a:pt x="3039" y="1179"/>
                  <a:pt x="3108" y="1259"/>
                  <a:pt x="3133" y="1366"/>
                </a:cubicBezTo>
                <a:cubicBezTo>
                  <a:pt x="3133" y="1489"/>
                  <a:pt x="3047" y="1576"/>
                  <a:pt x="2924" y="1576"/>
                </a:cubicBezTo>
                <a:cubicBezTo>
                  <a:pt x="2912" y="1580"/>
                  <a:pt x="2901" y="1581"/>
                  <a:pt x="2889" y="1581"/>
                </a:cubicBezTo>
                <a:cubicBezTo>
                  <a:pt x="2813" y="1581"/>
                  <a:pt x="2739" y="1502"/>
                  <a:pt x="2714" y="1395"/>
                </a:cubicBezTo>
                <a:cubicBezTo>
                  <a:pt x="2714" y="1272"/>
                  <a:pt x="2808" y="1185"/>
                  <a:pt x="2895" y="1185"/>
                </a:cubicBezTo>
                <a:cubicBezTo>
                  <a:pt x="2911" y="1181"/>
                  <a:pt x="2926" y="1179"/>
                  <a:pt x="2941" y="1179"/>
                </a:cubicBezTo>
                <a:close/>
                <a:moveTo>
                  <a:pt x="1144" y="1308"/>
                </a:moveTo>
                <a:cubicBezTo>
                  <a:pt x="1238" y="1308"/>
                  <a:pt x="1361" y="1395"/>
                  <a:pt x="1361" y="1518"/>
                </a:cubicBezTo>
                <a:cubicBezTo>
                  <a:pt x="1361" y="1605"/>
                  <a:pt x="1296" y="1728"/>
                  <a:pt x="1180" y="1728"/>
                </a:cubicBezTo>
                <a:cubicBezTo>
                  <a:pt x="1057" y="1728"/>
                  <a:pt x="963" y="1634"/>
                  <a:pt x="963" y="1547"/>
                </a:cubicBezTo>
                <a:cubicBezTo>
                  <a:pt x="934" y="1424"/>
                  <a:pt x="1028" y="1337"/>
                  <a:pt x="1144" y="1308"/>
                </a:cubicBezTo>
                <a:close/>
                <a:moveTo>
                  <a:pt x="391" y="1366"/>
                </a:moveTo>
                <a:lnTo>
                  <a:pt x="333" y="1395"/>
                </a:lnTo>
                <a:lnTo>
                  <a:pt x="333" y="1453"/>
                </a:lnTo>
                <a:lnTo>
                  <a:pt x="666" y="1851"/>
                </a:lnTo>
                <a:lnTo>
                  <a:pt x="456" y="1395"/>
                </a:lnTo>
                <a:cubicBezTo>
                  <a:pt x="456" y="1366"/>
                  <a:pt x="420" y="1366"/>
                  <a:pt x="420" y="1366"/>
                </a:cubicBezTo>
                <a:close/>
                <a:moveTo>
                  <a:pt x="124" y="1453"/>
                </a:moveTo>
                <a:lnTo>
                  <a:pt x="59" y="1518"/>
                </a:lnTo>
                <a:cubicBezTo>
                  <a:pt x="30" y="1547"/>
                  <a:pt x="59" y="1576"/>
                  <a:pt x="95" y="1605"/>
                </a:cubicBezTo>
                <a:lnTo>
                  <a:pt x="601" y="1995"/>
                </a:lnTo>
                <a:lnTo>
                  <a:pt x="601" y="1995"/>
                </a:lnTo>
                <a:lnTo>
                  <a:pt x="210" y="1489"/>
                </a:lnTo>
                <a:cubicBezTo>
                  <a:pt x="182" y="1453"/>
                  <a:pt x="182" y="1453"/>
                  <a:pt x="153" y="1453"/>
                </a:cubicBezTo>
                <a:close/>
                <a:moveTo>
                  <a:pt x="30" y="1851"/>
                </a:moveTo>
                <a:lnTo>
                  <a:pt x="30" y="1938"/>
                </a:lnTo>
                <a:cubicBezTo>
                  <a:pt x="1" y="1938"/>
                  <a:pt x="30" y="1966"/>
                  <a:pt x="59" y="1966"/>
                </a:cubicBezTo>
                <a:lnTo>
                  <a:pt x="572" y="2032"/>
                </a:lnTo>
                <a:lnTo>
                  <a:pt x="95" y="1851"/>
                </a:lnTo>
                <a:close/>
                <a:moveTo>
                  <a:pt x="2550" y="0"/>
                </a:moveTo>
                <a:cubicBezTo>
                  <a:pt x="2535" y="0"/>
                  <a:pt x="2519" y="2"/>
                  <a:pt x="2504" y="6"/>
                </a:cubicBezTo>
                <a:lnTo>
                  <a:pt x="1361" y="71"/>
                </a:lnTo>
                <a:cubicBezTo>
                  <a:pt x="1238" y="100"/>
                  <a:pt x="1115" y="187"/>
                  <a:pt x="1086" y="281"/>
                </a:cubicBezTo>
                <a:lnTo>
                  <a:pt x="753" y="1156"/>
                </a:lnTo>
                <a:cubicBezTo>
                  <a:pt x="724" y="1243"/>
                  <a:pt x="724" y="1308"/>
                  <a:pt x="724" y="1366"/>
                </a:cubicBezTo>
                <a:lnTo>
                  <a:pt x="753" y="1995"/>
                </a:lnTo>
                <a:lnTo>
                  <a:pt x="695" y="1995"/>
                </a:lnTo>
                <a:cubicBezTo>
                  <a:pt x="666" y="1995"/>
                  <a:pt x="637" y="1995"/>
                  <a:pt x="637" y="2032"/>
                </a:cubicBezTo>
                <a:cubicBezTo>
                  <a:pt x="637" y="2061"/>
                  <a:pt x="666" y="2089"/>
                  <a:pt x="695" y="2089"/>
                </a:cubicBezTo>
                <a:lnTo>
                  <a:pt x="1144" y="2089"/>
                </a:lnTo>
                <a:cubicBezTo>
                  <a:pt x="1209" y="2089"/>
                  <a:pt x="1238" y="2089"/>
                  <a:pt x="1209" y="2032"/>
                </a:cubicBezTo>
                <a:lnTo>
                  <a:pt x="1209" y="1966"/>
                </a:lnTo>
                <a:lnTo>
                  <a:pt x="2924" y="1851"/>
                </a:lnTo>
                <a:lnTo>
                  <a:pt x="2953" y="1938"/>
                </a:lnTo>
                <a:lnTo>
                  <a:pt x="2953" y="2032"/>
                </a:lnTo>
                <a:cubicBezTo>
                  <a:pt x="2953" y="2061"/>
                  <a:pt x="2989" y="2089"/>
                  <a:pt x="3018" y="2089"/>
                </a:cubicBezTo>
                <a:lnTo>
                  <a:pt x="3350" y="2061"/>
                </a:lnTo>
                <a:cubicBezTo>
                  <a:pt x="3379" y="2061"/>
                  <a:pt x="3408" y="2032"/>
                  <a:pt x="3408" y="1995"/>
                </a:cubicBezTo>
                <a:lnTo>
                  <a:pt x="3408" y="1909"/>
                </a:lnTo>
                <a:lnTo>
                  <a:pt x="3350" y="1185"/>
                </a:lnTo>
                <a:cubicBezTo>
                  <a:pt x="3350" y="1091"/>
                  <a:pt x="3314" y="1033"/>
                  <a:pt x="3256" y="975"/>
                </a:cubicBezTo>
                <a:lnTo>
                  <a:pt x="2808" y="158"/>
                </a:lnTo>
                <a:cubicBezTo>
                  <a:pt x="2751" y="82"/>
                  <a:pt x="2655" y="0"/>
                  <a:pt x="255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2367" name="Google Shape;2367;p29"/>
          <p:cNvSpPr/>
          <p:nvPr/>
        </p:nvSpPr>
        <p:spPr>
          <a:xfrm>
            <a:off x="4369284" y="4938872"/>
            <a:ext cx="405423" cy="204626"/>
          </a:xfrm>
          <a:custGeom>
            <a:avLst/>
            <a:gdLst/>
            <a:ahLst/>
            <a:cxnLst/>
            <a:rect l="l" t="t" r="r" b="b"/>
            <a:pathLst>
              <a:path w="3380" h="1706" extrusionOk="0">
                <a:moveTo>
                  <a:pt x="2038" y="1"/>
                </a:moveTo>
                <a:cubicBezTo>
                  <a:pt x="2034" y="1"/>
                  <a:pt x="2028" y="5"/>
                  <a:pt x="2019" y="13"/>
                </a:cubicBezTo>
                <a:lnTo>
                  <a:pt x="1962" y="13"/>
                </a:lnTo>
                <a:lnTo>
                  <a:pt x="1933" y="49"/>
                </a:lnTo>
                <a:cubicBezTo>
                  <a:pt x="1933" y="49"/>
                  <a:pt x="1933" y="78"/>
                  <a:pt x="1962" y="78"/>
                </a:cubicBezTo>
                <a:lnTo>
                  <a:pt x="2114" y="498"/>
                </a:lnTo>
                <a:lnTo>
                  <a:pt x="2048" y="49"/>
                </a:lnTo>
                <a:cubicBezTo>
                  <a:pt x="2048" y="23"/>
                  <a:pt x="2048" y="1"/>
                  <a:pt x="2038" y="1"/>
                </a:cubicBezTo>
                <a:close/>
                <a:moveTo>
                  <a:pt x="1658" y="49"/>
                </a:moveTo>
                <a:lnTo>
                  <a:pt x="1600" y="107"/>
                </a:lnTo>
                <a:lnTo>
                  <a:pt x="1600" y="136"/>
                </a:lnTo>
                <a:cubicBezTo>
                  <a:pt x="1600" y="136"/>
                  <a:pt x="1600" y="165"/>
                  <a:pt x="1629" y="165"/>
                </a:cubicBezTo>
                <a:lnTo>
                  <a:pt x="2077" y="526"/>
                </a:lnTo>
                <a:lnTo>
                  <a:pt x="1716" y="78"/>
                </a:lnTo>
                <a:cubicBezTo>
                  <a:pt x="1716" y="49"/>
                  <a:pt x="1687" y="49"/>
                  <a:pt x="1687" y="49"/>
                </a:cubicBezTo>
                <a:close/>
                <a:moveTo>
                  <a:pt x="1535" y="288"/>
                </a:moveTo>
                <a:lnTo>
                  <a:pt x="1506" y="346"/>
                </a:lnTo>
                <a:cubicBezTo>
                  <a:pt x="1506" y="375"/>
                  <a:pt x="1506" y="375"/>
                  <a:pt x="1535" y="375"/>
                </a:cubicBezTo>
                <a:lnTo>
                  <a:pt x="1962" y="555"/>
                </a:lnTo>
                <a:lnTo>
                  <a:pt x="1600" y="288"/>
                </a:lnTo>
                <a:close/>
                <a:moveTo>
                  <a:pt x="544" y="259"/>
                </a:moveTo>
                <a:cubicBezTo>
                  <a:pt x="630" y="259"/>
                  <a:pt x="696" y="317"/>
                  <a:pt x="724" y="375"/>
                </a:cubicBezTo>
                <a:lnTo>
                  <a:pt x="905" y="649"/>
                </a:lnTo>
                <a:lnTo>
                  <a:pt x="182" y="649"/>
                </a:lnTo>
                <a:lnTo>
                  <a:pt x="182" y="259"/>
                </a:lnTo>
                <a:close/>
                <a:moveTo>
                  <a:pt x="3199" y="259"/>
                </a:moveTo>
                <a:lnTo>
                  <a:pt x="3199" y="649"/>
                </a:lnTo>
                <a:lnTo>
                  <a:pt x="2504" y="649"/>
                </a:lnTo>
                <a:lnTo>
                  <a:pt x="2620" y="346"/>
                </a:lnTo>
                <a:cubicBezTo>
                  <a:pt x="2685" y="288"/>
                  <a:pt x="2714" y="259"/>
                  <a:pt x="2772" y="259"/>
                </a:cubicBezTo>
                <a:close/>
                <a:moveTo>
                  <a:pt x="1115" y="1250"/>
                </a:moveTo>
                <a:cubicBezTo>
                  <a:pt x="1209" y="1250"/>
                  <a:pt x="1267" y="1344"/>
                  <a:pt x="1267" y="1402"/>
                </a:cubicBezTo>
                <a:cubicBezTo>
                  <a:pt x="1267" y="1496"/>
                  <a:pt x="1209" y="1583"/>
                  <a:pt x="1115" y="1583"/>
                </a:cubicBezTo>
                <a:cubicBezTo>
                  <a:pt x="1057" y="1583"/>
                  <a:pt x="963" y="1496"/>
                  <a:pt x="963" y="1402"/>
                </a:cubicBezTo>
                <a:cubicBezTo>
                  <a:pt x="963" y="1344"/>
                  <a:pt x="1057" y="1250"/>
                  <a:pt x="1115" y="1250"/>
                </a:cubicBezTo>
                <a:close/>
                <a:moveTo>
                  <a:pt x="2743" y="1250"/>
                </a:moveTo>
                <a:cubicBezTo>
                  <a:pt x="2801" y="1250"/>
                  <a:pt x="2895" y="1344"/>
                  <a:pt x="2895" y="1402"/>
                </a:cubicBezTo>
                <a:cubicBezTo>
                  <a:pt x="2895" y="1496"/>
                  <a:pt x="2801" y="1583"/>
                  <a:pt x="2743" y="1583"/>
                </a:cubicBezTo>
                <a:cubicBezTo>
                  <a:pt x="2656" y="1583"/>
                  <a:pt x="2562" y="1496"/>
                  <a:pt x="2562" y="1402"/>
                </a:cubicBezTo>
                <a:cubicBezTo>
                  <a:pt x="2562" y="1344"/>
                  <a:pt x="2656" y="1250"/>
                  <a:pt x="2743" y="1250"/>
                </a:cubicBezTo>
                <a:close/>
                <a:moveTo>
                  <a:pt x="1" y="107"/>
                </a:moveTo>
                <a:lnTo>
                  <a:pt x="1" y="1431"/>
                </a:lnTo>
                <a:lnTo>
                  <a:pt x="847" y="1431"/>
                </a:lnTo>
                <a:cubicBezTo>
                  <a:pt x="847" y="1583"/>
                  <a:pt x="992" y="1706"/>
                  <a:pt x="1144" y="1706"/>
                </a:cubicBezTo>
                <a:cubicBezTo>
                  <a:pt x="1296" y="1706"/>
                  <a:pt x="1419" y="1583"/>
                  <a:pt x="1419" y="1431"/>
                </a:cubicBezTo>
                <a:lnTo>
                  <a:pt x="1716" y="1431"/>
                </a:lnTo>
                <a:cubicBezTo>
                  <a:pt x="1810" y="1431"/>
                  <a:pt x="1868" y="1402"/>
                  <a:pt x="1868" y="1315"/>
                </a:cubicBezTo>
                <a:lnTo>
                  <a:pt x="1868" y="982"/>
                </a:lnTo>
                <a:cubicBezTo>
                  <a:pt x="1839" y="888"/>
                  <a:pt x="1810" y="801"/>
                  <a:pt x="1687" y="801"/>
                </a:cubicBezTo>
                <a:lnTo>
                  <a:pt x="1144" y="649"/>
                </a:lnTo>
                <a:lnTo>
                  <a:pt x="847" y="230"/>
                </a:lnTo>
                <a:cubicBezTo>
                  <a:pt x="811" y="136"/>
                  <a:pt x="724" y="107"/>
                  <a:pt x="667" y="107"/>
                </a:cubicBezTo>
                <a:close/>
                <a:moveTo>
                  <a:pt x="2714" y="107"/>
                </a:moveTo>
                <a:cubicBezTo>
                  <a:pt x="2620" y="107"/>
                  <a:pt x="2533" y="165"/>
                  <a:pt x="2504" y="230"/>
                </a:cubicBezTo>
                <a:lnTo>
                  <a:pt x="2200" y="830"/>
                </a:lnTo>
                <a:cubicBezTo>
                  <a:pt x="2171" y="888"/>
                  <a:pt x="2171" y="917"/>
                  <a:pt x="2171" y="982"/>
                </a:cubicBezTo>
                <a:lnTo>
                  <a:pt x="2171" y="1315"/>
                </a:lnTo>
                <a:cubicBezTo>
                  <a:pt x="2171" y="1402"/>
                  <a:pt x="2171" y="1431"/>
                  <a:pt x="2294" y="1431"/>
                </a:cubicBezTo>
                <a:lnTo>
                  <a:pt x="2439" y="1431"/>
                </a:lnTo>
                <a:cubicBezTo>
                  <a:pt x="2439" y="1583"/>
                  <a:pt x="2562" y="1706"/>
                  <a:pt x="2714" y="1706"/>
                </a:cubicBezTo>
                <a:cubicBezTo>
                  <a:pt x="2866" y="1706"/>
                  <a:pt x="3018" y="1583"/>
                  <a:pt x="3018" y="1431"/>
                </a:cubicBezTo>
                <a:lnTo>
                  <a:pt x="3380" y="1431"/>
                </a:lnTo>
                <a:lnTo>
                  <a:pt x="3380" y="107"/>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2368" name="Google Shape;2368;p29"/>
          <p:cNvSpPr/>
          <p:nvPr/>
        </p:nvSpPr>
        <p:spPr>
          <a:xfrm>
            <a:off x="4944637" y="1586738"/>
            <a:ext cx="627900" cy="627900"/>
          </a:xfrm>
          <a:prstGeom prst="rect">
            <a:avLst/>
          </a:prstGeom>
          <a:solidFill>
            <a:schemeClr val="accent5"/>
          </a:solidFill>
          <a:ln w="38100"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369" name="Google Shape;2369;p29"/>
          <p:cNvGrpSpPr/>
          <p:nvPr/>
        </p:nvGrpSpPr>
        <p:grpSpPr>
          <a:xfrm>
            <a:off x="5083991" y="1724704"/>
            <a:ext cx="349155" cy="351971"/>
            <a:chOff x="4681516" y="1641042"/>
            <a:chExt cx="349155" cy="351971"/>
          </a:xfrm>
        </p:grpSpPr>
        <p:sp>
          <p:nvSpPr>
            <p:cNvPr id="2370" name="Google Shape;2370;p29"/>
            <p:cNvSpPr/>
            <p:nvPr/>
          </p:nvSpPr>
          <p:spPr>
            <a:xfrm>
              <a:off x="4681516" y="1641042"/>
              <a:ext cx="349155" cy="351971"/>
            </a:xfrm>
            <a:custGeom>
              <a:avLst/>
              <a:gdLst/>
              <a:ahLst/>
              <a:cxnLst/>
              <a:rect l="l" t="t" r="r" b="b"/>
              <a:pathLst>
                <a:path w="6201" h="6251" extrusionOk="0">
                  <a:moveTo>
                    <a:pt x="1" y="0"/>
                  </a:moveTo>
                  <a:lnTo>
                    <a:pt x="1" y="6251"/>
                  </a:lnTo>
                  <a:lnTo>
                    <a:pt x="6201" y="6251"/>
                  </a:lnTo>
                  <a:lnTo>
                    <a:pt x="620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1" name="Google Shape;2371;p29"/>
            <p:cNvSpPr/>
            <p:nvPr/>
          </p:nvSpPr>
          <p:spPr>
            <a:xfrm>
              <a:off x="4738273" y="1702753"/>
              <a:ext cx="239189" cy="242736"/>
            </a:xfrm>
            <a:custGeom>
              <a:avLst/>
              <a:gdLst/>
              <a:ahLst/>
              <a:cxnLst/>
              <a:rect l="l" t="t" r="r" b="b"/>
              <a:pathLst>
                <a:path w="4248" h="4311" extrusionOk="0">
                  <a:moveTo>
                    <a:pt x="1" y="1"/>
                  </a:moveTo>
                  <a:lnTo>
                    <a:pt x="417" y="1740"/>
                  </a:lnTo>
                  <a:lnTo>
                    <a:pt x="782" y="1374"/>
                  </a:lnTo>
                  <a:lnTo>
                    <a:pt x="1778" y="2521"/>
                  </a:lnTo>
                  <a:lnTo>
                    <a:pt x="1778" y="4310"/>
                  </a:lnTo>
                  <a:lnTo>
                    <a:pt x="2408" y="4310"/>
                  </a:lnTo>
                  <a:lnTo>
                    <a:pt x="2408" y="2521"/>
                  </a:lnTo>
                  <a:lnTo>
                    <a:pt x="3466" y="1374"/>
                  </a:lnTo>
                  <a:lnTo>
                    <a:pt x="3832" y="1740"/>
                  </a:lnTo>
                  <a:lnTo>
                    <a:pt x="4248" y="1"/>
                  </a:lnTo>
                  <a:lnTo>
                    <a:pt x="4248" y="1"/>
                  </a:lnTo>
                  <a:lnTo>
                    <a:pt x="2572" y="580"/>
                  </a:lnTo>
                  <a:lnTo>
                    <a:pt x="2988" y="946"/>
                  </a:lnTo>
                  <a:lnTo>
                    <a:pt x="2093" y="1941"/>
                  </a:lnTo>
                  <a:lnTo>
                    <a:pt x="1261" y="946"/>
                  </a:lnTo>
                  <a:lnTo>
                    <a:pt x="1627" y="580"/>
                  </a:lnTo>
                  <a:lnTo>
                    <a:pt x="1"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372" name="Google Shape;2372;p29"/>
          <p:cNvGrpSpPr/>
          <p:nvPr/>
        </p:nvGrpSpPr>
        <p:grpSpPr>
          <a:xfrm>
            <a:off x="1676352" y="1675242"/>
            <a:ext cx="346314" cy="350719"/>
            <a:chOff x="5138025" y="2260480"/>
            <a:chExt cx="622419" cy="630336"/>
          </a:xfrm>
        </p:grpSpPr>
        <p:sp>
          <p:nvSpPr>
            <p:cNvPr id="2373" name="Google Shape;2373;p29"/>
            <p:cNvSpPr/>
            <p:nvPr/>
          </p:nvSpPr>
          <p:spPr>
            <a:xfrm>
              <a:off x="5138025" y="2260480"/>
              <a:ext cx="622419" cy="630336"/>
            </a:xfrm>
            <a:custGeom>
              <a:avLst/>
              <a:gdLst/>
              <a:ahLst/>
              <a:cxnLst/>
              <a:rect l="l" t="t" r="r" b="b"/>
              <a:pathLst>
                <a:path w="11872" h="12023" extrusionOk="0">
                  <a:moveTo>
                    <a:pt x="1" y="1"/>
                  </a:moveTo>
                  <a:lnTo>
                    <a:pt x="1" y="12023"/>
                  </a:lnTo>
                  <a:lnTo>
                    <a:pt x="11871" y="12023"/>
                  </a:lnTo>
                  <a:lnTo>
                    <a:pt x="11871"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4" name="Google Shape;2374;p29"/>
            <p:cNvSpPr/>
            <p:nvPr/>
          </p:nvSpPr>
          <p:spPr>
            <a:xfrm>
              <a:off x="5178971" y="2347038"/>
              <a:ext cx="542467" cy="457220"/>
            </a:xfrm>
            <a:custGeom>
              <a:avLst/>
              <a:gdLst/>
              <a:ahLst/>
              <a:cxnLst/>
              <a:rect l="l" t="t" r="r" b="b"/>
              <a:pathLst>
                <a:path w="10347" h="8721" extrusionOk="0">
                  <a:moveTo>
                    <a:pt x="5155" y="0"/>
                  </a:moveTo>
                  <a:lnTo>
                    <a:pt x="3681" y="2571"/>
                  </a:lnTo>
                  <a:lnTo>
                    <a:pt x="4210" y="2571"/>
                  </a:lnTo>
                  <a:lnTo>
                    <a:pt x="4210" y="3894"/>
                  </a:lnTo>
                  <a:cubicBezTo>
                    <a:pt x="3945" y="3680"/>
                    <a:pt x="3366" y="3264"/>
                    <a:pt x="2584" y="3264"/>
                  </a:cubicBezTo>
                  <a:lnTo>
                    <a:pt x="2584" y="2470"/>
                  </a:lnTo>
                  <a:lnTo>
                    <a:pt x="1" y="3995"/>
                  </a:lnTo>
                  <a:lnTo>
                    <a:pt x="2584" y="5469"/>
                  </a:lnTo>
                  <a:lnTo>
                    <a:pt x="2584" y="4524"/>
                  </a:lnTo>
                  <a:cubicBezTo>
                    <a:pt x="3000" y="4575"/>
                    <a:pt x="3681" y="4890"/>
                    <a:pt x="4210" y="5721"/>
                  </a:cubicBezTo>
                  <a:lnTo>
                    <a:pt x="4210" y="8720"/>
                  </a:lnTo>
                  <a:lnTo>
                    <a:pt x="6150" y="8720"/>
                  </a:lnTo>
                  <a:lnTo>
                    <a:pt x="6150" y="5721"/>
                  </a:lnTo>
                  <a:cubicBezTo>
                    <a:pt x="6680" y="4890"/>
                    <a:pt x="7360" y="4575"/>
                    <a:pt x="7776" y="4524"/>
                  </a:cubicBezTo>
                  <a:lnTo>
                    <a:pt x="7776" y="5469"/>
                  </a:lnTo>
                  <a:lnTo>
                    <a:pt x="10347" y="3995"/>
                  </a:lnTo>
                  <a:lnTo>
                    <a:pt x="7776" y="2470"/>
                  </a:lnTo>
                  <a:lnTo>
                    <a:pt x="7776" y="3264"/>
                  </a:lnTo>
                  <a:cubicBezTo>
                    <a:pt x="6932" y="3264"/>
                    <a:pt x="6365" y="3680"/>
                    <a:pt x="6150" y="3894"/>
                  </a:cubicBezTo>
                  <a:lnTo>
                    <a:pt x="6150" y="2571"/>
                  </a:lnTo>
                  <a:lnTo>
                    <a:pt x="6680" y="2571"/>
                  </a:lnTo>
                  <a:lnTo>
                    <a:pt x="5155"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transition spd="med">
    <p:push/>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378"/>
        <p:cNvGrpSpPr/>
        <p:nvPr/>
      </p:nvGrpSpPr>
      <p:grpSpPr>
        <a:xfrm>
          <a:off x="0" y="0"/>
          <a:ext cx="0" cy="0"/>
          <a:chOff x="0" y="0"/>
          <a:chExt cx="0" cy="0"/>
        </a:xfrm>
      </p:grpSpPr>
      <p:sp>
        <p:nvSpPr>
          <p:cNvPr id="2379" name="Google Shape;2379;p30"/>
          <p:cNvSpPr/>
          <p:nvPr/>
        </p:nvSpPr>
        <p:spPr>
          <a:xfrm>
            <a:off x="1497913" y="1278825"/>
            <a:ext cx="3213600" cy="3213600"/>
          </a:xfrm>
          <a:prstGeom prst="ellipse">
            <a:avLst/>
          </a:prstGeom>
          <a:solidFill>
            <a:srgbClr val="897FBB">
              <a:alpha val="291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0" name="Google Shape;2380;p30"/>
          <p:cNvSpPr txBox="1">
            <a:spLocks noGrp="1"/>
          </p:cNvSpPr>
          <p:nvPr>
            <p:ph type="title"/>
          </p:nvPr>
        </p:nvSpPr>
        <p:spPr>
          <a:xfrm>
            <a:off x="4807175" y="2543248"/>
            <a:ext cx="3450900" cy="15651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sz="3200">
                <a:latin typeface="微軟正黑體" panose="020B0604030504040204" pitchFamily="34" charset="-120"/>
                <a:ea typeface="微軟正黑體" panose="020B0604030504040204" pitchFamily="34" charset="-120"/>
              </a:rPr>
              <a:t>資料預處理和過程</a:t>
            </a:r>
            <a:endParaRPr sz="6800">
              <a:latin typeface="微軟正黑體" panose="020B0604030504040204" pitchFamily="34" charset="-120"/>
              <a:ea typeface="微軟正黑體" panose="020B0604030504040204" pitchFamily="34" charset="-120"/>
            </a:endParaRPr>
          </a:p>
        </p:txBody>
      </p:sp>
      <p:sp>
        <p:nvSpPr>
          <p:cNvPr id="2381" name="Google Shape;2381;p30"/>
          <p:cNvSpPr txBox="1">
            <a:spLocks noGrp="1"/>
          </p:cNvSpPr>
          <p:nvPr>
            <p:ph type="title" idx="2"/>
          </p:nvPr>
        </p:nvSpPr>
        <p:spPr>
          <a:xfrm>
            <a:off x="5367575" y="1352850"/>
            <a:ext cx="2330100" cy="935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02</a:t>
            </a:r>
            <a:endParaRPr/>
          </a:p>
        </p:txBody>
      </p:sp>
      <p:grpSp>
        <p:nvGrpSpPr>
          <p:cNvPr id="2382" name="Google Shape;2382;p30"/>
          <p:cNvGrpSpPr/>
          <p:nvPr/>
        </p:nvGrpSpPr>
        <p:grpSpPr>
          <a:xfrm>
            <a:off x="435284" y="2391181"/>
            <a:ext cx="2351004" cy="4425656"/>
            <a:chOff x="5492025" y="895275"/>
            <a:chExt cx="2055612" cy="3869595"/>
          </a:xfrm>
        </p:grpSpPr>
        <p:sp>
          <p:nvSpPr>
            <p:cNvPr id="2383" name="Google Shape;2383;p30"/>
            <p:cNvSpPr/>
            <p:nvPr/>
          </p:nvSpPr>
          <p:spPr>
            <a:xfrm>
              <a:off x="5492025" y="895275"/>
              <a:ext cx="2055612" cy="3869595"/>
            </a:xfrm>
            <a:custGeom>
              <a:avLst/>
              <a:gdLst/>
              <a:ahLst/>
              <a:cxnLst/>
              <a:rect l="l" t="t" r="r" b="b"/>
              <a:pathLst>
                <a:path w="16887" h="31789" extrusionOk="0">
                  <a:moveTo>
                    <a:pt x="3773" y="0"/>
                  </a:moveTo>
                  <a:cubicBezTo>
                    <a:pt x="1687" y="0"/>
                    <a:pt x="1" y="1687"/>
                    <a:pt x="1" y="3759"/>
                  </a:cubicBezTo>
                  <a:lnTo>
                    <a:pt x="1" y="15729"/>
                  </a:lnTo>
                  <a:lnTo>
                    <a:pt x="14" y="15729"/>
                  </a:lnTo>
                  <a:lnTo>
                    <a:pt x="14" y="31788"/>
                  </a:lnTo>
                  <a:lnTo>
                    <a:pt x="2874" y="31788"/>
                  </a:lnTo>
                  <a:lnTo>
                    <a:pt x="2874" y="13157"/>
                  </a:lnTo>
                  <a:lnTo>
                    <a:pt x="2861" y="13157"/>
                  </a:lnTo>
                  <a:lnTo>
                    <a:pt x="2861" y="3759"/>
                  </a:lnTo>
                  <a:cubicBezTo>
                    <a:pt x="2861" y="3269"/>
                    <a:pt x="3269" y="2860"/>
                    <a:pt x="3773" y="2860"/>
                  </a:cubicBezTo>
                  <a:cubicBezTo>
                    <a:pt x="4276" y="2860"/>
                    <a:pt x="4684" y="3269"/>
                    <a:pt x="4684" y="3759"/>
                  </a:cubicBezTo>
                  <a:lnTo>
                    <a:pt x="4671" y="12748"/>
                  </a:lnTo>
                  <a:cubicBezTo>
                    <a:pt x="4671" y="14817"/>
                    <a:pt x="6374" y="16507"/>
                    <a:pt x="8443" y="16507"/>
                  </a:cubicBezTo>
                  <a:cubicBezTo>
                    <a:pt x="10525" y="16507"/>
                    <a:pt x="12215" y="14817"/>
                    <a:pt x="12215" y="12748"/>
                  </a:cubicBezTo>
                  <a:lnTo>
                    <a:pt x="12215" y="3759"/>
                  </a:lnTo>
                  <a:cubicBezTo>
                    <a:pt x="12215" y="3269"/>
                    <a:pt x="12624" y="2860"/>
                    <a:pt x="13114" y="2860"/>
                  </a:cubicBezTo>
                  <a:cubicBezTo>
                    <a:pt x="13618" y="2860"/>
                    <a:pt x="14026" y="3269"/>
                    <a:pt x="14026" y="3759"/>
                  </a:cubicBezTo>
                  <a:lnTo>
                    <a:pt x="14026" y="13157"/>
                  </a:lnTo>
                  <a:lnTo>
                    <a:pt x="14026" y="31788"/>
                  </a:lnTo>
                  <a:lnTo>
                    <a:pt x="16886" y="31788"/>
                  </a:lnTo>
                  <a:lnTo>
                    <a:pt x="16886" y="15729"/>
                  </a:lnTo>
                  <a:lnTo>
                    <a:pt x="16886" y="3759"/>
                  </a:lnTo>
                  <a:cubicBezTo>
                    <a:pt x="16886" y="1687"/>
                    <a:pt x="15200" y="0"/>
                    <a:pt x="13114" y="0"/>
                  </a:cubicBezTo>
                  <a:cubicBezTo>
                    <a:pt x="11045" y="0"/>
                    <a:pt x="9355" y="1687"/>
                    <a:pt x="9355" y="3759"/>
                  </a:cubicBezTo>
                  <a:lnTo>
                    <a:pt x="9355" y="12748"/>
                  </a:lnTo>
                  <a:cubicBezTo>
                    <a:pt x="9355" y="13209"/>
                    <a:pt x="9002" y="13591"/>
                    <a:pt x="8564" y="13647"/>
                  </a:cubicBezTo>
                  <a:lnTo>
                    <a:pt x="8336" y="13647"/>
                  </a:lnTo>
                  <a:cubicBezTo>
                    <a:pt x="7884" y="13591"/>
                    <a:pt x="7531" y="13209"/>
                    <a:pt x="7531" y="12748"/>
                  </a:cubicBezTo>
                  <a:lnTo>
                    <a:pt x="7531" y="3759"/>
                  </a:lnTo>
                  <a:cubicBezTo>
                    <a:pt x="7531" y="1687"/>
                    <a:pt x="5842" y="0"/>
                    <a:pt x="3773" y="0"/>
                  </a:cubicBezTo>
                  <a:close/>
                </a:path>
              </a:pathLst>
            </a:custGeom>
            <a:solidFill>
              <a:schemeClr val="accent5"/>
            </a:solidFill>
            <a:ln>
              <a:noFill/>
            </a:ln>
            <a:effectLst>
              <a:outerShdw dist="57150" dir="6300000" algn="bl" rotWithShape="0">
                <a:schemeClr val="dk1">
                  <a:alpha val="35000"/>
                </a:scheme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endParaRPr/>
            </a:p>
          </p:txBody>
        </p:sp>
        <p:grpSp>
          <p:nvGrpSpPr>
            <p:cNvPr id="2384" name="Google Shape;2384;p30"/>
            <p:cNvGrpSpPr/>
            <p:nvPr/>
          </p:nvGrpSpPr>
          <p:grpSpPr>
            <a:xfrm>
              <a:off x="5659156" y="1062406"/>
              <a:ext cx="1720973" cy="3496726"/>
              <a:chOff x="5659156" y="1062406"/>
              <a:chExt cx="1720973" cy="3496726"/>
            </a:xfrm>
          </p:grpSpPr>
          <p:sp>
            <p:nvSpPr>
              <p:cNvPr id="2385" name="Google Shape;2385;p30"/>
              <p:cNvSpPr/>
              <p:nvPr/>
            </p:nvSpPr>
            <p:spPr>
              <a:xfrm>
                <a:off x="5661103" y="2645951"/>
                <a:ext cx="13268" cy="53073"/>
              </a:xfrm>
              <a:custGeom>
                <a:avLst/>
                <a:gdLst/>
                <a:ahLst/>
                <a:cxnLst/>
                <a:rect l="l" t="t" r="r" b="b"/>
                <a:pathLst>
                  <a:path w="109" h="436" extrusionOk="0">
                    <a:moveTo>
                      <a:pt x="1" y="0"/>
                    </a:moveTo>
                    <a:lnTo>
                      <a:pt x="1" y="435"/>
                    </a:lnTo>
                    <a:lnTo>
                      <a:pt x="109" y="435"/>
                    </a:lnTo>
                    <a:lnTo>
                      <a:pt x="109"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6" name="Google Shape;2386;p30"/>
              <p:cNvSpPr/>
              <p:nvPr/>
            </p:nvSpPr>
            <p:spPr>
              <a:xfrm>
                <a:off x="7366861" y="3756465"/>
                <a:ext cx="13268" cy="53438"/>
              </a:xfrm>
              <a:custGeom>
                <a:avLst/>
                <a:gdLst/>
                <a:ahLst/>
                <a:cxnLst/>
                <a:rect l="l" t="t" r="r" b="b"/>
                <a:pathLst>
                  <a:path w="109" h="439" extrusionOk="0">
                    <a:moveTo>
                      <a:pt x="0" y="0"/>
                    </a:moveTo>
                    <a:lnTo>
                      <a:pt x="0" y="438"/>
                    </a:lnTo>
                    <a:lnTo>
                      <a:pt x="108" y="438"/>
                    </a:lnTo>
                    <a:lnTo>
                      <a:pt x="108"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7" name="Google Shape;2387;p30"/>
              <p:cNvSpPr/>
              <p:nvPr/>
            </p:nvSpPr>
            <p:spPr>
              <a:xfrm>
                <a:off x="7366861" y="3862732"/>
                <a:ext cx="13268" cy="54534"/>
              </a:xfrm>
              <a:custGeom>
                <a:avLst/>
                <a:gdLst/>
                <a:ahLst/>
                <a:cxnLst/>
                <a:rect l="l" t="t" r="r" b="b"/>
                <a:pathLst>
                  <a:path w="109" h="448" extrusionOk="0">
                    <a:moveTo>
                      <a:pt x="0" y="0"/>
                    </a:moveTo>
                    <a:lnTo>
                      <a:pt x="0" y="448"/>
                    </a:lnTo>
                    <a:lnTo>
                      <a:pt x="108" y="448"/>
                    </a:lnTo>
                    <a:lnTo>
                      <a:pt x="108"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8" name="Google Shape;2388;p30"/>
              <p:cNvSpPr/>
              <p:nvPr/>
            </p:nvSpPr>
            <p:spPr>
              <a:xfrm>
                <a:off x="7366861" y="3648615"/>
                <a:ext cx="13268" cy="53438"/>
              </a:xfrm>
              <a:custGeom>
                <a:avLst/>
                <a:gdLst/>
                <a:ahLst/>
                <a:cxnLst/>
                <a:rect l="l" t="t" r="r" b="b"/>
                <a:pathLst>
                  <a:path w="109" h="439" extrusionOk="0">
                    <a:moveTo>
                      <a:pt x="0" y="0"/>
                    </a:moveTo>
                    <a:lnTo>
                      <a:pt x="0" y="438"/>
                    </a:lnTo>
                    <a:lnTo>
                      <a:pt x="108" y="438"/>
                    </a:lnTo>
                    <a:lnTo>
                      <a:pt x="108"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9" name="Google Shape;2389;p30"/>
              <p:cNvSpPr/>
              <p:nvPr/>
            </p:nvSpPr>
            <p:spPr>
              <a:xfrm>
                <a:off x="7366861" y="4506059"/>
                <a:ext cx="13268" cy="53073"/>
              </a:xfrm>
              <a:custGeom>
                <a:avLst/>
                <a:gdLst/>
                <a:ahLst/>
                <a:cxnLst/>
                <a:rect l="l" t="t" r="r" b="b"/>
                <a:pathLst>
                  <a:path w="109" h="436" extrusionOk="0">
                    <a:moveTo>
                      <a:pt x="0" y="0"/>
                    </a:moveTo>
                    <a:lnTo>
                      <a:pt x="0" y="435"/>
                    </a:lnTo>
                    <a:lnTo>
                      <a:pt x="108" y="435"/>
                    </a:lnTo>
                    <a:lnTo>
                      <a:pt x="108"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0" name="Google Shape;2390;p30"/>
              <p:cNvSpPr/>
              <p:nvPr/>
            </p:nvSpPr>
            <p:spPr>
              <a:xfrm>
                <a:off x="7366861" y="3970461"/>
                <a:ext cx="13268" cy="53073"/>
              </a:xfrm>
              <a:custGeom>
                <a:avLst/>
                <a:gdLst/>
                <a:ahLst/>
                <a:cxnLst/>
                <a:rect l="l" t="t" r="r" b="b"/>
                <a:pathLst>
                  <a:path w="109" h="436" extrusionOk="0">
                    <a:moveTo>
                      <a:pt x="0" y="1"/>
                    </a:moveTo>
                    <a:lnTo>
                      <a:pt x="0" y="436"/>
                    </a:lnTo>
                    <a:lnTo>
                      <a:pt x="108" y="436"/>
                    </a:lnTo>
                    <a:lnTo>
                      <a:pt x="10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1" name="Google Shape;2391;p30"/>
              <p:cNvSpPr/>
              <p:nvPr/>
            </p:nvSpPr>
            <p:spPr>
              <a:xfrm>
                <a:off x="7366861" y="4078311"/>
                <a:ext cx="13268" cy="53073"/>
              </a:xfrm>
              <a:custGeom>
                <a:avLst/>
                <a:gdLst/>
                <a:ahLst/>
                <a:cxnLst/>
                <a:rect l="l" t="t" r="r" b="b"/>
                <a:pathLst>
                  <a:path w="109" h="436" extrusionOk="0">
                    <a:moveTo>
                      <a:pt x="0" y="1"/>
                    </a:moveTo>
                    <a:lnTo>
                      <a:pt x="0" y="435"/>
                    </a:lnTo>
                    <a:lnTo>
                      <a:pt x="108" y="435"/>
                    </a:lnTo>
                    <a:lnTo>
                      <a:pt x="10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2" name="Google Shape;2392;p30"/>
              <p:cNvSpPr/>
              <p:nvPr/>
            </p:nvSpPr>
            <p:spPr>
              <a:xfrm>
                <a:off x="7366861" y="4184213"/>
                <a:ext cx="13268" cy="53438"/>
              </a:xfrm>
              <a:custGeom>
                <a:avLst/>
                <a:gdLst/>
                <a:ahLst/>
                <a:cxnLst/>
                <a:rect l="l" t="t" r="r" b="b"/>
                <a:pathLst>
                  <a:path w="109" h="439" extrusionOk="0">
                    <a:moveTo>
                      <a:pt x="0" y="0"/>
                    </a:moveTo>
                    <a:lnTo>
                      <a:pt x="0" y="438"/>
                    </a:lnTo>
                    <a:lnTo>
                      <a:pt x="108" y="438"/>
                    </a:lnTo>
                    <a:lnTo>
                      <a:pt x="108"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3" name="Google Shape;2393;p30"/>
              <p:cNvSpPr/>
              <p:nvPr/>
            </p:nvSpPr>
            <p:spPr>
              <a:xfrm>
                <a:off x="7366861" y="4398209"/>
                <a:ext cx="13268" cy="54656"/>
              </a:xfrm>
              <a:custGeom>
                <a:avLst/>
                <a:gdLst/>
                <a:ahLst/>
                <a:cxnLst/>
                <a:rect l="l" t="t" r="r" b="b"/>
                <a:pathLst>
                  <a:path w="109" h="449" extrusionOk="0">
                    <a:moveTo>
                      <a:pt x="0" y="1"/>
                    </a:moveTo>
                    <a:lnTo>
                      <a:pt x="0" y="448"/>
                    </a:lnTo>
                    <a:lnTo>
                      <a:pt x="108" y="448"/>
                    </a:lnTo>
                    <a:lnTo>
                      <a:pt x="10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4" name="Google Shape;2394;p30"/>
              <p:cNvSpPr/>
              <p:nvPr/>
            </p:nvSpPr>
            <p:spPr>
              <a:xfrm>
                <a:off x="7366861" y="4291941"/>
                <a:ext cx="13268" cy="53073"/>
              </a:xfrm>
              <a:custGeom>
                <a:avLst/>
                <a:gdLst/>
                <a:ahLst/>
                <a:cxnLst/>
                <a:rect l="l" t="t" r="r" b="b"/>
                <a:pathLst>
                  <a:path w="109" h="436" extrusionOk="0">
                    <a:moveTo>
                      <a:pt x="0" y="1"/>
                    </a:moveTo>
                    <a:lnTo>
                      <a:pt x="0" y="436"/>
                    </a:lnTo>
                    <a:lnTo>
                      <a:pt x="108" y="436"/>
                    </a:lnTo>
                    <a:lnTo>
                      <a:pt x="10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5" name="Google Shape;2395;p30"/>
              <p:cNvSpPr/>
              <p:nvPr/>
            </p:nvSpPr>
            <p:spPr>
              <a:xfrm>
                <a:off x="7366861" y="2896221"/>
                <a:ext cx="13268" cy="54656"/>
              </a:xfrm>
              <a:custGeom>
                <a:avLst/>
                <a:gdLst/>
                <a:ahLst/>
                <a:cxnLst/>
                <a:rect l="l" t="t" r="r" b="b"/>
                <a:pathLst>
                  <a:path w="109" h="449" extrusionOk="0">
                    <a:moveTo>
                      <a:pt x="0" y="0"/>
                    </a:moveTo>
                    <a:lnTo>
                      <a:pt x="0" y="448"/>
                    </a:lnTo>
                    <a:lnTo>
                      <a:pt x="108" y="448"/>
                    </a:lnTo>
                    <a:lnTo>
                      <a:pt x="108"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6" name="Google Shape;2396;p30"/>
              <p:cNvSpPr/>
              <p:nvPr/>
            </p:nvSpPr>
            <p:spPr>
              <a:xfrm>
                <a:off x="7366861" y="3004071"/>
                <a:ext cx="13268" cy="52951"/>
              </a:xfrm>
              <a:custGeom>
                <a:avLst/>
                <a:gdLst/>
                <a:ahLst/>
                <a:cxnLst/>
                <a:rect l="l" t="t" r="r" b="b"/>
                <a:pathLst>
                  <a:path w="109" h="435" extrusionOk="0">
                    <a:moveTo>
                      <a:pt x="0" y="0"/>
                    </a:moveTo>
                    <a:lnTo>
                      <a:pt x="0" y="435"/>
                    </a:lnTo>
                    <a:lnTo>
                      <a:pt x="108" y="435"/>
                    </a:lnTo>
                    <a:lnTo>
                      <a:pt x="108"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7" name="Google Shape;2397;p30"/>
              <p:cNvSpPr/>
              <p:nvPr/>
            </p:nvSpPr>
            <p:spPr>
              <a:xfrm>
                <a:off x="7366861" y="2789954"/>
                <a:ext cx="13268" cy="53073"/>
              </a:xfrm>
              <a:custGeom>
                <a:avLst/>
                <a:gdLst/>
                <a:ahLst/>
                <a:cxnLst/>
                <a:rect l="l" t="t" r="r" b="b"/>
                <a:pathLst>
                  <a:path w="109" h="436" extrusionOk="0">
                    <a:moveTo>
                      <a:pt x="0" y="1"/>
                    </a:moveTo>
                    <a:lnTo>
                      <a:pt x="0" y="435"/>
                    </a:lnTo>
                    <a:lnTo>
                      <a:pt x="108" y="435"/>
                    </a:lnTo>
                    <a:lnTo>
                      <a:pt x="108" y="164"/>
                    </a:lnTo>
                    <a:lnTo>
                      <a:pt x="108" y="14"/>
                    </a:lnTo>
                    <a:lnTo>
                      <a:pt x="10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8" name="Google Shape;2398;p30"/>
              <p:cNvSpPr/>
              <p:nvPr/>
            </p:nvSpPr>
            <p:spPr>
              <a:xfrm>
                <a:off x="7366861" y="3111434"/>
                <a:ext cx="13268" cy="53438"/>
              </a:xfrm>
              <a:custGeom>
                <a:avLst/>
                <a:gdLst/>
                <a:ahLst/>
                <a:cxnLst/>
                <a:rect l="l" t="t" r="r" b="b"/>
                <a:pathLst>
                  <a:path w="109" h="439" extrusionOk="0">
                    <a:moveTo>
                      <a:pt x="0" y="1"/>
                    </a:moveTo>
                    <a:lnTo>
                      <a:pt x="0" y="439"/>
                    </a:lnTo>
                    <a:lnTo>
                      <a:pt x="108" y="439"/>
                    </a:lnTo>
                    <a:lnTo>
                      <a:pt x="10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9" name="Google Shape;2399;p30"/>
              <p:cNvSpPr/>
              <p:nvPr/>
            </p:nvSpPr>
            <p:spPr>
              <a:xfrm>
                <a:off x="7366861" y="3217702"/>
                <a:ext cx="13268" cy="55021"/>
              </a:xfrm>
              <a:custGeom>
                <a:avLst/>
                <a:gdLst/>
                <a:ahLst/>
                <a:cxnLst/>
                <a:rect l="l" t="t" r="r" b="b"/>
                <a:pathLst>
                  <a:path w="109" h="452" extrusionOk="0">
                    <a:moveTo>
                      <a:pt x="0" y="1"/>
                    </a:moveTo>
                    <a:lnTo>
                      <a:pt x="0" y="452"/>
                    </a:lnTo>
                    <a:lnTo>
                      <a:pt x="108" y="452"/>
                    </a:lnTo>
                    <a:lnTo>
                      <a:pt x="10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0" name="Google Shape;2400;p30"/>
              <p:cNvSpPr/>
              <p:nvPr/>
            </p:nvSpPr>
            <p:spPr>
              <a:xfrm>
                <a:off x="7366861" y="3325552"/>
                <a:ext cx="13268" cy="53073"/>
              </a:xfrm>
              <a:custGeom>
                <a:avLst/>
                <a:gdLst/>
                <a:ahLst/>
                <a:cxnLst/>
                <a:rect l="l" t="t" r="r" b="b"/>
                <a:pathLst>
                  <a:path w="109" h="436" extrusionOk="0">
                    <a:moveTo>
                      <a:pt x="0" y="0"/>
                    </a:moveTo>
                    <a:lnTo>
                      <a:pt x="0" y="435"/>
                    </a:lnTo>
                    <a:lnTo>
                      <a:pt x="108" y="435"/>
                    </a:lnTo>
                    <a:lnTo>
                      <a:pt x="108"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1" name="Google Shape;2401;p30"/>
              <p:cNvSpPr/>
              <p:nvPr/>
            </p:nvSpPr>
            <p:spPr>
              <a:xfrm>
                <a:off x="7366861" y="3539182"/>
                <a:ext cx="13268" cy="56603"/>
              </a:xfrm>
              <a:custGeom>
                <a:avLst/>
                <a:gdLst/>
                <a:ahLst/>
                <a:cxnLst/>
                <a:rect l="l" t="t" r="r" b="b"/>
                <a:pathLst>
                  <a:path w="109" h="465" extrusionOk="0">
                    <a:moveTo>
                      <a:pt x="0" y="1"/>
                    </a:moveTo>
                    <a:lnTo>
                      <a:pt x="0" y="30"/>
                    </a:lnTo>
                    <a:lnTo>
                      <a:pt x="0" y="439"/>
                    </a:lnTo>
                    <a:lnTo>
                      <a:pt x="0" y="465"/>
                    </a:lnTo>
                    <a:lnTo>
                      <a:pt x="108" y="465"/>
                    </a:lnTo>
                    <a:lnTo>
                      <a:pt x="108" y="439"/>
                    </a:lnTo>
                    <a:lnTo>
                      <a:pt x="108" y="30"/>
                    </a:lnTo>
                    <a:lnTo>
                      <a:pt x="10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2" name="Google Shape;2402;p30"/>
              <p:cNvSpPr/>
              <p:nvPr/>
            </p:nvSpPr>
            <p:spPr>
              <a:xfrm>
                <a:off x="7366861" y="3431819"/>
                <a:ext cx="13268" cy="54534"/>
              </a:xfrm>
              <a:custGeom>
                <a:avLst/>
                <a:gdLst/>
                <a:ahLst/>
                <a:cxnLst/>
                <a:rect l="l" t="t" r="r" b="b"/>
                <a:pathLst>
                  <a:path w="109" h="448" extrusionOk="0">
                    <a:moveTo>
                      <a:pt x="0" y="0"/>
                    </a:moveTo>
                    <a:lnTo>
                      <a:pt x="0" y="448"/>
                    </a:lnTo>
                    <a:lnTo>
                      <a:pt x="108" y="448"/>
                    </a:lnTo>
                    <a:lnTo>
                      <a:pt x="108"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3" name="Google Shape;2403;p30"/>
              <p:cNvSpPr/>
              <p:nvPr/>
            </p:nvSpPr>
            <p:spPr>
              <a:xfrm>
                <a:off x="5833347" y="1069101"/>
                <a:ext cx="54656" cy="29945"/>
              </a:xfrm>
              <a:custGeom>
                <a:avLst/>
                <a:gdLst/>
                <a:ahLst/>
                <a:cxnLst/>
                <a:rect l="l" t="t" r="r" b="b"/>
                <a:pathLst>
                  <a:path w="449" h="246" extrusionOk="0">
                    <a:moveTo>
                      <a:pt x="423" y="1"/>
                    </a:moveTo>
                    <a:cubicBezTo>
                      <a:pt x="285" y="43"/>
                      <a:pt x="138" y="83"/>
                      <a:pt x="1" y="151"/>
                    </a:cubicBezTo>
                    <a:lnTo>
                      <a:pt x="40" y="246"/>
                    </a:lnTo>
                    <a:cubicBezTo>
                      <a:pt x="178" y="190"/>
                      <a:pt x="315" y="138"/>
                      <a:pt x="449" y="109"/>
                    </a:cubicBezTo>
                    <a:lnTo>
                      <a:pt x="423"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4" name="Google Shape;2404;p30"/>
              <p:cNvSpPr/>
              <p:nvPr/>
            </p:nvSpPr>
            <p:spPr>
              <a:xfrm>
                <a:off x="5659156" y="1720827"/>
                <a:ext cx="13633" cy="53073"/>
              </a:xfrm>
              <a:custGeom>
                <a:avLst/>
                <a:gdLst/>
                <a:ahLst/>
                <a:cxnLst/>
                <a:rect l="l" t="t" r="r" b="b"/>
                <a:pathLst>
                  <a:path w="112" h="436" extrusionOk="0">
                    <a:moveTo>
                      <a:pt x="0" y="1"/>
                    </a:moveTo>
                    <a:lnTo>
                      <a:pt x="0" y="436"/>
                    </a:lnTo>
                    <a:lnTo>
                      <a:pt x="111" y="436"/>
                    </a:lnTo>
                    <a:lnTo>
                      <a:pt x="111"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5" name="Google Shape;2405;p30"/>
              <p:cNvSpPr/>
              <p:nvPr/>
            </p:nvSpPr>
            <p:spPr>
              <a:xfrm>
                <a:off x="5659156" y="1826729"/>
                <a:ext cx="13633" cy="55021"/>
              </a:xfrm>
              <a:custGeom>
                <a:avLst/>
                <a:gdLst/>
                <a:ahLst/>
                <a:cxnLst/>
                <a:rect l="l" t="t" r="r" b="b"/>
                <a:pathLst>
                  <a:path w="112" h="452" extrusionOk="0">
                    <a:moveTo>
                      <a:pt x="0" y="0"/>
                    </a:moveTo>
                    <a:lnTo>
                      <a:pt x="0" y="451"/>
                    </a:lnTo>
                    <a:lnTo>
                      <a:pt x="111" y="451"/>
                    </a:lnTo>
                    <a:lnTo>
                      <a:pt x="111"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6" name="Google Shape;2406;p30"/>
              <p:cNvSpPr/>
              <p:nvPr/>
            </p:nvSpPr>
            <p:spPr>
              <a:xfrm>
                <a:off x="5659156" y="1506831"/>
                <a:ext cx="13633" cy="53073"/>
              </a:xfrm>
              <a:custGeom>
                <a:avLst/>
                <a:gdLst/>
                <a:ahLst/>
                <a:cxnLst/>
                <a:rect l="l" t="t" r="r" b="b"/>
                <a:pathLst>
                  <a:path w="112" h="436" extrusionOk="0">
                    <a:moveTo>
                      <a:pt x="0" y="0"/>
                    </a:moveTo>
                    <a:lnTo>
                      <a:pt x="0" y="435"/>
                    </a:lnTo>
                    <a:lnTo>
                      <a:pt x="111" y="435"/>
                    </a:lnTo>
                    <a:lnTo>
                      <a:pt x="111"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7" name="Google Shape;2407;p30"/>
              <p:cNvSpPr/>
              <p:nvPr/>
            </p:nvSpPr>
            <p:spPr>
              <a:xfrm>
                <a:off x="5682649" y="1190097"/>
                <a:ext cx="38222" cy="55021"/>
              </a:xfrm>
              <a:custGeom>
                <a:avLst/>
                <a:gdLst/>
                <a:ahLst/>
                <a:cxnLst/>
                <a:rect l="l" t="t" r="r" b="b"/>
                <a:pathLst>
                  <a:path w="314" h="452" extrusionOk="0">
                    <a:moveTo>
                      <a:pt x="216" y="0"/>
                    </a:moveTo>
                    <a:cubicBezTo>
                      <a:pt x="134" y="138"/>
                      <a:pt x="69" y="259"/>
                      <a:pt x="0" y="396"/>
                    </a:cubicBezTo>
                    <a:lnTo>
                      <a:pt x="108" y="452"/>
                    </a:lnTo>
                    <a:cubicBezTo>
                      <a:pt x="164" y="314"/>
                      <a:pt x="232" y="193"/>
                      <a:pt x="314" y="69"/>
                    </a:cubicBezTo>
                    <a:lnTo>
                      <a:pt x="21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8" name="Google Shape;2408;p30"/>
              <p:cNvSpPr/>
              <p:nvPr/>
            </p:nvSpPr>
            <p:spPr>
              <a:xfrm>
                <a:off x="5659156" y="1398981"/>
                <a:ext cx="13633" cy="53438"/>
              </a:xfrm>
              <a:custGeom>
                <a:avLst/>
                <a:gdLst/>
                <a:ahLst/>
                <a:cxnLst/>
                <a:rect l="l" t="t" r="r" b="b"/>
                <a:pathLst>
                  <a:path w="112" h="439" extrusionOk="0">
                    <a:moveTo>
                      <a:pt x="0" y="1"/>
                    </a:moveTo>
                    <a:lnTo>
                      <a:pt x="0" y="439"/>
                    </a:lnTo>
                    <a:lnTo>
                      <a:pt x="111" y="439"/>
                    </a:lnTo>
                    <a:lnTo>
                      <a:pt x="111"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9" name="Google Shape;2409;p30"/>
              <p:cNvSpPr/>
              <p:nvPr/>
            </p:nvSpPr>
            <p:spPr>
              <a:xfrm>
                <a:off x="5743878" y="1114140"/>
                <a:ext cx="49908" cy="44674"/>
              </a:xfrm>
              <a:custGeom>
                <a:avLst/>
                <a:gdLst/>
                <a:ahLst/>
                <a:cxnLst/>
                <a:rect l="l" t="t" r="r" b="b"/>
                <a:pathLst>
                  <a:path w="410" h="367" extrusionOk="0">
                    <a:moveTo>
                      <a:pt x="340" y="0"/>
                    </a:moveTo>
                    <a:cubicBezTo>
                      <a:pt x="220" y="82"/>
                      <a:pt x="108" y="177"/>
                      <a:pt x="1" y="285"/>
                    </a:cubicBezTo>
                    <a:lnTo>
                      <a:pt x="82" y="366"/>
                    </a:lnTo>
                    <a:cubicBezTo>
                      <a:pt x="177" y="258"/>
                      <a:pt x="285" y="164"/>
                      <a:pt x="409" y="82"/>
                    </a:cubicBezTo>
                    <a:lnTo>
                      <a:pt x="340"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0" name="Google Shape;2410;p30"/>
              <p:cNvSpPr/>
              <p:nvPr/>
            </p:nvSpPr>
            <p:spPr>
              <a:xfrm>
                <a:off x="5659156" y="1291131"/>
                <a:ext cx="19963" cy="55021"/>
              </a:xfrm>
              <a:custGeom>
                <a:avLst/>
                <a:gdLst/>
                <a:ahLst/>
                <a:cxnLst/>
                <a:rect l="l" t="t" r="r" b="b"/>
                <a:pathLst>
                  <a:path w="164" h="452" extrusionOk="0">
                    <a:moveTo>
                      <a:pt x="56" y="1"/>
                    </a:moveTo>
                    <a:cubicBezTo>
                      <a:pt x="30" y="151"/>
                      <a:pt x="17" y="301"/>
                      <a:pt x="0" y="452"/>
                    </a:cubicBezTo>
                    <a:lnTo>
                      <a:pt x="111" y="452"/>
                    </a:lnTo>
                    <a:cubicBezTo>
                      <a:pt x="125" y="301"/>
                      <a:pt x="138" y="164"/>
                      <a:pt x="164" y="30"/>
                    </a:cubicBezTo>
                    <a:lnTo>
                      <a:pt x="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1" name="Google Shape;2411;p30"/>
              <p:cNvSpPr/>
              <p:nvPr/>
            </p:nvSpPr>
            <p:spPr>
              <a:xfrm>
                <a:off x="5659156" y="1613098"/>
                <a:ext cx="13633" cy="52951"/>
              </a:xfrm>
              <a:custGeom>
                <a:avLst/>
                <a:gdLst/>
                <a:ahLst/>
                <a:cxnLst/>
                <a:rect l="l" t="t" r="r" b="b"/>
                <a:pathLst>
                  <a:path w="112" h="435" extrusionOk="0">
                    <a:moveTo>
                      <a:pt x="0" y="0"/>
                    </a:moveTo>
                    <a:lnTo>
                      <a:pt x="0" y="435"/>
                    </a:lnTo>
                    <a:lnTo>
                      <a:pt x="111" y="435"/>
                    </a:lnTo>
                    <a:lnTo>
                      <a:pt x="111"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2" name="Google Shape;2412;p30"/>
              <p:cNvSpPr/>
              <p:nvPr/>
            </p:nvSpPr>
            <p:spPr>
              <a:xfrm>
                <a:off x="5659156" y="2470055"/>
                <a:ext cx="13633" cy="53073"/>
              </a:xfrm>
              <a:custGeom>
                <a:avLst/>
                <a:gdLst/>
                <a:ahLst/>
                <a:cxnLst/>
                <a:rect l="l" t="t" r="r" b="b"/>
                <a:pathLst>
                  <a:path w="112" h="436" extrusionOk="0">
                    <a:moveTo>
                      <a:pt x="0" y="1"/>
                    </a:moveTo>
                    <a:lnTo>
                      <a:pt x="0" y="435"/>
                    </a:lnTo>
                    <a:lnTo>
                      <a:pt x="111" y="435"/>
                    </a:lnTo>
                    <a:lnTo>
                      <a:pt x="111"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3" name="Google Shape;2413;p30"/>
              <p:cNvSpPr/>
              <p:nvPr/>
            </p:nvSpPr>
            <p:spPr>
              <a:xfrm>
                <a:off x="5659156" y="2576323"/>
                <a:ext cx="13633" cy="54656"/>
              </a:xfrm>
              <a:custGeom>
                <a:avLst/>
                <a:gdLst/>
                <a:ahLst/>
                <a:cxnLst/>
                <a:rect l="l" t="t" r="r" b="b"/>
                <a:pathLst>
                  <a:path w="112" h="449" extrusionOk="0">
                    <a:moveTo>
                      <a:pt x="0" y="0"/>
                    </a:moveTo>
                    <a:lnTo>
                      <a:pt x="0" y="448"/>
                    </a:lnTo>
                    <a:lnTo>
                      <a:pt x="111" y="448"/>
                    </a:lnTo>
                    <a:lnTo>
                      <a:pt x="111"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4" name="Google Shape;2414;p30"/>
              <p:cNvSpPr/>
              <p:nvPr/>
            </p:nvSpPr>
            <p:spPr>
              <a:xfrm>
                <a:off x="5659156" y="1934579"/>
                <a:ext cx="13633" cy="52951"/>
              </a:xfrm>
              <a:custGeom>
                <a:avLst/>
                <a:gdLst/>
                <a:ahLst/>
                <a:cxnLst/>
                <a:rect l="l" t="t" r="r" b="b"/>
                <a:pathLst>
                  <a:path w="112" h="435" extrusionOk="0">
                    <a:moveTo>
                      <a:pt x="0" y="0"/>
                    </a:moveTo>
                    <a:lnTo>
                      <a:pt x="0" y="435"/>
                    </a:lnTo>
                    <a:lnTo>
                      <a:pt x="111" y="435"/>
                    </a:lnTo>
                    <a:lnTo>
                      <a:pt x="111"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5" name="Google Shape;2415;p30"/>
              <p:cNvSpPr/>
              <p:nvPr/>
            </p:nvSpPr>
            <p:spPr>
              <a:xfrm>
                <a:off x="5659156" y="2683808"/>
                <a:ext cx="13633" cy="53317"/>
              </a:xfrm>
              <a:custGeom>
                <a:avLst/>
                <a:gdLst/>
                <a:ahLst/>
                <a:cxnLst/>
                <a:rect l="l" t="t" r="r" b="b"/>
                <a:pathLst>
                  <a:path w="112" h="438" extrusionOk="0">
                    <a:moveTo>
                      <a:pt x="0" y="0"/>
                    </a:moveTo>
                    <a:lnTo>
                      <a:pt x="0" y="438"/>
                    </a:lnTo>
                    <a:lnTo>
                      <a:pt x="111" y="438"/>
                    </a:lnTo>
                    <a:lnTo>
                      <a:pt x="111"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6" name="Google Shape;2416;p30"/>
              <p:cNvSpPr/>
              <p:nvPr/>
            </p:nvSpPr>
            <p:spPr>
              <a:xfrm>
                <a:off x="5659156" y="2040725"/>
                <a:ext cx="13633" cy="54656"/>
              </a:xfrm>
              <a:custGeom>
                <a:avLst/>
                <a:gdLst/>
                <a:ahLst/>
                <a:cxnLst/>
                <a:rect l="l" t="t" r="r" b="b"/>
                <a:pathLst>
                  <a:path w="112" h="449" extrusionOk="0">
                    <a:moveTo>
                      <a:pt x="0" y="1"/>
                    </a:moveTo>
                    <a:lnTo>
                      <a:pt x="0" y="449"/>
                    </a:lnTo>
                    <a:lnTo>
                      <a:pt x="111" y="449"/>
                    </a:lnTo>
                    <a:lnTo>
                      <a:pt x="111"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7" name="Google Shape;2417;p30"/>
              <p:cNvSpPr/>
              <p:nvPr/>
            </p:nvSpPr>
            <p:spPr>
              <a:xfrm>
                <a:off x="5659156" y="2148575"/>
                <a:ext cx="13633" cy="53073"/>
              </a:xfrm>
              <a:custGeom>
                <a:avLst/>
                <a:gdLst/>
                <a:ahLst/>
                <a:cxnLst/>
                <a:rect l="l" t="t" r="r" b="b"/>
                <a:pathLst>
                  <a:path w="112" h="436" extrusionOk="0">
                    <a:moveTo>
                      <a:pt x="0" y="1"/>
                    </a:moveTo>
                    <a:lnTo>
                      <a:pt x="0" y="435"/>
                    </a:lnTo>
                    <a:lnTo>
                      <a:pt x="111" y="435"/>
                    </a:lnTo>
                    <a:lnTo>
                      <a:pt x="111"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8" name="Google Shape;2418;p30"/>
              <p:cNvSpPr/>
              <p:nvPr/>
            </p:nvSpPr>
            <p:spPr>
              <a:xfrm>
                <a:off x="5659156" y="2362205"/>
                <a:ext cx="13633" cy="55021"/>
              </a:xfrm>
              <a:custGeom>
                <a:avLst/>
                <a:gdLst/>
                <a:ahLst/>
                <a:cxnLst/>
                <a:rect l="l" t="t" r="r" b="b"/>
                <a:pathLst>
                  <a:path w="112" h="452" extrusionOk="0">
                    <a:moveTo>
                      <a:pt x="0" y="1"/>
                    </a:moveTo>
                    <a:lnTo>
                      <a:pt x="0" y="452"/>
                    </a:lnTo>
                    <a:lnTo>
                      <a:pt x="111" y="452"/>
                    </a:lnTo>
                    <a:lnTo>
                      <a:pt x="111"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9" name="Google Shape;2419;p30"/>
              <p:cNvSpPr/>
              <p:nvPr/>
            </p:nvSpPr>
            <p:spPr>
              <a:xfrm>
                <a:off x="5659156" y="2256060"/>
                <a:ext cx="13633" cy="53438"/>
              </a:xfrm>
              <a:custGeom>
                <a:avLst/>
                <a:gdLst/>
                <a:ahLst/>
                <a:cxnLst/>
                <a:rect l="l" t="t" r="r" b="b"/>
                <a:pathLst>
                  <a:path w="112" h="439" extrusionOk="0">
                    <a:moveTo>
                      <a:pt x="0" y="0"/>
                    </a:moveTo>
                    <a:lnTo>
                      <a:pt x="0" y="438"/>
                    </a:lnTo>
                    <a:lnTo>
                      <a:pt x="111" y="438"/>
                    </a:lnTo>
                    <a:lnTo>
                      <a:pt x="111"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0" name="Google Shape;2420;p30"/>
              <p:cNvSpPr/>
              <p:nvPr/>
            </p:nvSpPr>
            <p:spPr>
              <a:xfrm>
                <a:off x="6228107" y="1965984"/>
                <a:ext cx="13268" cy="53438"/>
              </a:xfrm>
              <a:custGeom>
                <a:avLst/>
                <a:gdLst/>
                <a:ahLst/>
                <a:cxnLst/>
                <a:rect l="l" t="t" r="r" b="b"/>
                <a:pathLst>
                  <a:path w="109" h="439" extrusionOk="0">
                    <a:moveTo>
                      <a:pt x="0" y="0"/>
                    </a:moveTo>
                    <a:lnTo>
                      <a:pt x="0" y="438"/>
                    </a:lnTo>
                    <a:lnTo>
                      <a:pt x="108" y="438"/>
                    </a:lnTo>
                    <a:lnTo>
                      <a:pt x="108"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1" name="Google Shape;2421;p30"/>
              <p:cNvSpPr/>
              <p:nvPr/>
            </p:nvSpPr>
            <p:spPr>
              <a:xfrm>
                <a:off x="6228107" y="1430386"/>
                <a:ext cx="14851" cy="53438"/>
              </a:xfrm>
              <a:custGeom>
                <a:avLst/>
                <a:gdLst/>
                <a:ahLst/>
                <a:cxnLst/>
                <a:rect l="l" t="t" r="r" b="b"/>
                <a:pathLst>
                  <a:path w="122" h="439" extrusionOk="0">
                    <a:moveTo>
                      <a:pt x="0" y="1"/>
                    </a:moveTo>
                    <a:lnTo>
                      <a:pt x="0" y="439"/>
                    </a:lnTo>
                    <a:lnTo>
                      <a:pt x="121" y="439"/>
                    </a:lnTo>
                    <a:lnTo>
                      <a:pt x="121"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2" name="Google Shape;2422;p30"/>
              <p:cNvSpPr/>
              <p:nvPr/>
            </p:nvSpPr>
            <p:spPr>
              <a:xfrm>
                <a:off x="6228107" y="1538236"/>
                <a:ext cx="14851" cy="53438"/>
              </a:xfrm>
              <a:custGeom>
                <a:avLst/>
                <a:gdLst/>
                <a:ahLst/>
                <a:cxnLst/>
                <a:rect l="l" t="t" r="r" b="b"/>
                <a:pathLst>
                  <a:path w="122" h="439" extrusionOk="0">
                    <a:moveTo>
                      <a:pt x="0" y="1"/>
                    </a:moveTo>
                    <a:lnTo>
                      <a:pt x="0" y="439"/>
                    </a:lnTo>
                    <a:lnTo>
                      <a:pt x="121" y="439"/>
                    </a:lnTo>
                    <a:lnTo>
                      <a:pt x="121"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3" name="Google Shape;2423;p30"/>
              <p:cNvSpPr/>
              <p:nvPr/>
            </p:nvSpPr>
            <p:spPr>
              <a:xfrm>
                <a:off x="6228107" y="1644504"/>
                <a:ext cx="14851" cy="54656"/>
              </a:xfrm>
              <a:custGeom>
                <a:avLst/>
                <a:gdLst/>
                <a:ahLst/>
                <a:cxnLst/>
                <a:rect l="l" t="t" r="r" b="b"/>
                <a:pathLst>
                  <a:path w="122" h="449" extrusionOk="0">
                    <a:moveTo>
                      <a:pt x="0" y="0"/>
                    </a:moveTo>
                    <a:lnTo>
                      <a:pt x="0" y="448"/>
                    </a:lnTo>
                    <a:lnTo>
                      <a:pt x="121" y="448"/>
                    </a:lnTo>
                    <a:lnTo>
                      <a:pt x="121"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4" name="Google Shape;2424;p30"/>
              <p:cNvSpPr/>
              <p:nvPr/>
            </p:nvSpPr>
            <p:spPr>
              <a:xfrm>
                <a:off x="6228107" y="2393733"/>
                <a:ext cx="13268" cy="55021"/>
              </a:xfrm>
              <a:custGeom>
                <a:avLst/>
                <a:gdLst/>
                <a:ahLst/>
                <a:cxnLst/>
                <a:rect l="l" t="t" r="r" b="b"/>
                <a:pathLst>
                  <a:path w="109" h="452" extrusionOk="0">
                    <a:moveTo>
                      <a:pt x="0" y="0"/>
                    </a:moveTo>
                    <a:lnTo>
                      <a:pt x="0" y="438"/>
                    </a:lnTo>
                    <a:lnTo>
                      <a:pt x="0" y="451"/>
                    </a:lnTo>
                    <a:lnTo>
                      <a:pt x="108" y="451"/>
                    </a:lnTo>
                    <a:lnTo>
                      <a:pt x="108" y="438"/>
                    </a:lnTo>
                    <a:lnTo>
                      <a:pt x="108"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5" name="Google Shape;2425;p30"/>
              <p:cNvSpPr/>
              <p:nvPr/>
            </p:nvSpPr>
            <p:spPr>
              <a:xfrm>
                <a:off x="6448554" y="2715578"/>
                <a:ext cx="54656" cy="21546"/>
              </a:xfrm>
              <a:custGeom>
                <a:avLst/>
                <a:gdLst/>
                <a:ahLst/>
                <a:cxnLst/>
                <a:rect l="l" t="t" r="r" b="b"/>
                <a:pathLst>
                  <a:path w="449" h="177" extrusionOk="0">
                    <a:moveTo>
                      <a:pt x="26" y="1"/>
                    </a:moveTo>
                    <a:lnTo>
                      <a:pt x="0" y="108"/>
                    </a:lnTo>
                    <a:cubicBezTo>
                      <a:pt x="134" y="148"/>
                      <a:pt x="285" y="164"/>
                      <a:pt x="435" y="177"/>
                    </a:cubicBezTo>
                    <a:lnTo>
                      <a:pt x="448" y="66"/>
                    </a:lnTo>
                    <a:cubicBezTo>
                      <a:pt x="298" y="53"/>
                      <a:pt x="164" y="40"/>
                      <a:pt x="26"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6" name="Google Shape;2426;p30"/>
              <p:cNvSpPr/>
              <p:nvPr/>
            </p:nvSpPr>
            <p:spPr>
              <a:xfrm>
                <a:off x="6228107" y="1752354"/>
                <a:ext cx="14851" cy="52951"/>
              </a:xfrm>
              <a:custGeom>
                <a:avLst/>
                <a:gdLst/>
                <a:ahLst/>
                <a:cxnLst/>
                <a:rect l="l" t="t" r="r" b="b"/>
                <a:pathLst>
                  <a:path w="122" h="435" extrusionOk="0">
                    <a:moveTo>
                      <a:pt x="0" y="0"/>
                    </a:moveTo>
                    <a:lnTo>
                      <a:pt x="0" y="435"/>
                    </a:lnTo>
                    <a:lnTo>
                      <a:pt x="121" y="435"/>
                    </a:lnTo>
                    <a:lnTo>
                      <a:pt x="121"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7" name="Google Shape;2427;p30"/>
              <p:cNvSpPr/>
              <p:nvPr/>
            </p:nvSpPr>
            <p:spPr>
              <a:xfrm>
                <a:off x="6234437" y="2499878"/>
                <a:ext cx="26780" cy="54656"/>
              </a:xfrm>
              <a:custGeom>
                <a:avLst/>
                <a:gdLst/>
                <a:ahLst/>
                <a:cxnLst/>
                <a:rect l="l" t="t" r="r" b="b"/>
                <a:pathLst>
                  <a:path w="220" h="449" extrusionOk="0">
                    <a:moveTo>
                      <a:pt x="112" y="1"/>
                    </a:moveTo>
                    <a:lnTo>
                      <a:pt x="1" y="14"/>
                    </a:lnTo>
                    <a:cubicBezTo>
                      <a:pt x="30" y="164"/>
                      <a:pt x="69" y="315"/>
                      <a:pt x="125" y="449"/>
                    </a:cubicBezTo>
                    <a:lnTo>
                      <a:pt x="220" y="409"/>
                    </a:lnTo>
                    <a:cubicBezTo>
                      <a:pt x="177" y="272"/>
                      <a:pt x="138" y="138"/>
                      <a:pt x="112"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8" name="Google Shape;2428;p30"/>
              <p:cNvSpPr/>
              <p:nvPr/>
            </p:nvSpPr>
            <p:spPr>
              <a:xfrm>
                <a:off x="6349103" y="2672244"/>
                <a:ext cx="52951" cy="38222"/>
              </a:xfrm>
              <a:custGeom>
                <a:avLst/>
                <a:gdLst/>
                <a:ahLst/>
                <a:cxnLst/>
                <a:rect l="l" t="t" r="r" b="b"/>
                <a:pathLst>
                  <a:path w="435" h="314" extrusionOk="0">
                    <a:moveTo>
                      <a:pt x="69" y="0"/>
                    </a:moveTo>
                    <a:lnTo>
                      <a:pt x="0" y="82"/>
                    </a:lnTo>
                    <a:cubicBezTo>
                      <a:pt x="121" y="177"/>
                      <a:pt x="258" y="245"/>
                      <a:pt x="396" y="314"/>
                    </a:cubicBezTo>
                    <a:lnTo>
                      <a:pt x="435" y="219"/>
                    </a:lnTo>
                    <a:cubicBezTo>
                      <a:pt x="314" y="151"/>
                      <a:pt x="190" y="82"/>
                      <a:pt x="69"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9" name="Google Shape;2429;p30"/>
              <p:cNvSpPr/>
              <p:nvPr/>
            </p:nvSpPr>
            <p:spPr>
              <a:xfrm>
                <a:off x="6274241" y="2596164"/>
                <a:ext cx="43457" cy="49908"/>
              </a:xfrm>
              <a:custGeom>
                <a:avLst/>
                <a:gdLst/>
                <a:ahLst/>
                <a:cxnLst/>
                <a:rect l="l" t="t" r="r" b="b"/>
                <a:pathLst>
                  <a:path w="357" h="410" extrusionOk="0">
                    <a:moveTo>
                      <a:pt x="95" y="1"/>
                    </a:moveTo>
                    <a:lnTo>
                      <a:pt x="1" y="53"/>
                    </a:lnTo>
                    <a:cubicBezTo>
                      <a:pt x="82" y="190"/>
                      <a:pt x="177" y="298"/>
                      <a:pt x="275" y="409"/>
                    </a:cubicBezTo>
                    <a:lnTo>
                      <a:pt x="357" y="341"/>
                    </a:lnTo>
                    <a:cubicBezTo>
                      <a:pt x="259" y="230"/>
                      <a:pt x="177" y="122"/>
                      <a:pt x="95"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0" name="Google Shape;2430;p30"/>
              <p:cNvSpPr/>
              <p:nvPr/>
            </p:nvSpPr>
            <p:spPr>
              <a:xfrm>
                <a:off x="5939614" y="1062406"/>
                <a:ext cx="54656" cy="16798"/>
              </a:xfrm>
              <a:custGeom>
                <a:avLst/>
                <a:gdLst/>
                <a:ahLst/>
                <a:cxnLst/>
                <a:rect l="l" t="t" r="r" b="b"/>
                <a:pathLst>
                  <a:path w="449" h="138" extrusionOk="0">
                    <a:moveTo>
                      <a:pt x="1" y="0"/>
                    </a:moveTo>
                    <a:lnTo>
                      <a:pt x="1" y="111"/>
                    </a:lnTo>
                    <a:lnTo>
                      <a:pt x="96" y="111"/>
                    </a:lnTo>
                    <a:cubicBezTo>
                      <a:pt x="203" y="111"/>
                      <a:pt x="328" y="111"/>
                      <a:pt x="435" y="138"/>
                    </a:cubicBezTo>
                    <a:lnTo>
                      <a:pt x="449" y="30"/>
                    </a:lnTo>
                    <a:cubicBezTo>
                      <a:pt x="341" y="0"/>
                      <a:pt x="216" y="0"/>
                      <a:pt x="96"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1" name="Google Shape;2431;p30"/>
              <p:cNvSpPr/>
              <p:nvPr/>
            </p:nvSpPr>
            <p:spPr>
              <a:xfrm>
                <a:off x="6228107" y="1323023"/>
                <a:ext cx="14851" cy="54656"/>
              </a:xfrm>
              <a:custGeom>
                <a:avLst/>
                <a:gdLst/>
                <a:ahLst/>
                <a:cxnLst/>
                <a:rect l="l" t="t" r="r" b="b"/>
                <a:pathLst>
                  <a:path w="122" h="449" extrusionOk="0">
                    <a:moveTo>
                      <a:pt x="108" y="0"/>
                    </a:moveTo>
                    <a:lnTo>
                      <a:pt x="0" y="13"/>
                    </a:lnTo>
                    <a:lnTo>
                      <a:pt x="0" y="245"/>
                    </a:lnTo>
                    <a:lnTo>
                      <a:pt x="0" y="448"/>
                    </a:lnTo>
                    <a:lnTo>
                      <a:pt x="121" y="448"/>
                    </a:lnTo>
                    <a:lnTo>
                      <a:pt x="121" y="245"/>
                    </a:lnTo>
                    <a:cubicBezTo>
                      <a:pt x="121" y="164"/>
                      <a:pt x="108" y="82"/>
                      <a:pt x="108"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2" name="Google Shape;2432;p30"/>
              <p:cNvSpPr/>
              <p:nvPr/>
            </p:nvSpPr>
            <p:spPr>
              <a:xfrm>
                <a:off x="6198284" y="1218338"/>
                <a:ext cx="31527" cy="55021"/>
              </a:xfrm>
              <a:custGeom>
                <a:avLst/>
                <a:gdLst/>
                <a:ahLst/>
                <a:cxnLst/>
                <a:rect l="l" t="t" r="r" b="b"/>
                <a:pathLst>
                  <a:path w="259" h="452" extrusionOk="0">
                    <a:moveTo>
                      <a:pt x="95" y="1"/>
                    </a:moveTo>
                    <a:lnTo>
                      <a:pt x="0" y="56"/>
                    </a:lnTo>
                    <a:cubicBezTo>
                      <a:pt x="53" y="177"/>
                      <a:pt x="108" y="314"/>
                      <a:pt x="147" y="452"/>
                    </a:cubicBezTo>
                    <a:lnTo>
                      <a:pt x="259" y="422"/>
                    </a:lnTo>
                    <a:cubicBezTo>
                      <a:pt x="216" y="272"/>
                      <a:pt x="164" y="138"/>
                      <a:pt x="95"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3" name="Google Shape;2433;p30"/>
              <p:cNvSpPr/>
              <p:nvPr/>
            </p:nvSpPr>
            <p:spPr>
              <a:xfrm>
                <a:off x="6133403" y="1133981"/>
                <a:ext cx="46622" cy="47839"/>
              </a:xfrm>
              <a:custGeom>
                <a:avLst/>
                <a:gdLst/>
                <a:ahLst/>
                <a:cxnLst/>
                <a:rect l="l" t="t" r="r" b="b"/>
                <a:pathLst>
                  <a:path w="383" h="393" extrusionOk="0">
                    <a:moveTo>
                      <a:pt x="69" y="1"/>
                    </a:moveTo>
                    <a:lnTo>
                      <a:pt x="1" y="82"/>
                    </a:lnTo>
                    <a:cubicBezTo>
                      <a:pt x="108" y="177"/>
                      <a:pt x="206" y="272"/>
                      <a:pt x="288" y="393"/>
                    </a:cubicBezTo>
                    <a:lnTo>
                      <a:pt x="383" y="327"/>
                    </a:lnTo>
                    <a:cubicBezTo>
                      <a:pt x="288" y="203"/>
                      <a:pt x="177" y="95"/>
                      <a:pt x="69"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4" name="Google Shape;2434;p30"/>
              <p:cNvSpPr/>
              <p:nvPr/>
            </p:nvSpPr>
            <p:spPr>
              <a:xfrm>
                <a:off x="6042352" y="1079083"/>
                <a:ext cx="54534" cy="33110"/>
              </a:xfrm>
              <a:custGeom>
                <a:avLst/>
                <a:gdLst/>
                <a:ahLst/>
                <a:cxnLst/>
                <a:rect l="l" t="t" r="r" b="b"/>
                <a:pathLst>
                  <a:path w="448" h="272" extrusionOk="0">
                    <a:moveTo>
                      <a:pt x="39" y="1"/>
                    </a:moveTo>
                    <a:lnTo>
                      <a:pt x="0" y="95"/>
                    </a:lnTo>
                    <a:cubicBezTo>
                      <a:pt x="137" y="151"/>
                      <a:pt x="271" y="206"/>
                      <a:pt x="396" y="272"/>
                    </a:cubicBezTo>
                    <a:lnTo>
                      <a:pt x="448" y="177"/>
                    </a:lnTo>
                    <a:cubicBezTo>
                      <a:pt x="327" y="108"/>
                      <a:pt x="177" y="43"/>
                      <a:pt x="39"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5" name="Google Shape;2435;p30"/>
              <p:cNvSpPr/>
              <p:nvPr/>
            </p:nvSpPr>
            <p:spPr>
              <a:xfrm>
                <a:off x="6228107" y="2287830"/>
                <a:ext cx="13268" cy="53073"/>
              </a:xfrm>
              <a:custGeom>
                <a:avLst/>
                <a:gdLst/>
                <a:ahLst/>
                <a:cxnLst/>
                <a:rect l="l" t="t" r="r" b="b"/>
                <a:pathLst>
                  <a:path w="109" h="436" extrusionOk="0">
                    <a:moveTo>
                      <a:pt x="0" y="1"/>
                    </a:moveTo>
                    <a:lnTo>
                      <a:pt x="0" y="435"/>
                    </a:lnTo>
                    <a:lnTo>
                      <a:pt x="108" y="435"/>
                    </a:lnTo>
                    <a:lnTo>
                      <a:pt x="10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6" name="Google Shape;2436;p30"/>
              <p:cNvSpPr/>
              <p:nvPr/>
            </p:nvSpPr>
            <p:spPr>
              <a:xfrm>
                <a:off x="6228107" y="2073834"/>
                <a:ext cx="13268" cy="52951"/>
              </a:xfrm>
              <a:custGeom>
                <a:avLst/>
                <a:gdLst/>
                <a:ahLst/>
                <a:cxnLst/>
                <a:rect l="l" t="t" r="r" b="b"/>
                <a:pathLst>
                  <a:path w="109" h="435" extrusionOk="0">
                    <a:moveTo>
                      <a:pt x="0" y="0"/>
                    </a:moveTo>
                    <a:lnTo>
                      <a:pt x="0" y="435"/>
                    </a:lnTo>
                    <a:lnTo>
                      <a:pt x="108" y="435"/>
                    </a:lnTo>
                    <a:lnTo>
                      <a:pt x="108"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7" name="Google Shape;2437;p30"/>
              <p:cNvSpPr/>
              <p:nvPr/>
            </p:nvSpPr>
            <p:spPr>
              <a:xfrm>
                <a:off x="6228107" y="1858134"/>
                <a:ext cx="13268" cy="55021"/>
              </a:xfrm>
              <a:custGeom>
                <a:avLst/>
                <a:gdLst/>
                <a:ahLst/>
                <a:cxnLst/>
                <a:rect l="l" t="t" r="r" b="b"/>
                <a:pathLst>
                  <a:path w="109" h="452" extrusionOk="0">
                    <a:moveTo>
                      <a:pt x="0" y="1"/>
                    </a:moveTo>
                    <a:lnTo>
                      <a:pt x="0" y="452"/>
                    </a:lnTo>
                    <a:lnTo>
                      <a:pt x="108" y="452"/>
                    </a:lnTo>
                    <a:lnTo>
                      <a:pt x="10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8" name="Google Shape;2438;p30"/>
              <p:cNvSpPr/>
              <p:nvPr/>
            </p:nvSpPr>
            <p:spPr>
              <a:xfrm>
                <a:off x="6228107" y="2179980"/>
                <a:ext cx="13268" cy="53073"/>
              </a:xfrm>
              <a:custGeom>
                <a:avLst/>
                <a:gdLst/>
                <a:ahLst/>
                <a:cxnLst/>
                <a:rect l="l" t="t" r="r" b="b"/>
                <a:pathLst>
                  <a:path w="109" h="436" extrusionOk="0">
                    <a:moveTo>
                      <a:pt x="0" y="1"/>
                    </a:moveTo>
                    <a:lnTo>
                      <a:pt x="0" y="436"/>
                    </a:lnTo>
                    <a:lnTo>
                      <a:pt x="108" y="436"/>
                    </a:lnTo>
                    <a:lnTo>
                      <a:pt x="10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9" name="Google Shape;2439;p30"/>
              <p:cNvSpPr/>
              <p:nvPr/>
            </p:nvSpPr>
            <p:spPr>
              <a:xfrm>
                <a:off x="7151161" y="1069101"/>
                <a:ext cx="55021" cy="29945"/>
              </a:xfrm>
              <a:custGeom>
                <a:avLst/>
                <a:gdLst/>
                <a:ahLst/>
                <a:cxnLst/>
                <a:rect l="l" t="t" r="r" b="b"/>
                <a:pathLst>
                  <a:path w="452" h="246" extrusionOk="0">
                    <a:moveTo>
                      <a:pt x="30" y="1"/>
                    </a:moveTo>
                    <a:lnTo>
                      <a:pt x="1" y="109"/>
                    </a:lnTo>
                    <a:cubicBezTo>
                      <a:pt x="138" y="138"/>
                      <a:pt x="275" y="190"/>
                      <a:pt x="409" y="246"/>
                    </a:cubicBezTo>
                    <a:lnTo>
                      <a:pt x="452" y="151"/>
                    </a:lnTo>
                    <a:cubicBezTo>
                      <a:pt x="314" y="83"/>
                      <a:pt x="180" y="43"/>
                      <a:pt x="30"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0" name="Google Shape;2440;p30"/>
              <p:cNvSpPr/>
              <p:nvPr/>
            </p:nvSpPr>
            <p:spPr>
              <a:xfrm>
                <a:off x="7366861" y="1720827"/>
                <a:ext cx="13268" cy="53073"/>
              </a:xfrm>
              <a:custGeom>
                <a:avLst/>
                <a:gdLst/>
                <a:ahLst/>
                <a:cxnLst/>
                <a:rect l="l" t="t" r="r" b="b"/>
                <a:pathLst>
                  <a:path w="109" h="436" extrusionOk="0">
                    <a:moveTo>
                      <a:pt x="0" y="1"/>
                    </a:moveTo>
                    <a:lnTo>
                      <a:pt x="0" y="436"/>
                    </a:lnTo>
                    <a:lnTo>
                      <a:pt x="108" y="436"/>
                    </a:lnTo>
                    <a:lnTo>
                      <a:pt x="10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1" name="Google Shape;2441;p30"/>
              <p:cNvSpPr/>
              <p:nvPr/>
            </p:nvSpPr>
            <p:spPr>
              <a:xfrm>
                <a:off x="7366861" y="1826729"/>
                <a:ext cx="13268" cy="55021"/>
              </a:xfrm>
              <a:custGeom>
                <a:avLst/>
                <a:gdLst/>
                <a:ahLst/>
                <a:cxnLst/>
                <a:rect l="l" t="t" r="r" b="b"/>
                <a:pathLst>
                  <a:path w="109" h="452" extrusionOk="0">
                    <a:moveTo>
                      <a:pt x="0" y="0"/>
                    </a:moveTo>
                    <a:lnTo>
                      <a:pt x="0" y="451"/>
                    </a:lnTo>
                    <a:lnTo>
                      <a:pt x="108" y="451"/>
                    </a:lnTo>
                    <a:lnTo>
                      <a:pt x="108"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2" name="Google Shape;2442;p30"/>
              <p:cNvSpPr/>
              <p:nvPr/>
            </p:nvSpPr>
            <p:spPr>
              <a:xfrm>
                <a:off x="7366861" y="1506831"/>
                <a:ext cx="13268" cy="53073"/>
              </a:xfrm>
              <a:custGeom>
                <a:avLst/>
                <a:gdLst/>
                <a:ahLst/>
                <a:cxnLst/>
                <a:rect l="l" t="t" r="r" b="b"/>
                <a:pathLst>
                  <a:path w="109" h="436" extrusionOk="0">
                    <a:moveTo>
                      <a:pt x="0" y="0"/>
                    </a:moveTo>
                    <a:lnTo>
                      <a:pt x="0" y="435"/>
                    </a:lnTo>
                    <a:lnTo>
                      <a:pt x="108" y="435"/>
                    </a:lnTo>
                    <a:lnTo>
                      <a:pt x="108"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3" name="Google Shape;2443;p30"/>
              <p:cNvSpPr/>
              <p:nvPr/>
            </p:nvSpPr>
            <p:spPr>
              <a:xfrm>
                <a:off x="7318657" y="1190097"/>
                <a:ext cx="38344" cy="55021"/>
              </a:xfrm>
              <a:custGeom>
                <a:avLst/>
                <a:gdLst/>
                <a:ahLst/>
                <a:cxnLst/>
                <a:rect l="l" t="t" r="r" b="b"/>
                <a:pathLst>
                  <a:path w="315" h="452" extrusionOk="0">
                    <a:moveTo>
                      <a:pt x="96" y="0"/>
                    </a:moveTo>
                    <a:lnTo>
                      <a:pt x="1" y="69"/>
                    </a:lnTo>
                    <a:cubicBezTo>
                      <a:pt x="82" y="193"/>
                      <a:pt x="151" y="314"/>
                      <a:pt x="207" y="452"/>
                    </a:cubicBezTo>
                    <a:lnTo>
                      <a:pt x="315" y="396"/>
                    </a:lnTo>
                    <a:cubicBezTo>
                      <a:pt x="259" y="259"/>
                      <a:pt x="177" y="138"/>
                      <a:pt x="96"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4" name="Google Shape;2444;p30"/>
              <p:cNvSpPr/>
              <p:nvPr/>
            </p:nvSpPr>
            <p:spPr>
              <a:xfrm>
                <a:off x="7366861" y="1398981"/>
                <a:ext cx="13268" cy="53438"/>
              </a:xfrm>
              <a:custGeom>
                <a:avLst/>
                <a:gdLst/>
                <a:ahLst/>
                <a:cxnLst/>
                <a:rect l="l" t="t" r="r" b="b"/>
                <a:pathLst>
                  <a:path w="109" h="439" extrusionOk="0">
                    <a:moveTo>
                      <a:pt x="0" y="1"/>
                    </a:moveTo>
                    <a:lnTo>
                      <a:pt x="0" y="439"/>
                    </a:lnTo>
                    <a:lnTo>
                      <a:pt x="108" y="439"/>
                    </a:lnTo>
                    <a:lnTo>
                      <a:pt x="10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5" name="Google Shape;2445;p30"/>
              <p:cNvSpPr/>
              <p:nvPr/>
            </p:nvSpPr>
            <p:spPr>
              <a:xfrm>
                <a:off x="7245864" y="1114140"/>
                <a:ext cx="49908" cy="44674"/>
              </a:xfrm>
              <a:custGeom>
                <a:avLst/>
                <a:gdLst/>
                <a:ahLst/>
                <a:cxnLst/>
                <a:rect l="l" t="t" r="r" b="b"/>
                <a:pathLst>
                  <a:path w="410" h="367" extrusionOk="0">
                    <a:moveTo>
                      <a:pt x="69" y="0"/>
                    </a:moveTo>
                    <a:lnTo>
                      <a:pt x="1" y="82"/>
                    </a:lnTo>
                    <a:cubicBezTo>
                      <a:pt x="122" y="164"/>
                      <a:pt x="233" y="258"/>
                      <a:pt x="327" y="366"/>
                    </a:cubicBezTo>
                    <a:lnTo>
                      <a:pt x="409" y="285"/>
                    </a:lnTo>
                    <a:cubicBezTo>
                      <a:pt x="314" y="177"/>
                      <a:pt x="190" y="82"/>
                      <a:pt x="69"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6" name="Google Shape;2446;p30"/>
              <p:cNvSpPr/>
              <p:nvPr/>
            </p:nvSpPr>
            <p:spPr>
              <a:xfrm>
                <a:off x="7360044" y="1291131"/>
                <a:ext cx="20085" cy="55021"/>
              </a:xfrm>
              <a:custGeom>
                <a:avLst/>
                <a:gdLst/>
                <a:ahLst/>
                <a:cxnLst/>
                <a:rect l="l" t="t" r="r" b="b"/>
                <a:pathLst>
                  <a:path w="165" h="452" extrusionOk="0">
                    <a:moveTo>
                      <a:pt x="112" y="1"/>
                    </a:moveTo>
                    <a:lnTo>
                      <a:pt x="1" y="30"/>
                    </a:lnTo>
                    <a:cubicBezTo>
                      <a:pt x="30" y="164"/>
                      <a:pt x="56" y="301"/>
                      <a:pt x="56" y="452"/>
                    </a:cubicBezTo>
                    <a:lnTo>
                      <a:pt x="164" y="452"/>
                    </a:lnTo>
                    <a:cubicBezTo>
                      <a:pt x="164" y="301"/>
                      <a:pt x="138" y="151"/>
                      <a:pt x="112"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7" name="Google Shape;2447;p30"/>
              <p:cNvSpPr/>
              <p:nvPr/>
            </p:nvSpPr>
            <p:spPr>
              <a:xfrm>
                <a:off x="7366861" y="1613098"/>
                <a:ext cx="13268" cy="52951"/>
              </a:xfrm>
              <a:custGeom>
                <a:avLst/>
                <a:gdLst/>
                <a:ahLst/>
                <a:cxnLst/>
                <a:rect l="l" t="t" r="r" b="b"/>
                <a:pathLst>
                  <a:path w="109" h="435" extrusionOk="0">
                    <a:moveTo>
                      <a:pt x="0" y="0"/>
                    </a:moveTo>
                    <a:lnTo>
                      <a:pt x="0" y="435"/>
                    </a:lnTo>
                    <a:lnTo>
                      <a:pt x="108" y="435"/>
                    </a:lnTo>
                    <a:lnTo>
                      <a:pt x="108"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8" name="Google Shape;2448;p30"/>
              <p:cNvSpPr/>
              <p:nvPr/>
            </p:nvSpPr>
            <p:spPr>
              <a:xfrm>
                <a:off x="7366861" y="2470055"/>
                <a:ext cx="13268" cy="53073"/>
              </a:xfrm>
              <a:custGeom>
                <a:avLst/>
                <a:gdLst/>
                <a:ahLst/>
                <a:cxnLst/>
                <a:rect l="l" t="t" r="r" b="b"/>
                <a:pathLst>
                  <a:path w="109" h="436" extrusionOk="0">
                    <a:moveTo>
                      <a:pt x="0" y="1"/>
                    </a:moveTo>
                    <a:lnTo>
                      <a:pt x="0" y="435"/>
                    </a:lnTo>
                    <a:lnTo>
                      <a:pt x="108" y="435"/>
                    </a:lnTo>
                    <a:lnTo>
                      <a:pt x="10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9" name="Google Shape;2449;p30"/>
              <p:cNvSpPr/>
              <p:nvPr/>
            </p:nvSpPr>
            <p:spPr>
              <a:xfrm>
                <a:off x="7366861" y="2576323"/>
                <a:ext cx="13268" cy="54656"/>
              </a:xfrm>
              <a:custGeom>
                <a:avLst/>
                <a:gdLst/>
                <a:ahLst/>
                <a:cxnLst/>
                <a:rect l="l" t="t" r="r" b="b"/>
                <a:pathLst>
                  <a:path w="109" h="449" extrusionOk="0">
                    <a:moveTo>
                      <a:pt x="0" y="0"/>
                    </a:moveTo>
                    <a:lnTo>
                      <a:pt x="0" y="448"/>
                    </a:lnTo>
                    <a:lnTo>
                      <a:pt x="108" y="448"/>
                    </a:lnTo>
                    <a:lnTo>
                      <a:pt x="108"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0" name="Google Shape;2450;p30"/>
              <p:cNvSpPr/>
              <p:nvPr/>
            </p:nvSpPr>
            <p:spPr>
              <a:xfrm>
                <a:off x="7366861" y="1934579"/>
                <a:ext cx="13268" cy="52951"/>
              </a:xfrm>
              <a:custGeom>
                <a:avLst/>
                <a:gdLst/>
                <a:ahLst/>
                <a:cxnLst/>
                <a:rect l="l" t="t" r="r" b="b"/>
                <a:pathLst>
                  <a:path w="109" h="435" extrusionOk="0">
                    <a:moveTo>
                      <a:pt x="0" y="0"/>
                    </a:moveTo>
                    <a:lnTo>
                      <a:pt x="0" y="435"/>
                    </a:lnTo>
                    <a:lnTo>
                      <a:pt x="108" y="435"/>
                    </a:lnTo>
                    <a:lnTo>
                      <a:pt x="108"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1" name="Google Shape;2451;p30"/>
              <p:cNvSpPr/>
              <p:nvPr/>
            </p:nvSpPr>
            <p:spPr>
              <a:xfrm>
                <a:off x="7366861" y="2683808"/>
                <a:ext cx="13268" cy="53317"/>
              </a:xfrm>
              <a:custGeom>
                <a:avLst/>
                <a:gdLst/>
                <a:ahLst/>
                <a:cxnLst/>
                <a:rect l="l" t="t" r="r" b="b"/>
                <a:pathLst>
                  <a:path w="109" h="438" extrusionOk="0">
                    <a:moveTo>
                      <a:pt x="0" y="0"/>
                    </a:moveTo>
                    <a:lnTo>
                      <a:pt x="0" y="438"/>
                    </a:lnTo>
                    <a:lnTo>
                      <a:pt x="108" y="438"/>
                    </a:lnTo>
                    <a:lnTo>
                      <a:pt x="108"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2" name="Google Shape;2452;p30"/>
              <p:cNvSpPr/>
              <p:nvPr/>
            </p:nvSpPr>
            <p:spPr>
              <a:xfrm>
                <a:off x="7366861" y="2040725"/>
                <a:ext cx="13268" cy="54656"/>
              </a:xfrm>
              <a:custGeom>
                <a:avLst/>
                <a:gdLst/>
                <a:ahLst/>
                <a:cxnLst/>
                <a:rect l="l" t="t" r="r" b="b"/>
                <a:pathLst>
                  <a:path w="109" h="449" extrusionOk="0">
                    <a:moveTo>
                      <a:pt x="0" y="1"/>
                    </a:moveTo>
                    <a:lnTo>
                      <a:pt x="0" y="449"/>
                    </a:lnTo>
                    <a:lnTo>
                      <a:pt x="108" y="449"/>
                    </a:lnTo>
                    <a:lnTo>
                      <a:pt x="10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3" name="Google Shape;2453;p30"/>
              <p:cNvSpPr/>
              <p:nvPr/>
            </p:nvSpPr>
            <p:spPr>
              <a:xfrm>
                <a:off x="7366861" y="2148575"/>
                <a:ext cx="13268" cy="53073"/>
              </a:xfrm>
              <a:custGeom>
                <a:avLst/>
                <a:gdLst/>
                <a:ahLst/>
                <a:cxnLst/>
                <a:rect l="l" t="t" r="r" b="b"/>
                <a:pathLst>
                  <a:path w="109" h="436" extrusionOk="0">
                    <a:moveTo>
                      <a:pt x="0" y="1"/>
                    </a:moveTo>
                    <a:lnTo>
                      <a:pt x="0" y="435"/>
                    </a:lnTo>
                    <a:lnTo>
                      <a:pt x="108" y="435"/>
                    </a:lnTo>
                    <a:lnTo>
                      <a:pt x="10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4" name="Google Shape;2454;p30"/>
              <p:cNvSpPr/>
              <p:nvPr/>
            </p:nvSpPr>
            <p:spPr>
              <a:xfrm>
                <a:off x="7366861" y="2362205"/>
                <a:ext cx="13268" cy="55021"/>
              </a:xfrm>
              <a:custGeom>
                <a:avLst/>
                <a:gdLst/>
                <a:ahLst/>
                <a:cxnLst/>
                <a:rect l="l" t="t" r="r" b="b"/>
                <a:pathLst>
                  <a:path w="109" h="452" extrusionOk="0">
                    <a:moveTo>
                      <a:pt x="0" y="1"/>
                    </a:moveTo>
                    <a:lnTo>
                      <a:pt x="0" y="452"/>
                    </a:lnTo>
                    <a:lnTo>
                      <a:pt x="108" y="452"/>
                    </a:lnTo>
                    <a:lnTo>
                      <a:pt x="10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5" name="Google Shape;2455;p30"/>
              <p:cNvSpPr/>
              <p:nvPr/>
            </p:nvSpPr>
            <p:spPr>
              <a:xfrm>
                <a:off x="7366861" y="2256060"/>
                <a:ext cx="13268" cy="53438"/>
              </a:xfrm>
              <a:custGeom>
                <a:avLst/>
                <a:gdLst/>
                <a:ahLst/>
                <a:cxnLst/>
                <a:rect l="l" t="t" r="r" b="b"/>
                <a:pathLst>
                  <a:path w="109" h="439" extrusionOk="0">
                    <a:moveTo>
                      <a:pt x="0" y="0"/>
                    </a:moveTo>
                    <a:lnTo>
                      <a:pt x="0" y="438"/>
                    </a:lnTo>
                    <a:lnTo>
                      <a:pt x="108" y="438"/>
                    </a:lnTo>
                    <a:lnTo>
                      <a:pt x="108"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6" name="Google Shape;2456;p30"/>
              <p:cNvSpPr/>
              <p:nvPr/>
            </p:nvSpPr>
            <p:spPr>
              <a:xfrm>
                <a:off x="6798275" y="1965984"/>
                <a:ext cx="13268" cy="53438"/>
              </a:xfrm>
              <a:custGeom>
                <a:avLst/>
                <a:gdLst/>
                <a:ahLst/>
                <a:cxnLst/>
                <a:rect l="l" t="t" r="r" b="b"/>
                <a:pathLst>
                  <a:path w="109" h="439" extrusionOk="0">
                    <a:moveTo>
                      <a:pt x="0" y="0"/>
                    </a:moveTo>
                    <a:lnTo>
                      <a:pt x="0" y="438"/>
                    </a:lnTo>
                    <a:lnTo>
                      <a:pt x="108" y="438"/>
                    </a:lnTo>
                    <a:lnTo>
                      <a:pt x="108"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7" name="Google Shape;2457;p30"/>
              <p:cNvSpPr/>
              <p:nvPr/>
            </p:nvSpPr>
            <p:spPr>
              <a:xfrm>
                <a:off x="6798275" y="1430386"/>
                <a:ext cx="13268" cy="53438"/>
              </a:xfrm>
              <a:custGeom>
                <a:avLst/>
                <a:gdLst/>
                <a:ahLst/>
                <a:cxnLst/>
                <a:rect l="l" t="t" r="r" b="b"/>
                <a:pathLst>
                  <a:path w="109" h="439" extrusionOk="0">
                    <a:moveTo>
                      <a:pt x="0" y="1"/>
                    </a:moveTo>
                    <a:lnTo>
                      <a:pt x="0" y="439"/>
                    </a:lnTo>
                    <a:lnTo>
                      <a:pt x="108" y="439"/>
                    </a:lnTo>
                    <a:lnTo>
                      <a:pt x="10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8" name="Google Shape;2458;p30"/>
              <p:cNvSpPr/>
              <p:nvPr/>
            </p:nvSpPr>
            <p:spPr>
              <a:xfrm>
                <a:off x="6798275" y="1538236"/>
                <a:ext cx="13268" cy="53438"/>
              </a:xfrm>
              <a:custGeom>
                <a:avLst/>
                <a:gdLst/>
                <a:ahLst/>
                <a:cxnLst/>
                <a:rect l="l" t="t" r="r" b="b"/>
                <a:pathLst>
                  <a:path w="109" h="439" extrusionOk="0">
                    <a:moveTo>
                      <a:pt x="0" y="1"/>
                    </a:moveTo>
                    <a:lnTo>
                      <a:pt x="0" y="439"/>
                    </a:lnTo>
                    <a:lnTo>
                      <a:pt x="108" y="439"/>
                    </a:lnTo>
                    <a:lnTo>
                      <a:pt x="10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9" name="Google Shape;2459;p30"/>
              <p:cNvSpPr/>
              <p:nvPr/>
            </p:nvSpPr>
            <p:spPr>
              <a:xfrm>
                <a:off x="6798275" y="1644504"/>
                <a:ext cx="13268" cy="54656"/>
              </a:xfrm>
              <a:custGeom>
                <a:avLst/>
                <a:gdLst/>
                <a:ahLst/>
                <a:cxnLst/>
                <a:rect l="l" t="t" r="r" b="b"/>
                <a:pathLst>
                  <a:path w="109" h="449" extrusionOk="0">
                    <a:moveTo>
                      <a:pt x="0" y="0"/>
                    </a:moveTo>
                    <a:lnTo>
                      <a:pt x="0" y="448"/>
                    </a:lnTo>
                    <a:lnTo>
                      <a:pt x="108" y="448"/>
                    </a:lnTo>
                    <a:lnTo>
                      <a:pt x="108"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0" name="Google Shape;2460;p30"/>
              <p:cNvSpPr/>
              <p:nvPr/>
            </p:nvSpPr>
            <p:spPr>
              <a:xfrm>
                <a:off x="6798275" y="2393733"/>
                <a:ext cx="13268" cy="55021"/>
              </a:xfrm>
              <a:custGeom>
                <a:avLst/>
                <a:gdLst/>
                <a:ahLst/>
                <a:cxnLst/>
                <a:rect l="l" t="t" r="r" b="b"/>
                <a:pathLst>
                  <a:path w="109" h="452" extrusionOk="0">
                    <a:moveTo>
                      <a:pt x="0" y="0"/>
                    </a:moveTo>
                    <a:lnTo>
                      <a:pt x="0" y="438"/>
                    </a:lnTo>
                    <a:lnTo>
                      <a:pt x="0" y="451"/>
                    </a:lnTo>
                    <a:lnTo>
                      <a:pt x="108" y="451"/>
                    </a:lnTo>
                    <a:lnTo>
                      <a:pt x="108" y="438"/>
                    </a:lnTo>
                    <a:lnTo>
                      <a:pt x="108"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1" name="Google Shape;2461;p30"/>
              <p:cNvSpPr/>
              <p:nvPr/>
            </p:nvSpPr>
            <p:spPr>
              <a:xfrm>
                <a:off x="6536441" y="2715578"/>
                <a:ext cx="54656" cy="21546"/>
              </a:xfrm>
              <a:custGeom>
                <a:avLst/>
                <a:gdLst/>
                <a:ahLst/>
                <a:cxnLst/>
                <a:rect l="l" t="t" r="r" b="b"/>
                <a:pathLst>
                  <a:path w="449" h="177" extrusionOk="0">
                    <a:moveTo>
                      <a:pt x="422" y="1"/>
                    </a:moveTo>
                    <a:cubicBezTo>
                      <a:pt x="285" y="40"/>
                      <a:pt x="148" y="53"/>
                      <a:pt x="1" y="66"/>
                    </a:cubicBezTo>
                    <a:lnTo>
                      <a:pt x="14" y="177"/>
                    </a:lnTo>
                    <a:cubicBezTo>
                      <a:pt x="164" y="164"/>
                      <a:pt x="311" y="148"/>
                      <a:pt x="448" y="108"/>
                    </a:cubicBezTo>
                    <a:lnTo>
                      <a:pt x="422"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2" name="Google Shape;2462;p30"/>
              <p:cNvSpPr/>
              <p:nvPr/>
            </p:nvSpPr>
            <p:spPr>
              <a:xfrm>
                <a:off x="6798275" y="1752354"/>
                <a:ext cx="13268" cy="52951"/>
              </a:xfrm>
              <a:custGeom>
                <a:avLst/>
                <a:gdLst/>
                <a:ahLst/>
                <a:cxnLst/>
                <a:rect l="l" t="t" r="r" b="b"/>
                <a:pathLst>
                  <a:path w="109" h="435" extrusionOk="0">
                    <a:moveTo>
                      <a:pt x="0" y="0"/>
                    </a:moveTo>
                    <a:lnTo>
                      <a:pt x="0" y="435"/>
                    </a:lnTo>
                    <a:lnTo>
                      <a:pt x="108" y="435"/>
                    </a:lnTo>
                    <a:lnTo>
                      <a:pt x="108"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3" name="Google Shape;2463;p30"/>
              <p:cNvSpPr/>
              <p:nvPr/>
            </p:nvSpPr>
            <p:spPr>
              <a:xfrm>
                <a:off x="6778312" y="2499878"/>
                <a:ext cx="28484" cy="54656"/>
              </a:xfrm>
              <a:custGeom>
                <a:avLst/>
                <a:gdLst/>
                <a:ahLst/>
                <a:cxnLst/>
                <a:rect l="l" t="t" r="r" b="b"/>
                <a:pathLst>
                  <a:path w="234" h="449" extrusionOk="0">
                    <a:moveTo>
                      <a:pt x="122" y="1"/>
                    </a:moveTo>
                    <a:cubicBezTo>
                      <a:pt x="96" y="138"/>
                      <a:pt x="57" y="272"/>
                      <a:pt x="1" y="409"/>
                    </a:cubicBezTo>
                    <a:lnTo>
                      <a:pt x="96" y="449"/>
                    </a:lnTo>
                    <a:cubicBezTo>
                      <a:pt x="151" y="315"/>
                      <a:pt x="204" y="164"/>
                      <a:pt x="233" y="14"/>
                    </a:cubicBezTo>
                    <a:lnTo>
                      <a:pt x="122"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4" name="Google Shape;2464;p30"/>
              <p:cNvSpPr/>
              <p:nvPr/>
            </p:nvSpPr>
            <p:spPr>
              <a:xfrm>
                <a:off x="6637474" y="2672244"/>
                <a:ext cx="53073" cy="38222"/>
              </a:xfrm>
              <a:custGeom>
                <a:avLst/>
                <a:gdLst/>
                <a:ahLst/>
                <a:cxnLst/>
                <a:rect l="l" t="t" r="r" b="b"/>
                <a:pathLst>
                  <a:path w="436" h="314" extrusionOk="0">
                    <a:moveTo>
                      <a:pt x="367" y="0"/>
                    </a:moveTo>
                    <a:cubicBezTo>
                      <a:pt x="259" y="82"/>
                      <a:pt x="135" y="151"/>
                      <a:pt x="1" y="219"/>
                    </a:cubicBezTo>
                    <a:lnTo>
                      <a:pt x="53" y="314"/>
                    </a:lnTo>
                    <a:cubicBezTo>
                      <a:pt x="190" y="245"/>
                      <a:pt x="315" y="177"/>
                      <a:pt x="436" y="82"/>
                    </a:cubicBezTo>
                    <a:lnTo>
                      <a:pt x="367"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5" name="Google Shape;2465;p30"/>
              <p:cNvSpPr/>
              <p:nvPr/>
            </p:nvSpPr>
            <p:spPr>
              <a:xfrm>
                <a:off x="6721831" y="2596164"/>
                <a:ext cx="43578" cy="49908"/>
              </a:xfrm>
              <a:custGeom>
                <a:avLst/>
                <a:gdLst/>
                <a:ahLst/>
                <a:cxnLst/>
                <a:rect l="l" t="t" r="r" b="b"/>
                <a:pathLst>
                  <a:path w="358" h="410" extrusionOk="0">
                    <a:moveTo>
                      <a:pt x="259" y="1"/>
                    </a:moveTo>
                    <a:cubicBezTo>
                      <a:pt x="194" y="122"/>
                      <a:pt x="96" y="230"/>
                      <a:pt x="1" y="341"/>
                    </a:cubicBezTo>
                    <a:lnTo>
                      <a:pt x="83" y="409"/>
                    </a:lnTo>
                    <a:cubicBezTo>
                      <a:pt x="177" y="298"/>
                      <a:pt x="275" y="190"/>
                      <a:pt x="357" y="53"/>
                    </a:cubicBezTo>
                    <a:lnTo>
                      <a:pt x="259"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6" name="Google Shape;2466;p30"/>
              <p:cNvSpPr/>
              <p:nvPr/>
            </p:nvSpPr>
            <p:spPr>
              <a:xfrm>
                <a:off x="7045380" y="1062406"/>
                <a:ext cx="54534" cy="16798"/>
              </a:xfrm>
              <a:custGeom>
                <a:avLst/>
                <a:gdLst/>
                <a:ahLst/>
                <a:cxnLst/>
                <a:rect l="l" t="t" r="r" b="b"/>
                <a:pathLst>
                  <a:path w="448" h="138" extrusionOk="0">
                    <a:moveTo>
                      <a:pt x="353" y="0"/>
                    </a:moveTo>
                    <a:cubicBezTo>
                      <a:pt x="245" y="0"/>
                      <a:pt x="121" y="0"/>
                      <a:pt x="0" y="30"/>
                    </a:cubicBezTo>
                    <a:lnTo>
                      <a:pt x="13" y="138"/>
                    </a:lnTo>
                    <a:cubicBezTo>
                      <a:pt x="134" y="111"/>
                      <a:pt x="245" y="111"/>
                      <a:pt x="353" y="111"/>
                    </a:cubicBezTo>
                    <a:lnTo>
                      <a:pt x="448" y="111"/>
                    </a:lnTo>
                    <a:lnTo>
                      <a:pt x="448"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7" name="Google Shape;2467;p30"/>
              <p:cNvSpPr/>
              <p:nvPr/>
            </p:nvSpPr>
            <p:spPr>
              <a:xfrm>
                <a:off x="6798275" y="1323023"/>
                <a:ext cx="14851" cy="54656"/>
              </a:xfrm>
              <a:custGeom>
                <a:avLst/>
                <a:gdLst/>
                <a:ahLst/>
                <a:cxnLst/>
                <a:rect l="l" t="t" r="r" b="b"/>
                <a:pathLst>
                  <a:path w="122" h="449" extrusionOk="0">
                    <a:moveTo>
                      <a:pt x="13" y="0"/>
                    </a:moveTo>
                    <a:cubicBezTo>
                      <a:pt x="0" y="82"/>
                      <a:pt x="0" y="164"/>
                      <a:pt x="0" y="245"/>
                    </a:cubicBezTo>
                    <a:lnTo>
                      <a:pt x="0" y="448"/>
                    </a:lnTo>
                    <a:lnTo>
                      <a:pt x="108" y="448"/>
                    </a:lnTo>
                    <a:lnTo>
                      <a:pt x="108" y="245"/>
                    </a:lnTo>
                    <a:cubicBezTo>
                      <a:pt x="108" y="177"/>
                      <a:pt x="108" y="95"/>
                      <a:pt x="121" y="13"/>
                    </a:cubicBezTo>
                    <a:lnTo>
                      <a:pt x="13"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8" name="Google Shape;2468;p30"/>
              <p:cNvSpPr/>
              <p:nvPr/>
            </p:nvSpPr>
            <p:spPr>
              <a:xfrm>
                <a:off x="6809839" y="1218338"/>
                <a:ext cx="33110" cy="55021"/>
              </a:xfrm>
              <a:custGeom>
                <a:avLst/>
                <a:gdLst/>
                <a:ahLst/>
                <a:cxnLst/>
                <a:rect l="l" t="t" r="r" b="b"/>
                <a:pathLst>
                  <a:path w="272" h="452" extrusionOk="0">
                    <a:moveTo>
                      <a:pt x="177" y="1"/>
                    </a:moveTo>
                    <a:cubicBezTo>
                      <a:pt x="108" y="138"/>
                      <a:pt x="43" y="272"/>
                      <a:pt x="0" y="422"/>
                    </a:cubicBezTo>
                    <a:lnTo>
                      <a:pt x="108" y="452"/>
                    </a:lnTo>
                    <a:cubicBezTo>
                      <a:pt x="151" y="314"/>
                      <a:pt x="206" y="177"/>
                      <a:pt x="271" y="56"/>
                    </a:cubicBezTo>
                    <a:lnTo>
                      <a:pt x="177"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9" name="Google Shape;2469;p30"/>
              <p:cNvSpPr/>
              <p:nvPr/>
            </p:nvSpPr>
            <p:spPr>
              <a:xfrm>
                <a:off x="6861086" y="1133981"/>
                <a:ext cx="46743" cy="47839"/>
              </a:xfrm>
              <a:custGeom>
                <a:avLst/>
                <a:gdLst/>
                <a:ahLst/>
                <a:cxnLst/>
                <a:rect l="l" t="t" r="r" b="b"/>
                <a:pathLst>
                  <a:path w="384" h="393" extrusionOk="0">
                    <a:moveTo>
                      <a:pt x="302" y="1"/>
                    </a:moveTo>
                    <a:cubicBezTo>
                      <a:pt x="194" y="95"/>
                      <a:pt x="83" y="203"/>
                      <a:pt x="1" y="327"/>
                    </a:cubicBezTo>
                    <a:lnTo>
                      <a:pt x="83" y="393"/>
                    </a:lnTo>
                    <a:cubicBezTo>
                      <a:pt x="164" y="272"/>
                      <a:pt x="275" y="177"/>
                      <a:pt x="383" y="82"/>
                    </a:cubicBezTo>
                    <a:lnTo>
                      <a:pt x="302"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0" name="Google Shape;2470;p30"/>
              <p:cNvSpPr/>
              <p:nvPr/>
            </p:nvSpPr>
            <p:spPr>
              <a:xfrm>
                <a:off x="6942278" y="1079083"/>
                <a:ext cx="55021" cy="33110"/>
              </a:xfrm>
              <a:custGeom>
                <a:avLst/>
                <a:gdLst/>
                <a:ahLst/>
                <a:cxnLst/>
                <a:rect l="l" t="t" r="r" b="b"/>
                <a:pathLst>
                  <a:path w="452" h="272" extrusionOk="0">
                    <a:moveTo>
                      <a:pt x="409" y="1"/>
                    </a:moveTo>
                    <a:cubicBezTo>
                      <a:pt x="275" y="43"/>
                      <a:pt x="138" y="108"/>
                      <a:pt x="1" y="177"/>
                    </a:cubicBezTo>
                    <a:lnTo>
                      <a:pt x="56" y="272"/>
                    </a:lnTo>
                    <a:cubicBezTo>
                      <a:pt x="180" y="206"/>
                      <a:pt x="314" y="151"/>
                      <a:pt x="452" y="95"/>
                    </a:cubicBezTo>
                    <a:lnTo>
                      <a:pt x="409"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1" name="Google Shape;2471;p30"/>
              <p:cNvSpPr/>
              <p:nvPr/>
            </p:nvSpPr>
            <p:spPr>
              <a:xfrm>
                <a:off x="6798275" y="2287830"/>
                <a:ext cx="13268" cy="53073"/>
              </a:xfrm>
              <a:custGeom>
                <a:avLst/>
                <a:gdLst/>
                <a:ahLst/>
                <a:cxnLst/>
                <a:rect l="l" t="t" r="r" b="b"/>
                <a:pathLst>
                  <a:path w="109" h="436" extrusionOk="0">
                    <a:moveTo>
                      <a:pt x="0" y="1"/>
                    </a:moveTo>
                    <a:lnTo>
                      <a:pt x="0" y="435"/>
                    </a:lnTo>
                    <a:lnTo>
                      <a:pt x="108" y="435"/>
                    </a:lnTo>
                    <a:lnTo>
                      <a:pt x="10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2" name="Google Shape;2472;p30"/>
              <p:cNvSpPr/>
              <p:nvPr/>
            </p:nvSpPr>
            <p:spPr>
              <a:xfrm>
                <a:off x="6798275" y="2073834"/>
                <a:ext cx="13268" cy="52951"/>
              </a:xfrm>
              <a:custGeom>
                <a:avLst/>
                <a:gdLst/>
                <a:ahLst/>
                <a:cxnLst/>
                <a:rect l="l" t="t" r="r" b="b"/>
                <a:pathLst>
                  <a:path w="109" h="435" extrusionOk="0">
                    <a:moveTo>
                      <a:pt x="0" y="0"/>
                    </a:moveTo>
                    <a:lnTo>
                      <a:pt x="0" y="435"/>
                    </a:lnTo>
                    <a:lnTo>
                      <a:pt x="108" y="435"/>
                    </a:lnTo>
                    <a:lnTo>
                      <a:pt x="108"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3" name="Google Shape;2473;p30"/>
              <p:cNvSpPr/>
              <p:nvPr/>
            </p:nvSpPr>
            <p:spPr>
              <a:xfrm>
                <a:off x="6798275" y="1858134"/>
                <a:ext cx="13268" cy="55021"/>
              </a:xfrm>
              <a:custGeom>
                <a:avLst/>
                <a:gdLst/>
                <a:ahLst/>
                <a:cxnLst/>
                <a:rect l="l" t="t" r="r" b="b"/>
                <a:pathLst>
                  <a:path w="109" h="452" extrusionOk="0">
                    <a:moveTo>
                      <a:pt x="0" y="1"/>
                    </a:moveTo>
                    <a:lnTo>
                      <a:pt x="0" y="452"/>
                    </a:lnTo>
                    <a:lnTo>
                      <a:pt x="108" y="452"/>
                    </a:lnTo>
                    <a:lnTo>
                      <a:pt x="10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4" name="Google Shape;2474;p30"/>
              <p:cNvSpPr/>
              <p:nvPr/>
            </p:nvSpPr>
            <p:spPr>
              <a:xfrm>
                <a:off x="6798275" y="2179980"/>
                <a:ext cx="13268" cy="53073"/>
              </a:xfrm>
              <a:custGeom>
                <a:avLst/>
                <a:gdLst/>
                <a:ahLst/>
                <a:cxnLst/>
                <a:rect l="l" t="t" r="r" b="b"/>
                <a:pathLst>
                  <a:path w="109" h="436" extrusionOk="0">
                    <a:moveTo>
                      <a:pt x="0" y="1"/>
                    </a:moveTo>
                    <a:lnTo>
                      <a:pt x="0" y="436"/>
                    </a:lnTo>
                    <a:lnTo>
                      <a:pt x="108" y="436"/>
                    </a:lnTo>
                    <a:lnTo>
                      <a:pt x="10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5" name="Google Shape;2475;p30"/>
              <p:cNvSpPr/>
              <p:nvPr/>
            </p:nvSpPr>
            <p:spPr>
              <a:xfrm>
                <a:off x="5661103" y="3756465"/>
                <a:ext cx="13268" cy="53438"/>
              </a:xfrm>
              <a:custGeom>
                <a:avLst/>
                <a:gdLst/>
                <a:ahLst/>
                <a:cxnLst/>
                <a:rect l="l" t="t" r="r" b="b"/>
                <a:pathLst>
                  <a:path w="109" h="439" extrusionOk="0">
                    <a:moveTo>
                      <a:pt x="1" y="0"/>
                    </a:moveTo>
                    <a:lnTo>
                      <a:pt x="1" y="438"/>
                    </a:lnTo>
                    <a:lnTo>
                      <a:pt x="109" y="438"/>
                    </a:lnTo>
                    <a:lnTo>
                      <a:pt x="109"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6" name="Google Shape;2476;p30"/>
              <p:cNvSpPr/>
              <p:nvPr/>
            </p:nvSpPr>
            <p:spPr>
              <a:xfrm>
                <a:off x="5661103" y="3862732"/>
                <a:ext cx="13268" cy="54534"/>
              </a:xfrm>
              <a:custGeom>
                <a:avLst/>
                <a:gdLst/>
                <a:ahLst/>
                <a:cxnLst/>
                <a:rect l="l" t="t" r="r" b="b"/>
                <a:pathLst>
                  <a:path w="109" h="448" extrusionOk="0">
                    <a:moveTo>
                      <a:pt x="1" y="0"/>
                    </a:moveTo>
                    <a:lnTo>
                      <a:pt x="1" y="448"/>
                    </a:lnTo>
                    <a:lnTo>
                      <a:pt x="109" y="448"/>
                    </a:lnTo>
                    <a:lnTo>
                      <a:pt x="109"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7" name="Google Shape;2477;p30"/>
              <p:cNvSpPr/>
              <p:nvPr/>
            </p:nvSpPr>
            <p:spPr>
              <a:xfrm>
                <a:off x="5661103" y="3648615"/>
                <a:ext cx="13268" cy="53438"/>
              </a:xfrm>
              <a:custGeom>
                <a:avLst/>
                <a:gdLst/>
                <a:ahLst/>
                <a:cxnLst/>
                <a:rect l="l" t="t" r="r" b="b"/>
                <a:pathLst>
                  <a:path w="109" h="439" extrusionOk="0">
                    <a:moveTo>
                      <a:pt x="1" y="0"/>
                    </a:moveTo>
                    <a:lnTo>
                      <a:pt x="1" y="438"/>
                    </a:lnTo>
                    <a:lnTo>
                      <a:pt x="109" y="438"/>
                    </a:lnTo>
                    <a:lnTo>
                      <a:pt x="109"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8" name="Google Shape;2478;p30"/>
              <p:cNvSpPr/>
              <p:nvPr/>
            </p:nvSpPr>
            <p:spPr>
              <a:xfrm>
                <a:off x="5661103" y="4506059"/>
                <a:ext cx="13268" cy="53073"/>
              </a:xfrm>
              <a:custGeom>
                <a:avLst/>
                <a:gdLst/>
                <a:ahLst/>
                <a:cxnLst/>
                <a:rect l="l" t="t" r="r" b="b"/>
                <a:pathLst>
                  <a:path w="109" h="436" extrusionOk="0">
                    <a:moveTo>
                      <a:pt x="1" y="0"/>
                    </a:moveTo>
                    <a:lnTo>
                      <a:pt x="1" y="435"/>
                    </a:lnTo>
                    <a:lnTo>
                      <a:pt x="109" y="435"/>
                    </a:lnTo>
                    <a:lnTo>
                      <a:pt x="109"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9" name="Google Shape;2479;p30"/>
              <p:cNvSpPr/>
              <p:nvPr/>
            </p:nvSpPr>
            <p:spPr>
              <a:xfrm>
                <a:off x="5661103" y="3970461"/>
                <a:ext cx="13268" cy="53073"/>
              </a:xfrm>
              <a:custGeom>
                <a:avLst/>
                <a:gdLst/>
                <a:ahLst/>
                <a:cxnLst/>
                <a:rect l="l" t="t" r="r" b="b"/>
                <a:pathLst>
                  <a:path w="109" h="436" extrusionOk="0">
                    <a:moveTo>
                      <a:pt x="1" y="1"/>
                    </a:moveTo>
                    <a:lnTo>
                      <a:pt x="1" y="436"/>
                    </a:lnTo>
                    <a:lnTo>
                      <a:pt x="109" y="436"/>
                    </a:lnTo>
                    <a:lnTo>
                      <a:pt x="109"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0" name="Google Shape;2480;p30"/>
              <p:cNvSpPr/>
              <p:nvPr/>
            </p:nvSpPr>
            <p:spPr>
              <a:xfrm>
                <a:off x="5661103" y="4078311"/>
                <a:ext cx="13268" cy="53073"/>
              </a:xfrm>
              <a:custGeom>
                <a:avLst/>
                <a:gdLst/>
                <a:ahLst/>
                <a:cxnLst/>
                <a:rect l="l" t="t" r="r" b="b"/>
                <a:pathLst>
                  <a:path w="109" h="436" extrusionOk="0">
                    <a:moveTo>
                      <a:pt x="1" y="1"/>
                    </a:moveTo>
                    <a:lnTo>
                      <a:pt x="1" y="435"/>
                    </a:lnTo>
                    <a:lnTo>
                      <a:pt x="109" y="435"/>
                    </a:lnTo>
                    <a:lnTo>
                      <a:pt x="109"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1" name="Google Shape;2481;p30"/>
              <p:cNvSpPr/>
              <p:nvPr/>
            </p:nvSpPr>
            <p:spPr>
              <a:xfrm>
                <a:off x="5661103" y="4184213"/>
                <a:ext cx="13268" cy="53438"/>
              </a:xfrm>
              <a:custGeom>
                <a:avLst/>
                <a:gdLst/>
                <a:ahLst/>
                <a:cxnLst/>
                <a:rect l="l" t="t" r="r" b="b"/>
                <a:pathLst>
                  <a:path w="109" h="439" extrusionOk="0">
                    <a:moveTo>
                      <a:pt x="1" y="0"/>
                    </a:moveTo>
                    <a:lnTo>
                      <a:pt x="1" y="438"/>
                    </a:lnTo>
                    <a:lnTo>
                      <a:pt x="109" y="438"/>
                    </a:lnTo>
                    <a:lnTo>
                      <a:pt x="109"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2" name="Google Shape;2482;p30"/>
              <p:cNvSpPr/>
              <p:nvPr/>
            </p:nvSpPr>
            <p:spPr>
              <a:xfrm>
                <a:off x="5661103" y="4398209"/>
                <a:ext cx="13268" cy="54656"/>
              </a:xfrm>
              <a:custGeom>
                <a:avLst/>
                <a:gdLst/>
                <a:ahLst/>
                <a:cxnLst/>
                <a:rect l="l" t="t" r="r" b="b"/>
                <a:pathLst>
                  <a:path w="109" h="449" extrusionOk="0">
                    <a:moveTo>
                      <a:pt x="1" y="1"/>
                    </a:moveTo>
                    <a:lnTo>
                      <a:pt x="1" y="448"/>
                    </a:lnTo>
                    <a:lnTo>
                      <a:pt x="109" y="448"/>
                    </a:lnTo>
                    <a:lnTo>
                      <a:pt x="109"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3" name="Google Shape;2483;p30"/>
              <p:cNvSpPr/>
              <p:nvPr/>
            </p:nvSpPr>
            <p:spPr>
              <a:xfrm>
                <a:off x="5661103" y="4291941"/>
                <a:ext cx="13268" cy="53073"/>
              </a:xfrm>
              <a:custGeom>
                <a:avLst/>
                <a:gdLst/>
                <a:ahLst/>
                <a:cxnLst/>
                <a:rect l="l" t="t" r="r" b="b"/>
                <a:pathLst>
                  <a:path w="109" h="436" extrusionOk="0">
                    <a:moveTo>
                      <a:pt x="1" y="1"/>
                    </a:moveTo>
                    <a:lnTo>
                      <a:pt x="1" y="436"/>
                    </a:lnTo>
                    <a:lnTo>
                      <a:pt x="109" y="436"/>
                    </a:lnTo>
                    <a:lnTo>
                      <a:pt x="109"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4" name="Google Shape;2484;p30"/>
              <p:cNvSpPr/>
              <p:nvPr/>
            </p:nvSpPr>
            <p:spPr>
              <a:xfrm>
                <a:off x="5661103" y="2896221"/>
                <a:ext cx="13268" cy="54656"/>
              </a:xfrm>
              <a:custGeom>
                <a:avLst/>
                <a:gdLst/>
                <a:ahLst/>
                <a:cxnLst/>
                <a:rect l="l" t="t" r="r" b="b"/>
                <a:pathLst>
                  <a:path w="109" h="449" extrusionOk="0">
                    <a:moveTo>
                      <a:pt x="1" y="0"/>
                    </a:moveTo>
                    <a:lnTo>
                      <a:pt x="1" y="448"/>
                    </a:lnTo>
                    <a:lnTo>
                      <a:pt x="109" y="448"/>
                    </a:lnTo>
                    <a:lnTo>
                      <a:pt x="109"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5" name="Google Shape;2485;p30"/>
              <p:cNvSpPr/>
              <p:nvPr/>
            </p:nvSpPr>
            <p:spPr>
              <a:xfrm>
                <a:off x="5661103" y="3004071"/>
                <a:ext cx="13268" cy="52951"/>
              </a:xfrm>
              <a:custGeom>
                <a:avLst/>
                <a:gdLst/>
                <a:ahLst/>
                <a:cxnLst/>
                <a:rect l="l" t="t" r="r" b="b"/>
                <a:pathLst>
                  <a:path w="109" h="435" extrusionOk="0">
                    <a:moveTo>
                      <a:pt x="1" y="0"/>
                    </a:moveTo>
                    <a:lnTo>
                      <a:pt x="1" y="435"/>
                    </a:lnTo>
                    <a:lnTo>
                      <a:pt x="109" y="435"/>
                    </a:lnTo>
                    <a:lnTo>
                      <a:pt x="109"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6" name="Google Shape;2486;p30"/>
              <p:cNvSpPr/>
              <p:nvPr/>
            </p:nvSpPr>
            <p:spPr>
              <a:xfrm>
                <a:off x="5659156" y="2789954"/>
                <a:ext cx="15216" cy="53073"/>
              </a:xfrm>
              <a:custGeom>
                <a:avLst/>
                <a:gdLst/>
                <a:ahLst/>
                <a:cxnLst/>
                <a:rect l="l" t="t" r="r" b="b"/>
                <a:pathLst>
                  <a:path w="125" h="436" extrusionOk="0">
                    <a:moveTo>
                      <a:pt x="17" y="1"/>
                    </a:moveTo>
                    <a:lnTo>
                      <a:pt x="17" y="14"/>
                    </a:lnTo>
                    <a:lnTo>
                      <a:pt x="0" y="14"/>
                    </a:lnTo>
                    <a:lnTo>
                      <a:pt x="0" y="164"/>
                    </a:lnTo>
                    <a:lnTo>
                      <a:pt x="17" y="164"/>
                    </a:lnTo>
                    <a:lnTo>
                      <a:pt x="17" y="435"/>
                    </a:lnTo>
                    <a:lnTo>
                      <a:pt x="125" y="435"/>
                    </a:lnTo>
                    <a:lnTo>
                      <a:pt x="12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7" name="Google Shape;2487;p30"/>
              <p:cNvSpPr/>
              <p:nvPr/>
            </p:nvSpPr>
            <p:spPr>
              <a:xfrm>
                <a:off x="5661103" y="3111434"/>
                <a:ext cx="13268" cy="53438"/>
              </a:xfrm>
              <a:custGeom>
                <a:avLst/>
                <a:gdLst/>
                <a:ahLst/>
                <a:cxnLst/>
                <a:rect l="l" t="t" r="r" b="b"/>
                <a:pathLst>
                  <a:path w="109" h="439" extrusionOk="0">
                    <a:moveTo>
                      <a:pt x="1" y="1"/>
                    </a:moveTo>
                    <a:lnTo>
                      <a:pt x="1" y="439"/>
                    </a:lnTo>
                    <a:lnTo>
                      <a:pt x="109" y="439"/>
                    </a:lnTo>
                    <a:lnTo>
                      <a:pt x="109"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8" name="Google Shape;2488;p30"/>
              <p:cNvSpPr/>
              <p:nvPr/>
            </p:nvSpPr>
            <p:spPr>
              <a:xfrm>
                <a:off x="5661103" y="3217702"/>
                <a:ext cx="13268" cy="55021"/>
              </a:xfrm>
              <a:custGeom>
                <a:avLst/>
                <a:gdLst/>
                <a:ahLst/>
                <a:cxnLst/>
                <a:rect l="l" t="t" r="r" b="b"/>
                <a:pathLst>
                  <a:path w="109" h="452" extrusionOk="0">
                    <a:moveTo>
                      <a:pt x="1" y="1"/>
                    </a:moveTo>
                    <a:lnTo>
                      <a:pt x="1" y="452"/>
                    </a:lnTo>
                    <a:lnTo>
                      <a:pt x="109" y="452"/>
                    </a:lnTo>
                    <a:lnTo>
                      <a:pt x="109"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9" name="Google Shape;2489;p30"/>
              <p:cNvSpPr/>
              <p:nvPr/>
            </p:nvSpPr>
            <p:spPr>
              <a:xfrm>
                <a:off x="5661103" y="3325552"/>
                <a:ext cx="13268" cy="53073"/>
              </a:xfrm>
              <a:custGeom>
                <a:avLst/>
                <a:gdLst/>
                <a:ahLst/>
                <a:cxnLst/>
                <a:rect l="l" t="t" r="r" b="b"/>
                <a:pathLst>
                  <a:path w="109" h="436" extrusionOk="0">
                    <a:moveTo>
                      <a:pt x="1" y="0"/>
                    </a:moveTo>
                    <a:lnTo>
                      <a:pt x="1" y="435"/>
                    </a:lnTo>
                    <a:lnTo>
                      <a:pt x="109" y="435"/>
                    </a:lnTo>
                    <a:lnTo>
                      <a:pt x="109"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0" name="Google Shape;2490;p30"/>
              <p:cNvSpPr/>
              <p:nvPr/>
            </p:nvSpPr>
            <p:spPr>
              <a:xfrm>
                <a:off x="5661103" y="3539182"/>
                <a:ext cx="13268" cy="56603"/>
              </a:xfrm>
              <a:custGeom>
                <a:avLst/>
                <a:gdLst/>
                <a:ahLst/>
                <a:cxnLst/>
                <a:rect l="l" t="t" r="r" b="b"/>
                <a:pathLst>
                  <a:path w="109" h="465" extrusionOk="0">
                    <a:moveTo>
                      <a:pt x="1" y="1"/>
                    </a:moveTo>
                    <a:lnTo>
                      <a:pt x="1" y="30"/>
                    </a:lnTo>
                    <a:lnTo>
                      <a:pt x="1" y="439"/>
                    </a:lnTo>
                    <a:lnTo>
                      <a:pt x="1" y="465"/>
                    </a:lnTo>
                    <a:lnTo>
                      <a:pt x="109" y="465"/>
                    </a:lnTo>
                    <a:lnTo>
                      <a:pt x="109" y="439"/>
                    </a:lnTo>
                    <a:lnTo>
                      <a:pt x="109" y="30"/>
                    </a:lnTo>
                    <a:lnTo>
                      <a:pt x="109"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1" name="Google Shape;2491;p30"/>
              <p:cNvSpPr/>
              <p:nvPr/>
            </p:nvSpPr>
            <p:spPr>
              <a:xfrm>
                <a:off x="5661103" y="3431819"/>
                <a:ext cx="13268" cy="54534"/>
              </a:xfrm>
              <a:custGeom>
                <a:avLst/>
                <a:gdLst/>
                <a:ahLst/>
                <a:cxnLst/>
                <a:rect l="l" t="t" r="r" b="b"/>
                <a:pathLst>
                  <a:path w="109" h="448" extrusionOk="0">
                    <a:moveTo>
                      <a:pt x="1" y="0"/>
                    </a:moveTo>
                    <a:lnTo>
                      <a:pt x="1" y="448"/>
                    </a:lnTo>
                    <a:lnTo>
                      <a:pt x="109" y="448"/>
                    </a:lnTo>
                    <a:lnTo>
                      <a:pt x="109"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2492" name="Google Shape;2492;p30"/>
          <p:cNvGrpSpPr/>
          <p:nvPr/>
        </p:nvGrpSpPr>
        <p:grpSpPr>
          <a:xfrm>
            <a:off x="1080275" y="482975"/>
            <a:ext cx="2714372" cy="4003230"/>
            <a:chOff x="1080275" y="482975"/>
            <a:chExt cx="2714372" cy="4003230"/>
          </a:xfrm>
        </p:grpSpPr>
        <p:grpSp>
          <p:nvGrpSpPr>
            <p:cNvPr id="2493" name="Google Shape;2493;p30"/>
            <p:cNvGrpSpPr/>
            <p:nvPr/>
          </p:nvGrpSpPr>
          <p:grpSpPr>
            <a:xfrm rot="-754058">
              <a:off x="1692569" y="1032547"/>
              <a:ext cx="1764045" cy="3301286"/>
              <a:chOff x="5120779" y="818439"/>
              <a:chExt cx="1836564" cy="3437000"/>
            </a:xfrm>
          </p:grpSpPr>
          <p:sp>
            <p:nvSpPr>
              <p:cNvPr id="2494" name="Google Shape;2494;p30"/>
              <p:cNvSpPr/>
              <p:nvPr/>
            </p:nvSpPr>
            <p:spPr>
              <a:xfrm>
                <a:off x="5120779" y="818439"/>
                <a:ext cx="1836564" cy="3437000"/>
              </a:xfrm>
              <a:custGeom>
                <a:avLst/>
                <a:gdLst/>
                <a:ahLst/>
                <a:cxnLst/>
                <a:rect l="l" t="t" r="r" b="b"/>
                <a:pathLst>
                  <a:path w="37357" h="69911" extrusionOk="0">
                    <a:moveTo>
                      <a:pt x="3283" y="0"/>
                    </a:moveTo>
                    <a:cubicBezTo>
                      <a:pt x="1520" y="0"/>
                      <a:pt x="1" y="1520"/>
                      <a:pt x="1" y="3435"/>
                    </a:cubicBezTo>
                    <a:lnTo>
                      <a:pt x="1" y="66627"/>
                    </a:lnTo>
                    <a:cubicBezTo>
                      <a:pt x="1" y="68390"/>
                      <a:pt x="1520" y="69910"/>
                      <a:pt x="3283" y="69910"/>
                    </a:cubicBezTo>
                    <a:lnTo>
                      <a:pt x="34074" y="69910"/>
                    </a:lnTo>
                    <a:cubicBezTo>
                      <a:pt x="35837" y="69910"/>
                      <a:pt x="37357" y="68390"/>
                      <a:pt x="37357" y="66627"/>
                    </a:cubicBezTo>
                    <a:lnTo>
                      <a:pt x="37357" y="3435"/>
                    </a:lnTo>
                    <a:cubicBezTo>
                      <a:pt x="37357" y="1520"/>
                      <a:pt x="35837" y="0"/>
                      <a:pt x="3407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5" name="Google Shape;2495;p30"/>
              <p:cNvSpPr/>
              <p:nvPr/>
            </p:nvSpPr>
            <p:spPr>
              <a:xfrm>
                <a:off x="5819675" y="947325"/>
                <a:ext cx="438600" cy="72300"/>
              </a:xfrm>
              <a:prstGeom prst="roundRect">
                <a:avLst>
                  <a:gd name="adj" fmla="val 16667"/>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6" name="Google Shape;2496;p30"/>
              <p:cNvSpPr/>
              <p:nvPr/>
            </p:nvSpPr>
            <p:spPr>
              <a:xfrm>
                <a:off x="5878717" y="3947980"/>
                <a:ext cx="320700" cy="193800"/>
              </a:xfrm>
              <a:prstGeom prst="roundRect">
                <a:avLst>
                  <a:gd name="adj" fmla="val 16667"/>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497" name="Google Shape;2497;p30"/>
            <p:cNvSpPr/>
            <p:nvPr/>
          </p:nvSpPr>
          <p:spPr>
            <a:xfrm>
              <a:off x="1080275" y="482975"/>
              <a:ext cx="1559700" cy="397200"/>
            </a:xfrm>
            <a:prstGeom prst="wedgeRectCallout">
              <a:avLst>
                <a:gd name="adj1" fmla="val -11597"/>
                <a:gd name="adj2" fmla="val 110983"/>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600" b="1">
                  <a:solidFill>
                    <a:schemeClr val="accent5"/>
                  </a:solidFill>
                  <a:latin typeface="Poppins"/>
                  <a:ea typeface="Poppins"/>
                  <a:cs typeface="Poppins"/>
                  <a:sym typeface="Poppins"/>
                </a:rPr>
                <a:t>ACCIDENT!</a:t>
              </a:r>
              <a:endParaRPr sz="1600" b="1">
                <a:solidFill>
                  <a:schemeClr val="accent5"/>
                </a:solidFill>
                <a:latin typeface="Poppins"/>
                <a:ea typeface="Poppins"/>
                <a:cs typeface="Poppins"/>
                <a:sym typeface="Poppins"/>
              </a:endParaRPr>
            </a:p>
          </p:txBody>
        </p:sp>
      </p:grpSp>
      <p:pic>
        <p:nvPicPr>
          <p:cNvPr id="2498" name="Google Shape;2498;p30"/>
          <p:cNvPicPr preferRelativeResize="0">
            <a:picLocks noGrp="1"/>
          </p:cNvPicPr>
          <p:nvPr>
            <p:ph type="pic" idx="3"/>
          </p:nvPr>
        </p:nvPicPr>
        <p:blipFill rotWithShape="1">
          <a:blip r:embed="rId3">
            <a:alphaModFix/>
          </a:blip>
          <a:srcRect t="-30" b="30"/>
          <a:stretch/>
        </p:blipFill>
        <p:spPr>
          <a:xfrm rot="-754210">
            <a:off x="1800180" y="1317963"/>
            <a:ext cx="1532149" cy="2655476"/>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flip dir="l"/>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502"/>
        <p:cNvGrpSpPr/>
        <p:nvPr/>
      </p:nvGrpSpPr>
      <p:grpSpPr>
        <a:xfrm>
          <a:off x="0" y="0"/>
          <a:ext cx="0" cy="0"/>
          <a:chOff x="0" y="0"/>
          <a:chExt cx="0" cy="0"/>
        </a:xfrm>
      </p:grpSpPr>
      <p:sp>
        <p:nvSpPr>
          <p:cNvPr id="2503" name="Google Shape;2503;p31"/>
          <p:cNvSpPr txBox="1">
            <a:spLocks noGrp="1"/>
          </p:cNvSpPr>
          <p:nvPr>
            <p:ph type="subTitle" idx="6"/>
          </p:nvPr>
        </p:nvSpPr>
        <p:spPr>
          <a:xfrm>
            <a:off x="1875284" y="1511900"/>
            <a:ext cx="2811000" cy="3771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latin typeface="微軟正黑體" panose="020B0604030504040204" pitchFamily="34" charset="-120"/>
                <a:ea typeface="微軟正黑體" panose="020B0604030504040204" pitchFamily="34" charset="-120"/>
              </a:rPr>
              <a:t>合併資料檔</a:t>
            </a:r>
            <a:endParaRPr>
              <a:latin typeface="微軟正黑體" panose="020B0604030504040204" pitchFamily="34" charset="-120"/>
              <a:ea typeface="微軟正黑體" panose="020B0604030504040204" pitchFamily="34" charset="-120"/>
            </a:endParaRPr>
          </a:p>
        </p:txBody>
      </p:sp>
      <p:sp>
        <p:nvSpPr>
          <p:cNvPr id="2504" name="Google Shape;2504;p31"/>
          <p:cNvSpPr txBox="1">
            <a:spLocks noGrp="1"/>
          </p:cNvSpPr>
          <p:nvPr>
            <p:ph type="title"/>
          </p:nvPr>
        </p:nvSpPr>
        <p:spPr>
          <a:xfrm>
            <a:off x="720000" y="368825"/>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sz="2700" b="1" dirty="0">
                <a:latin typeface="微軟正黑體" panose="020B0604030504040204" pitchFamily="34" charset="-120"/>
                <a:ea typeface="微軟正黑體" panose="020B0604030504040204" pitchFamily="34" charset="-120"/>
              </a:rPr>
              <a:t>資料預處理的項目和過程</a:t>
            </a:r>
            <a:endParaRPr sz="2200" b="1" dirty="0">
              <a:latin typeface="微軟正黑體" panose="020B0604030504040204" pitchFamily="34" charset="-120"/>
              <a:ea typeface="微軟正黑體" panose="020B0604030504040204" pitchFamily="34" charset="-120"/>
            </a:endParaRPr>
          </a:p>
        </p:txBody>
      </p:sp>
      <p:sp>
        <p:nvSpPr>
          <p:cNvPr id="2505" name="Google Shape;2505;p31"/>
          <p:cNvSpPr txBox="1">
            <a:spLocks noGrp="1"/>
          </p:cNvSpPr>
          <p:nvPr>
            <p:ph type="subTitle" idx="5"/>
          </p:nvPr>
        </p:nvSpPr>
        <p:spPr>
          <a:xfrm>
            <a:off x="1875296" y="2518250"/>
            <a:ext cx="2811000" cy="3771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latin typeface="微軟正黑體" panose="020B0604030504040204" pitchFamily="34" charset="-120"/>
                <a:ea typeface="微軟正黑體" panose="020B0604030504040204" pitchFamily="34" charset="-120"/>
              </a:rPr>
              <a:t>重複性資料</a:t>
            </a:r>
            <a:endParaRPr>
              <a:latin typeface="微軟正黑體" panose="020B0604030504040204" pitchFamily="34" charset="-120"/>
              <a:ea typeface="微軟正黑體" panose="020B0604030504040204" pitchFamily="34" charset="-120"/>
            </a:endParaRPr>
          </a:p>
        </p:txBody>
      </p:sp>
      <p:sp>
        <p:nvSpPr>
          <p:cNvPr id="2506" name="Google Shape;2506;p31"/>
          <p:cNvSpPr txBox="1">
            <a:spLocks noGrp="1"/>
          </p:cNvSpPr>
          <p:nvPr>
            <p:ph type="subTitle" idx="7"/>
          </p:nvPr>
        </p:nvSpPr>
        <p:spPr>
          <a:xfrm>
            <a:off x="5567449" y="1527663"/>
            <a:ext cx="2811000" cy="3771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latin typeface="微軟正黑體" panose="020B0604030504040204" pitchFamily="34" charset="-120"/>
                <a:ea typeface="微軟正黑體" panose="020B0604030504040204" pitchFamily="34" charset="-120"/>
              </a:rPr>
              <a:t>空值處理</a:t>
            </a:r>
            <a:endParaRPr>
              <a:latin typeface="微軟正黑體" panose="020B0604030504040204" pitchFamily="34" charset="-120"/>
              <a:ea typeface="微軟正黑體" panose="020B0604030504040204" pitchFamily="34" charset="-120"/>
            </a:endParaRPr>
          </a:p>
        </p:txBody>
      </p:sp>
      <p:sp>
        <p:nvSpPr>
          <p:cNvPr id="2507" name="Google Shape;2507;p31"/>
          <p:cNvSpPr txBox="1">
            <a:spLocks noGrp="1"/>
          </p:cNvSpPr>
          <p:nvPr>
            <p:ph type="subTitle" idx="8"/>
          </p:nvPr>
        </p:nvSpPr>
        <p:spPr>
          <a:xfrm>
            <a:off x="5567474" y="2578700"/>
            <a:ext cx="2811000" cy="3771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latin typeface="微軟正黑體" panose="020B0604030504040204" pitchFamily="34" charset="-120"/>
                <a:ea typeface="微軟正黑體" panose="020B0604030504040204" pitchFamily="34" charset="-120"/>
              </a:rPr>
              <a:t>異常值判斷與處理</a:t>
            </a:r>
            <a:endParaRPr>
              <a:latin typeface="微軟正黑體" panose="020B0604030504040204" pitchFamily="34" charset="-120"/>
              <a:ea typeface="微軟正黑體" panose="020B0604030504040204" pitchFamily="34" charset="-120"/>
            </a:endParaRPr>
          </a:p>
        </p:txBody>
      </p:sp>
      <p:sp>
        <p:nvSpPr>
          <p:cNvPr id="2508" name="Google Shape;2508;p31"/>
          <p:cNvSpPr/>
          <p:nvPr/>
        </p:nvSpPr>
        <p:spPr>
          <a:xfrm>
            <a:off x="1120750" y="2392850"/>
            <a:ext cx="627900" cy="627900"/>
          </a:xfrm>
          <a:prstGeom prst="rect">
            <a:avLst/>
          </a:prstGeom>
          <a:solidFill>
            <a:schemeClr val="accent5"/>
          </a:solidFill>
          <a:ln w="38100"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9" name="Google Shape;2509;p31"/>
          <p:cNvSpPr/>
          <p:nvPr/>
        </p:nvSpPr>
        <p:spPr>
          <a:xfrm>
            <a:off x="1120750" y="1386500"/>
            <a:ext cx="627900" cy="627900"/>
          </a:xfrm>
          <a:prstGeom prst="rect">
            <a:avLst/>
          </a:prstGeom>
          <a:solidFill>
            <a:schemeClr val="accent5"/>
          </a:solidFill>
          <a:ln w="38100"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0" name="Google Shape;2510;p31"/>
          <p:cNvSpPr/>
          <p:nvPr/>
        </p:nvSpPr>
        <p:spPr>
          <a:xfrm>
            <a:off x="4812925" y="1402250"/>
            <a:ext cx="627900" cy="627900"/>
          </a:xfrm>
          <a:prstGeom prst="rect">
            <a:avLst/>
          </a:prstGeom>
          <a:solidFill>
            <a:schemeClr val="accent5"/>
          </a:solidFill>
          <a:ln w="38100"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1" name="Google Shape;2511;p31"/>
          <p:cNvSpPr/>
          <p:nvPr/>
        </p:nvSpPr>
        <p:spPr>
          <a:xfrm>
            <a:off x="4812925" y="2453300"/>
            <a:ext cx="627900" cy="627900"/>
          </a:xfrm>
          <a:prstGeom prst="rect">
            <a:avLst/>
          </a:prstGeom>
          <a:solidFill>
            <a:schemeClr val="accent5"/>
          </a:solidFill>
          <a:ln w="38100"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512" name="Google Shape;2512;p31"/>
          <p:cNvGrpSpPr/>
          <p:nvPr/>
        </p:nvGrpSpPr>
        <p:grpSpPr>
          <a:xfrm>
            <a:off x="1273837" y="2550566"/>
            <a:ext cx="321718" cy="312481"/>
            <a:chOff x="6852800" y="3270478"/>
            <a:chExt cx="321718" cy="312481"/>
          </a:xfrm>
        </p:grpSpPr>
        <p:sp>
          <p:nvSpPr>
            <p:cNvPr id="2513" name="Google Shape;2513;p31"/>
            <p:cNvSpPr/>
            <p:nvPr/>
          </p:nvSpPr>
          <p:spPr>
            <a:xfrm>
              <a:off x="6909274" y="3492168"/>
              <a:ext cx="22905" cy="20727"/>
            </a:xfrm>
            <a:custGeom>
              <a:avLst/>
              <a:gdLst/>
              <a:ahLst/>
              <a:cxnLst/>
              <a:rect l="l" t="t" r="r" b="b"/>
              <a:pathLst>
                <a:path w="305" h="276" extrusionOk="0">
                  <a:moveTo>
                    <a:pt x="152" y="0"/>
                  </a:moveTo>
                  <a:cubicBezTo>
                    <a:pt x="66" y="0"/>
                    <a:pt x="0" y="58"/>
                    <a:pt x="0" y="123"/>
                  </a:cubicBezTo>
                  <a:cubicBezTo>
                    <a:pt x="0" y="210"/>
                    <a:pt x="66" y="275"/>
                    <a:pt x="152" y="275"/>
                  </a:cubicBezTo>
                  <a:cubicBezTo>
                    <a:pt x="210" y="275"/>
                    <a:pt x="304" y="210"/>
                    <a:pt x="304" y="123"/>
                  </a:cubicBezTo>
                  <a:cubicBezTo>
                    <a:pt x="304" y="58"/>
                    <a:pt x="210" y="0"/>
                    <a:pt x="15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1"/>
                </a:solidFill>
              </a:endParaRPr>
            </a:p>
          </p:txBody>
        </p:sp>
        <p:sp>
          <p:nvSpPr>
            <p:cNvPr id="2514" name="Google Shape;2514;p31"/>
            <p:cNvSpPr/>
            <p:nvPr/>
          </p:nvSpPr>
          <p:spPr>
            <a:xfrm>
              <a:off x="6909274" y="3344901"/>
              <a:ext cx="22905" cy="20727"/>
            </a:xfrm>
            <a:custGeom>
              <a:avLst/>
              <a:gdLst/>
              <a:ahLst/>
              <a:cxnLst/>
              <a:rect l="l" t="t" r="r" b="b"/>
              <a:pathLst>
                <a:path w="305" h="276" extrusionOk="0">
                  <a:moveTo>
                    <a:pt x="152" y="1"/>
                  </a:moveTo>
                  <a:cubicBezTo>
                    <a:pt x="66" y="1"/>
                    <a:pt x="0" y="66"/>
                    <a:pt x="0" y="124"/>
                  </a:cubicBezTo>
                  <a:cubicBezTo>
                    <a:pt x="0" y="210"/>
                    <a:pt x="66" y="276"/>
                    <a:pt x="152" y="276"/>
                  </a:cubicBezTo>
                  <a:cubicBezTo>
                    <a:pt x="210" y="276"/>
                    <a:pt x="304" y="210"/>
                    <a:pt x="304" y="124"/>
                  </a:cubicBezTo>
                  <a:cubicBezTo>
                    <a:pt x="304" y="66"/>
                    <a:pt x="210" y="1"/>
                    <a:pt x="15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1"/>
                </a:solidFill>
              </a:endParaRPr>
            </a:p>
          </p:txBody>
        </p:sp>
        <p:sp>
          <p:nvSpPr>
            <p:cNvPr id="2515" name="Google Shape;2515;p31"/>
            <p:cNvSpPr/>
            <p:nvPr/>
          </p:nvSpPr>
          <p:spPr>
            <a:xfrm>
              <a:off x="7006526" y="3492168"/>
              <a:ext cx="20727" cy="20727"/>
            </a:xfrm>
            <a:custGeom>
              <a:avLst/>
              <a:gdLst/>
              <a:ahLst/>
              <a:cxnLst/>
              <a:rect l="l" t="t" r="r" b="b"/>
              <a:pathLst>
                <a:path w="276" h="276" extrusionOk="0">
                  <a:moveTo>
                    <a:pt x="123" y="0"/>
                  </a:moveTo>
                  <a:cubicBezTo>
                    <a:pt x="66" y="0"/>
                    <a:pt x="0" y="58"/>
                    <a:pt x="0" y="123"/>
                  </a:cubicBezTo>
                  <a:cubicBezTo>
                    <a:pt x="0" y="210"/>
                    <a:pt x="66" y="275"/>
                    <a:pt x="123" y="275"/>
                  </a:cubicBezTo>
                  <a:cubicBezTo>
                    <a:pt x="218" y="275"/>
                    <a:pt x="275" y="210"/>
                    <a:pt x="275" y="123"/>
                  </a:cubicBezTo>
                  <a:cubicBezTo>
                    <a:pt x="275" y="58"/>
                    <a:pt x="218" y="0"/>
                    <a:pt x="12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1"/>
                </a:solidFill>
              </a:endParaRPr>
            </a:p>
          </p:txBody>
        </p:sp>
        <p:sp>
          <p:nvSpPr>
            <p:cNvPr id="2516" name="Google Shape;2516;p31"/>
            <p:cNvSpPr/>
            <p:nvPr/>
          </p:nvSpPr>
          <p:spPr>
            <a:xfrm>
              <a:off x="7006526" y="3344901"/>
              <a:ext cx="20727" cy="20727"/>
            </a:xfrm>
            <a:custGeom>
              <a:avLst/>
              <a:gdLst/>
              <a:ahLst/>
              <a:cxnLst/>
              <a:rect l="l" t="t" r="r" b="b"/>
              <a:pathLst>
                <a:path w="276" h="276" extrusionOk="0">
                  <a:moveTo>
                    <a:pt x="123" y="1"/>
                  </a:moveTo>
                  <a:cubicBezTo>
                    <a:pt x="66" y="1"/>
                    <a:pt x="0" y="66"/>
                    <a:pt x="0" y="124"/>
                  </a:cubicBezTo>
                  <a:cubicBezTo>
                    <a:pt x="0" y="210"/>
                    <a:pt x="66" y="276"/>
                    <a:pt x="123" y="276"/>
                  </a:cubicBezTo>
                  <a:cubicBezTo>
                    <a:pt x="218" y="276"/>
                    <a:pt x="275" y="210"/>
                    <a:pt x="275" y="124"/>
                  </a:cubicBezTo>
                  <a:cubicBezTo>
                    <a:pt x="275" y="66"/>
                    <a:pt x="218" y="1"/>
                    <a:pt x="12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1"/>
                </a:solidFill>
              </a:endParaRPr>
            </a:p>
          </p:txBody>
        </p:sp>
        <p:sp>
          <p:nvSpPr>
            <p:cNvPr id="2517" name="Google Shape;2517;p31"/>
            <p:cNvSpPr/>
            <p:nvPr/>
          </p:nvSpPr>
          <p:spPr>
            <a:xfrm>
              <a:off x="7095066" y="3344901"/>
              <a:ext cx="20201" cy="20727"/>
            </a:xfrm>
            <a:custGeom>
              <a:avLst/>
              <a:gdLst/>
              <a:ahLst/>
              <a:cxnLst/>
              <a:rect l="l" t="t" r="r" b="b"/>
              <a:pathLst>
                <a:path w="269" h="276" extrusionOk="0">
                  <a:moveTo>
                    <a:pt x="124" y="1"/>
                  </a:moveTo>
                  <a:cubicBezTo>
                    <a:pt x="59" y="1"/>
                    <a:pt x="1" y="66"/>
                    <a:pt x="1" y="124"/>
                  </a:cubicBezTo>
                  <a:cubicBezTo>
                    <a:pt x="1" y="210"/>
                    <a:pt x="59" y="276"/>
                    <a:pt x="124" y="276"/>
                  </a:cubicBezTo>
                  <a:cubicBezTo>
                    <a:pt x="211" y="276"/>
                    <a:pt x="268" y="210"/>
                    <a:pt x="268" y="124"/>
                  </a:cubicBezTo>
                  <a:cubicBezTo>
                    <a:pt x="268" y="66"/>
                    <a:pt x="211" y="1"/>
                    <a:pt x="12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1"/>
                </a:solidFill>
              </a:endParaRPr>
            </a:p>
          </p:txBody>
        </p:sp>
        <p:sp>
          <p:nvSpPr>
            <p:cNvPr id="2518" name="Google Shape;2518;p31"/>
            <p:cNvSpPr/>
            <p:nvPr/>
          </p:nvSpPr>
          <p:spPr>
            <a:xfrm>
              <a:off x="6852800" y="3270478"/>
              <a:ext cx="321718" cy="312481"/>
            </a:xfrm>
            <a:custGeom>
              <a:avLst/>
              <a:gdLst/>
              <a:ahLst/>
              <a:cxnLst/>
              <a:rect l="l" t="t" r="r" b="b"/>
              <a:pathLst>
                <a:path w="4284" h="4161" extrusionOk="0">
                  <a:moveTo>
                    <a:pt x="2142" y="695"/>
                  </a:moveTo>
                  <a:cubicBezTo>
                    <a:pt x="2380" y="695"/>
                    <a:pt x="2590" y="876"/>
                    <a:pt x="2590" y="1115"/>
                  </a:cubicBezTo>
                  <a:cubicBezTo>
                    <a:pt x="2590" y="1296"/>
                    <a:pt x="2474" y="1476"/>
                    <a:pt x="2322" y="1505"/>
                  </a:cubicBezTo>
                  <a:lnTo>
                    <a:pt x="2322" y="1961"/>
                  </a:lnTo>
                  <a:lnTo>
                    <a:pt x="3227" y="1961"/>
                  </a:lnTo>
                  <a:lnTo>
                    <a:pt x="3227" y="1534"/>
                  </a:lnTo>
                  <a:cubicBezTo>
                    <a:pt x="3046" y="1476"/>
                    <a:pt x="2923" y="1296"/>
                    <a:pt x="2952" y="1115"/>
                  </a:cubicBezTo>
                  <a:cubicBezTo>
                    <a:pt x="2952" y="905"/>
                    <a:pt x="3133" y="724"/>
                    <a:pt x="3350" y="724"/>
                  </a:cubicBezTo>
                  <a:cubicBezTo>
                    <a:pt x="3589" y="724"/>
                    <a:pt x="3769" y="905"/>
                    <a:pt x="3769" y="1144"/>
                  </a:cubicBezTo>
                  <a:cubicBezTo>
                    <a:pt x="3769" y="1324"/>
                    <a:pt x="3646" y="1476"/>
                    <a:pt x="3494" y="1534"/>
                  </a:cubicBezTo>
                  <a:lnTo>
                    <a:pt x="3494" y="2258"/>
                  </a:lnTo>
                  <a:lnTo>
                    <a:pt x="2322" y="2258"/>
                  </a:lnTo>
                  <a:lnTo>
                    <a:pt x="2322" y="2685"/>
                  </a:lnTo>
                  <a:cubicBezTo>
                    <a:pt x="2474" y="2743"/>
                    <a:pt x="2590" y="2923"/>
                    <a:pt x="2590" y="3104"/>
                  </a:cubicBezTo>
                  <a:cubicBezTo>
                    <a:pt x="2561" y="3314"/>
                    <a:pt x="2409" y="3495"/>
                    <a:pt x="2199" y="3495"/>
                  </a:cubicBezTo>
                  <a:cubicBezTo>
                    <a:pt x="2185" y="3497"/>
                    <a:pt x="2170" y="3498"/>
                    <a:pt x="2155" y="3498"/>
                  </a:cubicBezTo>
                  <a:cubicBezTo>
                    <a:pt x="1935" y="3498"/>
                    <a:pt x="1751" y="3299"/>
                    <a:pt x="1751" y="3075"/>
                  </a:cubicBezTo>
                  <a:cubicBezTo>
                    <a:pt x="1751" y="2894"/>
                    <a:pt x="1867" y="2743"/>
                    <a:pt x="2047" y="2685"/>
                  </a:cubicBezTo>
                  <a:lnTo>
                    <a:pt x="2047" y="2258"/>
                  </a:lnTo>
                  <a:lnTo>
                    <a:pt x="1027" y="2258"/>
                  </a:lnTo>
                  <a:lnTo>
                    <a:pt x="1027" y="2685"/>
                  </a:lnTo>
                  <a:cubicBezTo>
                    <a:pt x="1208" y="2743"/>
                    <a:pt x="1324" y="2894"/>
                    <a:pt x="1324" y="3075"/>
                  </a:cubicBezTo>
                  <a:cubicBezTo>
                    <a:pt x="1324" y="3314"/>
                    <a:pt x="1143" y="3495"/>
                    <a:pt x="904" y="3495"/>
                  </a:cubicBezTo>
                  <a:cubicBezTo>
                    <a:pt x="666" y="3495"/>
                    <a:pt x="485" y="3314"/>
                    <a:pt x="485" y="3075"/>
                  </a:cubicBezTo>
                  <a:cubicBezTo>
                    <a:pt x="485" y="2894"/>
                    <a:pt x="601" y="2743"/>
                    <a:pt x="752" y="2685"/>
                  </a:cubicBezTo>
                  <a:lnTo>
                    <a:pt x="752" y="1505"/>
                  </a:lnTo>
                  <a:cubicBezTo>
                    <a:pt x="601" y="1447"/>
                    <a:pt x="485" y="1296"/>
                    <a:pt x="485" y="1115"/>
                  </a:cubicBezTo>
                  <a:cubicBezTo>
                    <a:pt x="485" y="905"/>
                    <a:pt x="666" y="695"/>
                    <a:pt x="904" y="695"/>
                  </a:cubicBezTo>
                  <a:cubicBezTo>
                    <a:pt x="1143" y="695"/>
                    <a:pt x="1324" y="905"/>
                    <a:pt x="1324" y="1115"/>
                  </a:cubicBezTo>
                  <a:cubicBezTo>
                    <a:pt x="1324" y="1296"/>
                    <a:pt x="1208" y="1447"/>
                    <a:pt x="1027" y="1505"/>
                  </a:cubicBezTo>
                  <a:lnTo>
                    <a:pt x="1027" y="1961"/>
                  </a:lnTo>
                  <a:lnTo>
                    <a:pt x="2047" y="1961"/>
                  </a:lnTo>
                  <a:lnTo>
                    <a:pt x="2047" y="1505"/>
                  </a:lnTo>
                  <a:cubicBezTo>
                    <a:pt x="1867" y="1447"/>
                    <a:pt x="1751" y="1296"/>
                    <a:pt x="1751" y="1086"/>
                  </a:cubicBezTo>
                  <a:cubicBezTo>
                    <a:pt x="1780" y="905"/>
                    <a:pt x="1932" y="724"/>
                    <a:pt x="2142" y="695"/>
                  </a:cubicBezTo>
                  <a:close/>
                  <a:moveTo>
                    <a:pt x="0" y="0"/>
                  </a:moveTo>
                  <a:lnTo>
                    <a:pt x="0" y="4161"/>
                  </a:lnTo>
                  <a:lnTo>
                    <a:pt x="4283" y="4161"/>
                  </a:lnTo>
                  <a:lnTo>
                    <a:pt x="4283"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1"/>
                </a:solidFill>
              </a:endParaRPr>
            </a:p>
          </p:txBody>
        </p:sp>
      </p:grpSp>
      <p:sp>
        <p:nvSpPr>
          <p:cNvPr id="2519" name="Google Shape;2519;p31"/>
          <p:cNvSpPr/>
          <p:nvPr/>
        </p:nvSpPr>
        <p:spPr>
          <a:xfrm>
            <a:off x="4950058" y="1539394"/>
            <a:ext cx="353645" cy="353615"/>
          </a:xfrm>
          <a:custGeom>
            <a:avLst/>
            <a:gdLst/>
            <a:ahLst/>
            <a:cxnLst/>
            <a:rect l="l" t="t" r="r" b="b"/>
            <a:pathLst>
              <a:path w="11658" h="11657" extrusionOk="0">
                <a:moveTo>
                  <a:pt x="5955" y="1733"/>
                </a:moveTo>
                <a:cubicBezTo>
                  <a:pt x="7089" y="1733"/>
                  <a:pt x="8003" y="2647"/>
                  <a:pt x="8003" y="3781"/>
                </a:cubicBezTo>
                <a:cubicBezTo>
                  <a:pt x="7877" y="4442"/>
                  <a:pt x="7562" y="5041"/>
                  <a:pt x="7058" y="5419"/>
                </a:cubicBezTo>
                <a:cubicBezTo>
                  <a:pt x="6837" y="5577"/>
                  <a:pt x="6522" y="5892"/>
                  <a:pt x="6522" y="6333"/>
                </a:cubicBezTo>
                <a:lnTo>
                  <a:pt x="6522" y="6522"/>
                </a:lnTo>
                <a:cubicBezTo>
                  <a:pt x="6522" y="6931"/>
                  <a:pt x="6207" y="7215"/>
                  <a:pt x="5861" y="7215"/>
                </a:cubicBezTo>
                <a:cubicBezTo>
                  <a:pt x="5482" y="7215"/>
                  <a:pt x="5199" y="6900"/>
                  <a:pt x="5199" y="6522"/>
                </a:cubicBezTo>
                <a:lnTo>
                  <a:pt x="5199" y="6333"/>
                </a:lnTo>
                <a:cubicBezTo>
                  <a:pt x="5199" y="5577"/>
                  <a:pt x="5577" y="4852"/>
                  <a:pt x="6302" y="4316"/>
                </a:cubicBezTo>
                <a:cubicBezTo>
                  <a:pt x="6491" y="4190"/>
                  <a:pt x="6585" y="4001"/>
                  <a:pt x="6585" y="3781"/>
                </a:cubicBezTo>
                <a:cubicBezTo>
                  <a:pt x="6585" y="3371"/>
                  <a:pt x="6270" y="3119"/>
                  <a:pt x="5892" y="3119"/>
                </a:cubicBezTo>
                <a:cubicBezTo>
                  <a:pt x="5514" y="3119"/>
                  <a:pt x="5230" y="3434"/>
                  <a:pt x="5230" y="3781"/>
                </a:cubicBezTo>
                <a:cubicBezTo>
                  <a:pt x="5230" y="4159"/>
                  <a:pt x="4915" y="4442"/>
                  <a:pt x="4569" y="4442"/>
                </a:cubicBezTo>
                <a:cubicBezTo>
                  <a:pt x="4191" y="4442"/>
                  <a:pt x="3907" y="4127"/>
                  <a:pt x="3907" y="3781"/>
                </a:cubicBezTo>
                <a:cubicBezTo>
                  <a:pt x="3907" y="2647"/>
                  <a:pt x="4821" y="1733"/>
                  <a:pt x="5955" y="1733"/>
                </a:cubicBezTo>
                <a:close/>
                <a:moveTo>
                  <a:pt x="5829" y="8570"/>
                </a:moveTo>
                <a:cubicBezTo>
                  <a:pt x="6176" y="8570"/>
                  <a:pt x="6491" y="8885"/>
                  <a:pt x="6491" y="9263"/>
                </a:cubicBezTo>
                <a:cubicBezTo>
                  <a:pt x="6491" y="9641"/>
                  <a:pt x="6207" y="9924"/>
                  <a:pt x="5829" y="9924"/>
                </a:cubicBezTo>
                <a:cubicBezTo>
                  <a:pt x="5419" y="9924"/>
                  <a:pt x="5167" y="9609"/>
                  <a:pt x="5167" y="9263"/>
                </a:cubicBezTo>
                <a:cubicBezTo>
                  <a:pt x="5167" y="8853"/>
                  <a:pt x="5482" y="8570"/>
                  <a:pt x="5829" y="8570"/>
                </a:cubicBezTo>
                <a:close/>
                <a:moveTo>
                  <a:pt x="5829" y="0"/>
                </a:moveTo>
                <a:cubicBezTo>
                  <a:pt x="2647" y="0"/>
                  <a:pt x="1" y="2615"/>
                  <a:pt x="1" y="5829"/>
                </a:cubicBezTo>
                <a:cubicBezTo>
                  <a:pt x="1" y="9011"/>
                  <a:pt x="2647" y="11657"/>
                  <a:pt x="5829" y="11657"/>
                </a:cubicBezTo>
                <a:cubicBezTo>
                  <a:pt x="9011" y="11657"/>
                  <a:pt x="11657" y="9011"/>
                  <a:pt x="11657" y="5829"/>
                </a:cubicBezTo>
                <a:cubicBezTo>
                  <a:pt x="11657" y="2647"/>
                  <a:pt x="9011" y="0"/>
                  <a:pt x="5829"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0" name="Google Shape;2520;p31"/>
          <p:cNvSpPr/>
          <p:nvPr/>
        </p:nvSpPr>
        <p:spPr>
          <a:xfrm>
            <a:off x="1209598" y="1579111"/>
            <a:ext cx="450199" cy="242677"/>
          </a:xfrm>
          <a:custGeom>
            <a:avLst/>
            <a:gdLst/>
            <a:ahLst/>
            <a:cxnLst/>
            <a:rect l="l" t="t" r="r" b="b"/>
            <a:pathLst>
              <a:path w="3380" h="1822" extrusionOk="0">
                <a:moveTo>
                  <a:pt x="1600" y="42"/>
                </a:moveTo>
                <a:lnTo>
                  <a:pt x="1542" y="100"/>
                </a:lnTo>
                <a:lnTo>
                  <a:pt x="1513" y="136"/>
                </a:lnTo>
                <a:cubicBezTo>
                  <a:pt x="1513" y="165"/>
                  <a:pt x="1542" y="165"/>
                  <a:pt x="1571" y="165"/>
                </a:cubicBezTo>
                <a:lnTo>
                  <a:pt x="2019" y="527"/>
                </a:lnTo>
                <a:lnTo>
                  <a:pt x="2019" y="527"/>
                </a:lnTo>
                <a:lnTo>
                  <a:pt x="1657" y="71"/>
                </a:lnTo>
                <a:lnTo>
                  <a:pt x="1628" y="42"/>
                </a:lnTo>
                <a:close/>
                <a:moveTo>
                  <a:pt x="1986" y="1"/>
                </a:moveTo>
                <a:cubicBezTo>
                  <a:pt x="1978" y="1"/>
                  <a:pt x="1970" y="4"/>
                  <a:pt x="1961" y="13"/>
                </a:cubicBezTo>
                <a:lnTo>
                  <a:pt x="1903" y="13"/>
                </a:lnTo>
                <a:lnTo>
                  <a:pt x="1903" y="42"/>
                </a:lnTo>
                <a:cubicBezTo>
                  <a:pt x="1874" y="42"/>
                  <a:pt x="1903" y="71"/>
                  <a:pt x="1903" y="71"/>
                </a:cubicBezTo>
                <a:lnTo>
                  <a:pt x="2084" y="527"/>
                </a:lnTo>
                <a:lnTo>
                  <a:pt x="2019" y="42"/>
                </a:lnTo>
                <a:cubicBezTo>
                  <a:pt x="2019" y="21"/>
                  <a:pt x="2005" y="1"/>
                  <a:pt x="1986" y="1"/>
                </a:cubicBezTo>
                <a:close/>
                <a:moveTo>
                  <a:pt x="1477" y="281"/>
                </a:moveTo>
                <a:lnTo>
                  <a:pt x="1477" y="317"/>
                </a:lnTo>
                <a:lnTo>
                  <a:pt x="1419" y="346"/>
                </a:lnTo>
                <a:lnTo>
                  <a:pt x="1419" y="375"/>
                </a:lnTo>
                <a:cubicBezTo>
                  <a:pt x="1419" y="375"/>
                  <a:pt x="1448" y="404"/>
                  <a:pt x="1477" y="404"/>
                </a:cubicBezTo>
                <a:lnTo>
                  <a:pt x="1903" y="584"/>
                </a:lnTo>
                <a:lnTo>
                  <a:pt x="1903" y="584"/>
                </a:lnTo>
                <a:lnTo>
                  <a:pt x="1542" y="317"/>
                </a:lnTo>
                <a:cubicBezTo>
                  <a:pt x="1513" y="281"/>
                  <a:pt x="1513" y="281"/>
                  <a:pt x="1477" y="281"/>
                </a:cubicBezTo>
                <a:close/>
                <a:moveTo>
                  <a:pt x="608" y="317"/>
                </a:moveTo>
                <a:cubicBezTo>
                  <a:pt x="666" y="317"/>
                  <a:pt x="724" y="346"/>
                  <a:pt x="753" y="433"/>
                </a:cubicBezTo>
                <a:lnTo>
                  <a:pt x="970" y="736"/>
                </a:lnTo>
                <a:lnTo>
                  <a:pt x="182" y="736"/>
                </a:lnTo>
                <a:lnTo>
                  <a:pt x="182" y="317"/>
                </a:lnTo>
                <a:close/>
                <a:moveTo>
                  <a:pt x="2598" y="1040"/>
                </a:moveTo>
                <a:cubicBezTo>
                  <a:pt x="2685" y="1040"/>
                  <a:pt x="2743" y="1098"/>
                  <a:pt x="2743" y="1185"/>
                </a:cubicBezTo>
                <a:cubicBezTo>
                  <a:pt x="2743" y="1279"/>
                  <a:pt x="2685" y="1366"/>
                  <a:pt x="2598" y="1366"/>
                </a:cubicBezTo>
                <a:cubicBezTo>
                  <a:pt x="2504" y="1366"/>
                  <a:pt x="2417" y="1279"/>
                  <a:pt x="2417" y="1185"/>
                </a:cubicBezTo>
                <a:cubicBezTo>
                  <a:pt x="2417" y="1098"/>
                  <a:pt x="2504" y="1040"/>
                  <a:pt x="2598" y="1040"/>
                </a:cubicBezTo>
                <a:close/>
                <a:moveTo>
                  <a:pt x="1180" y="1366"/>
                </a:moveTo>
                <a:cubicBezTo>
                  <a:pt x="1267" y="1366"/>
                  <a:pt x="1361" y="1431"/>
                  <a:pt x="1361" y="1518"/>
                </a:cubicBezTo>
                <a:cubicBezTo>
                  <a:pt x="1361" y="1612"/>
                  <a:pt x="1267" y="1699"/>
                  <a:pt x="1180" y="1699"/>
                </a:cubicBezTo>
                <a:cubicBezTo>
                  <a:pt x="1115" y="1699"/>
                  <a:pt x="1028" y="1612"/>
                  <a:pt x="1028" y="1518"/>
                </a:cubicBezTo>
                <a:cubicBezTo>
                  <a:pt x="1028" y="1431"/>
                  <a:pt x="1086" y="1366"/>
                  <a:pt x="1180" y="1366"/>
                </a:cubicBezTo>
                <a:close/>
                <a:moveTo>
                  <a:pt x="2837" y="42"/>
                </a:moveTo>
                <a:cubicBezTo>
                  <a:pt x="2743" y="42"/>
                  <a:pt x="2656" y="136"/>
                  <a:pt x="2627" y="194"/>
                </a:cubicBezTo>
                <a:lnTo>
                  <a:pt x="2294" y="888"/>
                </a:lnTo>
                <a:cubicBezTo>
                  <a:pt x="2265" y="946"/>
                  <a:pt x="2236" y="1004"/>
                  <a:pt x="2236" y="1069"/>
                </a:cubicBezTo>
                <a:lnTo>
                  <a:pt x="2236" y="1641"/>
                </a:lnTo>
                <a:lnTo>
                  <a:pt x="2236" y="1728"/>
                </a:lnTo>
                <a:cubicBezTo>
                  <a:pt x="2236" y="1764"/>
                  <a:pt x="2265" y="1793"/>
                  <a:pt x="2294" y="1793"/>
                </a:cubicBezTo>
                <a:lnTo>
                  <a:pt x="2562" y="1793"/>
                </a:lnTo>
                <a:cubicBezTo>
                  <a:pt x="2598" y="1793"/>
                  <a:pt x="2627" y="1764"/>
                  <a:pt x="2627" y="1728"/>
                </a:cubicBezTo>
                <a:lnTo>
                  <a:pt x="2627" y="1670"/>
                </a:lnTo>
                <a:lnTo>
                  <a:pt x="2627" y="1583"/>
                </a:lnTo>
                <a:lnTo>
                  <a:pt x="3379" y="1583"/>
                </a:lnTo>
                <a:lnTo>
                  <a:pt x="3379" y="859"/>
                </a:lnTo>
                <a:lnTo>
                  <a:pt x="2533" y="859"/>
                </a:lnTo>
                <a:lnTo>
                  <a:pt x="2779" y="404"/>
                </a:lnTo>
                <a:cubicBezTo>
                  <a:pt x="2808" y="317"/>
                  <a:pt x="2837" y="281"/>
                  <a:pt x="2960" y="281"/>
                </a:cubicBezTo>
                <a:lnTo>
                  <a:pt x="3379" y="281"/>
                </a:lnTo>
                <a:lnTo>
                  <a:pt x="3379" y="42"/>
                </a:lnTo>
                <a:close/>
                <a:moveTo>
                  <a:pt x="1" y="136"/>
                </a:moveTo>
                <a:lnTo>
                  <a:pt x="1" y="1547"/>
                </a:lnTo>
                <a:lnTo>
                  <a:pt x="876" y="1547"/>
                </a:lnTo>
                <a:cubicBezTo>
                  <a:pt x="905" y="1699"/>
                  <a:pt x="1028" y="1822"/>
                  <a:pt x="1180" y="1822"/>
                </a:cubicBezTo>
                <a:cubicBezTo>
                  <a:pt x="1361" y="1822"/>
                  <a:pt x="1477" y="1699"/>
                  <a:pt x="1477" y="1547"/>
                </a:cubicBezTo>
                <a:lnTo>
                  <a:pt x="1809" y="1547"/>
                </a:lnTo>
                <a:cubicBezTo>
                  <a:pt x="1874" y="1547"/>
                  <a:pt x="1932" y="1518"/>
                  <a:pt x="1932" y="1431"/>
                </a:cubicBezTo>
                <a:lnTo>
                  <a:pt x="1932" y="1069"/>
                </a:lnTo>
                <a:cubicBezTo>
                  <a:pt x="1932" y="975"/>
                  <a:pt x="1903" y="888"/>
                  <a:pt x="1751" y="859"/>
                </a:cubicBezTo>
                <a:lnTo>
                  <a:pt x="1180" y="736"/>
                </a:lnTo>
                <a:lnTo>
                  <a:pt x="905" y="281"/>
                </a:lnTo>
                <a:cubicBezTo>
                  <a:pt x="847" y="194"/>
                  <a:pt x="753" y="136"/>
                  <a:pt x="666" y="136"/>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grpSp>
        <p:nvGrpSpPr>
          <p:cNvPr id="2521" name="Google Shape;2521;p31"/>
          <p:cNvGrpSpPr/>
          <p:nvPr/>
        </p:nvGrpSpPr>
        <p:grpSpPr>
          <a:xfrm>
            <a:off x="4978518" y="2605300"/>
            <a:ext cx="296710" cy="323898"/>
            <a:chOff x="1258668" y="2770100"/>
            <a:chExt cx="296710" cy="323898"/>
          </a:xfrm>
        </p:grpSpPr>
        <p:sp>
          <p:nvSpPr>
            <p:cNvPr id="2522" name="Google Shape;2522;p31"/>
            <p:cNvSpPr/>
            <p:nvPr/>
          </p:nvSpPr>
          <p:spPr>
            <a:xfrm>
              <a:off x="1258668" y="2770100"/>
              <a:ext cx="296710" cy="255932"/>
            </a:xfrm>
            <a:custGeom>
              <a:avLst/>
              <a:gdLst/>
              <a:ahLst/>
              <a:cxnLst/>
              <a:rect l="l" t="t" r="r" b="b"/>
              <a:pathLst>
                <a:path w="3951" h="3408" extrusionOk="0">
                  <a:moveTo>
                    <a:pt x="2113" y="1172"/>
                  </a:moveTo>
                  <a:lnTo>
                    <a:pt x="2113" y="2409"/>
                  </a:lnTo>
                  <a:lnTo>
                    <a:pt x="1838" y="2409"/>
                  </a:lnTo>
                  <a:lnTo>
                    <a:pt x="1838" y="1172"/>
                  </a:lnTo>
                  <a:close/>
                  <a:moveTo>
                    <a:pt x="2113" y="2655"/>
                  </a:moveTo>
                  <a:lnTo>
                    <a:pt x="2113" y="2894"/>
                  </a:lnTo>
                  <a:lnTo>
                    <a:pt x="1838" y="2894"/>
                  </a:lnTo>
                  <a:lnTo>
                    <a:pt x="1838" y="2655"/>
                  </a:lnTo>
                  <a:close/>
                  <a:moveTo>
                    <a:pt x="1990" y="0"/>
                  </a:moveTo>
                  <a:lnTo>
                    <a:pt x="0" y="3408"/>
                  </a:lnTo>
                  <a:lnTo>
                    <a:pt x="3951" y="3408"/>
                  </a:lnTo>
                  <a:lnTo>
                    <a:pt x="1990"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1"/>
                </a:solidFill>
              </a:endParaRPr>
            </a:p>
          </p:txBody>
        </p:sp>
        <p:sp>
          <p:nvSpPr>
            <p:cNvPr id="2523" name="Google Shape;2523;p31"/>
            <p:cNvSpPr/>
            <p:nvPr/>
          </p:nvSpPr>
          <p:spPr>
            <a:xfrm>
              <a:off x="1365157" y="3046085"/>
              <a:ext cx="83734" cy="47912"/>
            </a:xfrm>
            <a:custGeom>
              <a:avLst/>
              <a:gdLst/>
              <a:ahLst/>
              <a:cxnLst/>
              <a:rect l="l" t="t" r="r" b="b"/>
              <a:pathLst>
                <a:path w="1115" h="638" extrusionOk="0">
                  <a:moveTo>
                    <a:pt x="0" y="0"/>
                  </a:moveTo>
                  <a:lnTo>
                    <a:pt x="0" y="246"/>
                  </a:lnTo>
                  <a:lnTo>
                    <a:pt x="420" y="246"/>
                  </a:lnTo>
                  <a:lnTo>
                    <a:pt x="420" y="637"/>
                  </a:lnTo>
                  <a:lnTo>
                    <a:pt x="695" y="637"/>
                  </a:lnTo>
                  <a:lnTo>
                    <a:pt x="695" y="246"/>
                  </a:lnTo>
                  <a:lnTo>
                    <a:pt x="1115" y="246"/>
                  </a:lnTo>
                  <a:lnTo>
                    <a:pt x="111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1"/>
                </a:solidFill>
              </a:endParaRPr>
            </a:p>
          </p:txBody>
        </p:sp>
      </p:grpSp>
      <p:sp>
        <p:nvSpPr>
          <p:cNvPr id="2524" name="Google Shape;2524;p31"/>
          <p:cNvSpPr txBox="1">
            <a:spLocks noGrp="1"/>
          </p:cNvSpPr>
          <p:nvPr>
            <p:ph type="subTitle" idx="6"/>
          </p:nvPr>
        </p:nvSpPr>
        <p:spPr>
          <a:xfrm>
            <a:off x="1875284" y="3553550"/>
            <a:ext cx="2811000" cy="3771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latin typeface="微軟正黑體" panose="020B0604030504040204" pitchFamily="34" charset="-120"/>
                <a:ea typeface="微軟正黑體" panose="020B0604030504040204" pitchFamily="34" charset="-120"/>
              </a:rPr>
              <a:t>格式調整</a:t>
            </a:r>
            <a:endParaRPr>
              <a:latin typeface="微軟正黑體" panose="020B0604030504040204" pitchFamily="34" charset="-120"/>
              <a:ea typeface="微軟正黑體" panose="020B0604030504040204" pitchFamily="34" charset="-120"/>
            </a:endParaRPr>
          </a:p>
        </p:txBody>
      </p:sp>
      <p:sp>
        <p:nvSpPr>
          <p:cNvPr id="2525" name="Google Shape;2525;p31"/>
          <p:cNvSpPr/>
          <p:nvPr/>
        </p:nvSpPr>
        <p:spPr>
          <a:xfrm>
            <a:off x="1120750" y="3428150"/>
            <a:ext cx="627900" cy="627900"/>
          </a:xfrm>
          <a:prstGeom prst="rect">
            <a:avLst/>
          </a:prstGeom>
          <a:solidFill>
            <a:schemeClr val="accent5"/>
          </a:solidFill>
          <a:ln w="38100"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6" name="Google Shape;2526;p31"/>
          <p:cNvSpPr/>
          <p:nvPr/>
        </p:nvSpPr>
        <p:spPr>
          <a:xfrm>
            <a:off x="1262603" y="3629135"/>
            <a:ext cx="344199" cy="225926"/>
          </a:xfrm>
          <a:custGeom>
            <a:avLst/>
            <a:gdLst/>
            <a:ahLst/>
            <a:cxnLst/>
            <a:rect l="l" t="t" r="r" b="b"/>
            <a:pathLst>
              <a:path w="3408" h="2237" extrusionOk="0">
                <a:moveTo>
                  <a:pt x="1085" y="514"/>
                </a:moveTo>
                <a:cubicBezTo>
                  <a:pt x="1208" y="514"/>
                  <a:pt x="1295" y="609"/>
                  <a:pt x="1295" y="724"/>
                </a:cubicBezTo>
                <a:cubicBezTo>
                  <a:pt x="1295" y="847"/>
                  <a:pt x="1208" y="941"/>
                  <a:pt x="1085" y="941"/>
                </a:cubicBezTo>
                <a:cubicBezTo>
                  <a:pt x="962" y="941"/>
                  <a:pt x="875" y="847"/>
                  <a:pt x="875" y="724"/>
                </a:cubicBezTo>
                <a:cubicBezTo>
                  <a:pt x="875" y="609"/>
                  <a:pt x="962" y="514"/>
                  <a:pt x="1085" y="514"/>
                </a:cubicBezTo>
                <a:close/>
                <a:moveTo>
                  <a:pt x="2952" y="514"/>
                </a:moveTo>
                <a:cubicBezTo>
                  <a:pt x="3075" y="514"/>
                  <a:pt x="3169" y="609"/>
                  <a:pt x="3169" y="724"/>
                </a:cubicBezTo>
                <a:cubicBezTo>
                  <a:pt x="3169" y="847"/>
                  <a:pt x="3075" y="941"/>
                  <a:pt x="2952" y="941"/>
                </a:cubicBezTo>
                <a:cubicBezTo>
                  <a:pt x="2836" y="941"/>
                  <a:pt x="2742" y="847"/>
                  <a:pt x="2742" y="724"/>
                </a:cubicBezTo>
                <a:cubicBezTo>
                  <a:pt x="2742" y="609"/>
                  <a:pt x="2836" y="514"/>
                  <a:pt x="2952" y="514"/>
                </a:cubicBezTo>
                <a:close/>
                <a:moveTo>
                  <a:pt x="3017" y="1180"/>
                </a:moveTo>
                <a:lnTo>
                  <a:pt x="2713" y="1781"/>
                </a:lnTo>
                <a:cubicBezTo>
                  <a:pt x="2655" y="1904"/>
                  <a:pt x="2626" y="1933"/>
                  <a:pt x="2503" y="1933"/>
                </a:cubicBezTo>
                <a:lnTo>
                  <a:pt x="1541" y="1933"/>
                </a:lnTo>
                <a:cubicBezTo>
                  <a:pt x="1418" y="1933"/>
                  <a:pt x="1389" y="1904"/>
                  <a:pt x="1324" y="1781"/>
                </a:cubicBezTo>
                <a:lnTo>
                  <a:pt x="1027" y="1180"/>
                </a:lnTo>
                <a:close/>
                <a:moveTo>
                  <a:pt x="456" y="1390"/>
                </a:moveTo>
                <a:lnTo>
                  <a:pt x="391" y="1419"/>
                </a:lnTo>
                <a:cubicBezTo>
                  <a:pt x="362" y="1448"/>
                  <a:pt x="362" y="1484"/>
                  <a:pt x="391" y="1513"/>
                </a:cubicBezTo>
                <a:lnTo>
                  <a:pt x="724" y="1961"/>
                </a:lnTo>
                <a:lnTo>
                  <a:pt x="514" y="1419"/>
                </a:lnTo>
                <a:cubicBezTo>
                  <a:pt x="514" y="1390"/>
                  <a:pt x="485" y="1390"/>
                  <a:pt x="456" y="1390"/>
                </a:cubicBezTo>
                <a:close/>
                <a:moveTo>
                  <a:pt x="181" y="1484"/>
                </a:moveTo>
                <a:cubicBezTo>
                  <a:pt x="152" y="1484"/>
                  <a:pt x="152" y="1484"/>
                  <a:pt x="152" y="1513"/>
                </a:cubicBezTo>
                <a:lnTo>
                  <a:pt x="58" y="1571"/>
                </a:lnTo>
                <a:cubicBezTo>
                  <a:pt x="29" y="1600"/>
                  <a:pt x="58" y="1629"/>
                  <a:pt x="94" y="1665"/>
                </a:cubicBezTo>
                <a:lnTo>
                  <a:pt x="666" y="2084"/>
                </a:lnTo>
                <a:lnTo>
                  <a:pt x="239" y="1542"/>
                </a:lnTo>
                <a:cubicBezTo>
                  <a:pt x="210" y="1513"/>
                  <a:pt x="181" y="1484"/>
                  <a:pt x="181" y="1484"/>
                </a:cubicBezTo>
                <a:close/>
                <a:moveTo>
                  <a:pt x="58" y="1933"/>
                </a:moveTo>
                <a:cubicBezTo>
                  <a:pt x="58" y="1933"/>
                  <a:pt x="29" y="1933"/>
                  <a:pt x="29" y="1961"/>
                </a:cubicBezTo>
                <a:lnTo>
                  <a:pt x="29" y="2027"/>
                </a:lnTo>
                <a:cubicBezTo>
                  <a:pt x="0" y="2056"/>
                  <a:pt x="29" y="2084"/>
                  <a:pt x="58" y="2084"/>
                </a:cubicBezTo>
                <a:lnTo>
                  <a:pt x="637" y="2171"/>
                </a:lnTo>
                <a:lnTo>
                  <a:pt x="123" y="1933"/>
                </a:lnTo>
                <a:close/>
                <a:moveTo>
                  <a:pt x="724" y="1"/>
                </a:moveTo>
                <a:cubicBezTo>
                  <a:pt x="695" y="1"/>
                  <a:pt x="666" y="37"/>
                  <a:pt x="666" y="66"/>
                </a:cubicBezTo>
                <a:lnTo>
                  <a:pt x="666" y="905"/>
                </a:lnTo>
                <a:cubicBezTo>
                  <a:pt x="666" y="999"/>
                  <a:pt x="666" y="1057"/>
                  <a:pt x="695" y="1151"/>
                </a:cubicBezTo>
                <a:lnTo>
                  <a:pt x="1114" y="2027"/>
                </a:lnTo>
                <a:cubicBezTo>
                  <a:pt x="1179" y="2142"/>
                  <a:pt x="1295" y="2236"/>
                  <a:pt x="1418" y="2236"/>
                </a:cubicBezTo>
                <a:lnTo>
                  <a:pt x="2626" y="2236"/>
                </a:lnTo>
                <a:cubicBezTo>
                  <a:pt x="2742" y="2236"/>
                  <a:pt x="2894" y="2142"/>
                  <a:pt x="2923" y="2027"/>
                </a:cubicBezTo>
                <a:lnTo>
                  <a:pt x="3350" y="1151"/>
                </a:lnTo>
                <a:cubicBezTo>
                  <a:pt x="3408" y="1057"/>
                  <a:pt x="3408" y="999"/>
                  <a:pt x="3408" y="905"/>
                </a:cubicBezTo>
                <a:lnTo>
                  <a:pt x="3408" y="66"/>
                </a:lnTo>
                <a:cubicBezTo>
                  <a:pt x="3408" y="37"/>
                  <a:pt x="3379" y="1"/>
                  <a:pt x="3314" y="1"/>
                </a:cubicBezTo>
                <a:lnTo>
                  <a:pt x="3017" y="1"/>
                </a:lnTo>
                <a:cubicBezTo>
                  <a:pt x="2952" y="1"/>
                  <a:pt x="2923" y="37"/>
                  <a:pt x="2923" y="66"/>
                </a:cubicBezTo>
                <a:lnTo>
                  <a:pt x="2923" y="276"/>
                </a:lnTo>
                <a:lnTo>
                  <a:pt x="1114" y="276"/>
                </a:lnTo>
                <a:lnTo>
                  <a:pt x="1114" y="66"/>
                </a:lnTo>
                <a:cubicBezTo>
                  <a:pt x="1114" y="37"/>
                  <a:pt x="1085" y="1"/>
                  <a:pt x="102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530"/>
        <p:cNvGrpSpPr/>
        <p:nvPr/>
      </p:nvGrpSpPr>
      <p:grpSpPr>
        <a:xfrm>
          <a:off x="0" y="0"/>
          <a:ext cx="0" cy="0"/>
          <a:chOff x="0" y="0"/>
          <a:chExt cx="0" cy="0"/>
        </a:xfrm>
      </p:grpSpPr>
      <p:sp>
        <p:nvSpPr>
          <p:cNvPr id="2531" name="Google Shape;2531;p32"/>
          <p:cNvSpPr txBox="1">
            <a:spLocks noGrp="1"/>
          </p:cNvSpPr>
          <p:nvPr>
            <p:ph type="subTitle" idx="6"/>
          </p:nvPr>
        </p:nvSpPr>
        <p:spPr>
          <a:xfrm>
            <a:off x="1799084" y="445100"/>
            <a:ext cx="2811000" cy="3771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sz="2400" b="1" dirty="0">
                <a:latin typeface="微軟正黑體" panose="020B0604030504040204" pitchFamily="34" charset="-120"/>
                <a:ea typeface="微軟正黑體" panose="020B0604030504040204" pitchFamily="34" charset="-120"/>
              </a:rPr>
              <a:t>合併資料檔</a:t>
            </a:r>
            <a:endParaRPr sz="2400" b="1" dirty="0">
              <a:latin typeface="微軟正黑體" panose="020B0604030504040204" pitchFamily="34" charset="-120"/>
              <a:ea typeface="微軟正黑體" panose="020B0604030504040204" pitchFamily="34" charset="-120"/>
            </a:endParaRPr>
          </a:p>
        </p:txBody>
      </p:sp>
      <p:sp>
        <p:nvSpPr>
          <p:cNvPr id="2532" name="Google Shape;2532;p32"/>
          <p:cNvSpPr/>
          <p:nvPr/>
        </p:nvSpPr>
        <p:spPr>
          <a:xfrm>
            <a:off x="1044550" y="319700"/>
            <a:ext cx="627900" cy="627900"/>
          </a:xfrm>
          <a:prstGeom prst="rect">
            <a:avLst/>
          </a:prstGeom>
          <a:solidFill>
            <a:schemeClr val="accent5"/>
          </a:solidFill>
          <a:ln w="38100"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3" name="Google Shape;2533;p32"/>
          <p:cNvSpPr/>
          <p:nvPr/>
        </p:nvSpPr>
        <p:spPr>
          <a:xfrm>
            <a:off x="1133398" y="512311"/>
            <a:ext cx="450199" cy="242677"/>
          </a:xfrm>
          <a:custGeom>
            <a:avLst/>
            <a:gdLst/>
            <a:ahLst/>
            <a:cxnLst/>
            <a:rect l="l" t="t" r="r" b="b"/>
            <a:pathLst>
              <a:path w="3380" h="1822" extrusionOk="0">
                <a:moveTo>
                  <a:pt x="1600" y="42"/>
                </a:moveTo>
                <a:lnTo>
                  <a:pt x="1542" y="100"/>
                </a:lnTo>
                <a:lnTo>
                  <a:pt x="1513" y="136"/>
                </a:lnTo>
                <a:cubicBezTo>
                  <a:pt x="1513" y="165"/>
                  <a:pt x="1542" y="165"/>
                  <a:pt x="1571" y="165"/>
                </a:cubicBezTo>
                <a:lnTo>
                  <a:pt x="2019" y="527"/>
                </a:lnTo>
                <a:lnTo>
                  <a:pt x="2019" y="527"/>
                </a:lnTo>
                <a:lnTo>
                  <a:pt x="1657" y="71"/>
                </a:lnTo>
                <a:lnTo>
                  <a:pt x="1628" y="42"/>
                </a:lnTo>
                <a:close/>
                <a:moveTo>
                  <a:pt x="1986" y="1"/>
                </a:moveTo>
                <a:cubicBezTo>
                  <a:pt x="1978" y="1"/>
                  <a:pt x="1970" y="4"/>
                  <a:pt x="1961" y="13"/>
                </a:cubicBezTo>
                <a:lnTo>
                  <a:pt x="1903" y="13"/>
                </a:lnTo>
                <a:lnTo>
                  <a:pt x="1903" y="42"/>
                </a:lnTo>
                <a:cubicBezTo>
                  <a:pt x="1874" y="42"/>
                  <a:pt x="1903" y="71"/>
                  <a:pt x="1903" y="71"/>
                </a:cubicBezTo>
                <a:lnTo>
                  <a:pt x="2084" y="527"/>
                </a:lnTo>
                <a:lnTo>
                  <a:pt x="2019" y="42"/>
                </a:lnTo>
                <a:cubicBezTo>
                  <a:pt x="2019" y="21"/>
                  <a:pt x="2005" y="1"/>
                  <a:pt x="1986" y="1"/>
                </a:cubicBezTo>
                <a:close/>
                <a:moveTo>
                  <a:pt x="1477" y="281"/>
                </a:moveTo>
                <a:lnTo>
                  <a:pt x="1477" y="317"/>
                </a:lnTo>
                <a:lnTo>
                  <a:pt x="1419" y="346"/>
                </a:lnTo>
                <a:lnTo>
                  <a:pt x="1419" y="375"/>
                </a:lnTo>
                <a:cubicBezTo>
                  <a:pt x="1419" y="375"/>
                  <a:pt x="1448" y="404"/>
                  <a:pt x="1477" y="404"/>
                </a:cubicBezTo>
                <a:lnTo>
                  <a:pt x="1903" y="584"/>
                </a:lnTo>
                <a:lnTo>
                  <a:pt x="1903" y="584"/>
                </a:lnTo>
                <a:lnTo>
                  <a:pt x="1542" y="317"/>
                </a:lnTo>
                <a:cubicBezTo>
                  <a:pt x="1513" y="281"/>
                  <a:pt x="1513" y="281"/>
                  <a:pt x="1477" y="281"/>
                </a:cubicBezTo>
                <a:close/>
                <a:moveTo>
                  <a:pt x="608" y="317"/>
                </a:moveTo>
                <a:cubicBezTo>
                  <a:pt x="666" y="317"/>
                  <a:pt x="724" y="346"/>
                  <a:pt x="753" y="433"/>
                </a:cubicBezTo>
                <a:lnTo>
                  <a:pt x="970" y="736"/>
                </a:lnTo>
                <a:lnTo>
                  <a:pt x="182" y="736"/>
                </a:lnTo>
                <a:lnTo>
                  <a:pt x="182" y="317"/>
                </a:lnTo>
                <a:close/>
                <a:moveTo>
                  <a:pt x="2598" y="1040"/>
                </a:moveTo>
                <a:cubicBezTo>
                  <a:pt x="2685" y="1040"/>
                  <a:pt x="2743" y="1098"/>
                  <a:pt x="2743" y="1185"/>
                </a:cubicBezTo>
                <a:cubicBezTo>
                  <a:pt x="2743" y="1279"/>
                  <a:pt x="2685" y="1366"/>
                  <a:pt x="2598" y="1366"/>
                </a:cubicBezTo>
                <a:cubicBezTo>
                  <a:pt x="2504" y="1366"/>
                  <a:pt x="2417" y="1279"/>
                  <a:pt x="2417" y="1185"/>
                </a:cubicBezTo>
                <a:cubicBezTo>
                  <a:pt x="2417" y="1098"/>
                  <a:pt x="2504" y="1040"/>
                  <a:pt x="2598" y="1040"/>
                </a:cubicBezTo>
                <a:close/>
                <a:moveTo>
                  <a:pt x="1180" y="1366"/>
                </a:moveTo>
                <a:cubicBezTo>
                  <a:pt x="1267" y="1366"/>
                  <a:pt x="1361" y="1431"/>
                  <a:pt x="1361" y="1518"/>
                </a:cubicBezTo>
                <a:cubicBezTo>
                  <a:pt x="1361" y="1612"/>
                  <a:pt x="1267" y="1699"/>
                  <a:pt x="1180" y="1699"/>
                </a:cubicBezTo>
                <a:cubicBezTo>
                  <a:pt x="1115" y="1699"/>
                  <a:pt x="1028" y="1612"/>
                  <a:pt x="1028" y="1518"/>
                </a:cubicBezTo>
                <a:cubicBezTo>
                  <a:pt x="1028" y="1431"/>
                  <a:pt x="1086" y="1366"/>
                  <a:pt x="1180" y="1366"/>
                </a:cubicBezTo>
                <a:close/>
                <a:moveTo>
                  <a:pt x="2837" y="42"/>
                </a:moveTo>
                <a:cubicBezTo>
                  <a:pt x="2743" y="42"/>
                  <a:pt x="2656" y="136"/>
                  <a:pt x="2627" y="194"/>
                </a:cubicBezTo>
                <a:lnTo>
                  <a:pt x="2294" y="888"/>
                </a:lnTo>
                <a:cubicBezTo>
                  <a:pt x="2265" y="946"/>
                  <a:pt x="2236" y="1004"/>
                  <a:pt x="2236" y="1069"/>
                </a:cubicBezTo>
                <a:lnTo>
                  <a:pt x="2236" y="1641"/>
                </a:lnTo>
                <a:lnTo>
                  <a:pt x="2236" y="1728"/>
                </a:lnTo>
                <a:cubicBezTo>
                  <a:pt x="2236" y="1764"/>
                  <a:pt x="2265" y="1793"/>
                  <a:pt x="2294" y="1793"/>
                </a:cubicBezTo>
                <a:lnTo>
                  <a:pt x="2562" y="1793"/>
                </a:lnTo>
                <a:cubicBezTo>
                  <a:pt x="2598" y="1793"/>
                  <a:pt x="2627" y="1764"/>
                  <a:pt x="2627" y="1728"/>
                </a:cubicBezTo>
                <a:lnTo>
                  <a:pt x="2627" y="1670"/>
                </a:lnTo>
                <a:lnTo>
                  <a:pt x="2627" y="1583"/>
                </a:lnTo>
                <a:lnTo>
                  <a:pt x="3379" y="1583"/>
                </a:lnTo>
                <a:lnTo>
                  <a:pt x="3379" y="859"/>
                </a:lnTo>
                <a:lnTo>
                  <a:pt x="2533" y="859"/>
                </a:lnTo>
                <a:lnTo>
                  <a:pt x="2779" y="404"/>
                </a:lnTo>
                <a:cubicBezTo>
                  <a:pt x="2808" y="317"/>
                  <a:pt x="2837" y="281"/>
                  <a:pt x="2960" y="281"/>
                </a:cubicBezTo>
                <a:lnTo>
                  <a:pt x="3379" y="281"/>
                </a:lnTo>
                <a:lnTo>
                  <a:pt x="3379" y="42"/>
                </a:lnTo>
                <a:close/>
                <a:moveTo>
                  <a:pt x="1" y="136"/>
                </a:moveTo>
                <a:lnTo>
                  <a:pt x="1" y="1547"/>
                </a:lnTo>
                <a:lnTo>
                  <a:pt x="876" y="1547"/>
                </a:lnTo>
                <a:cubicBezTo>
                  <a:pt x="905" y="1699"/>
                  <a:pt x="1028" y="1822"/>
                  <a:pt x="1180" y="1822"/>
                </a:cubicBezTo>
                <a:cubicBezTo>
                  <a:pt x="1361" y="1822"/>
                  <a:pt x="1477" y="1699"/>
                  <a:pt x="1477" y="1547"/>
                </a:cubicBezTo>
                <a:lnTo>
                  <a:pt x="1809" y="1547"/>
                </a:lnTo>
                <a:cubicBezTo>
                  <a:pt x="1874" y="1547"/>
                  <a:pt x="1932" y="1518"/>
                  <a:pt x="1932" y="1431"/>
                </a:cubicBezTo>
                <a:lnTo>
                  <a:pt x="1932" y="1069"/>
                </a:lnTo>
                <a:cubicBezTo>
                  <a:pt x="1932" y="975"/>
                  <a:pt x="1903" y="888"/>
                  <a:pt x="1751" y="859"/>
                </a:cubicBezTo>
                <a:lnTo>
                  <a:pt x="1180" y="736"/>
                </a:lnTo>
                <a:lnTo>
                  <a:pt x="905" y="281"/>
                </a:lnTo>
                <a:cubicBezTo>
                  <a:pt x="847" y="194"/>
                  <a:pt x="753" y="136"/>
                  <a:pt x="666" y="136"/>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2534" name="Google Shape;2534;p32"/>
          <p:cNvSpPr txBox="1"/>
          <p:nvPr/>
        </p:nvSpPr>
        <p:spPr>
          <a:xfrm>
            <a:off x="1386575" y="1210436"/>
            <a:ext cx="3147600" cy="424500"/>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None/>
            </a:pPr>
            <a:r>
              <a:rPr lang="en" sz="2100">
                <a:solidFill>
                  <a:schemeClr val="dk1"/>
                </a:solidFill>
                <a:latin typeface="微軟正黑體" panose="020B0604030504040204" pitchFamily="34" charset="-120"/>
                <a:ea typeface="微軟正黑體" panose="020B0604030504040204" pitchFamily="34" charset="-120"/>
                <a:cs typeface="Poppins ExtraBold"/>
                <a:sym typeface="Poppins ExtraBold"/>
              </a:rPr>
              <a:t>13個.csv檔案</a:t>
            </a:r>
            <a:endParaRPr sz="2100">
              <a:solidFill>
                <a:schemeClr val="dk1"/>
              </a:solidFill>
              <a:latin typeface="微軟正黑體" panose="020B0604030504040204" pitchFamily="34" charset="-120"/>
              <a:ea typeface="微軟正黑體" panose="020B0604030504040204" pitchFamily="34" charset="-120"/>
              <a:cs typeface="Poppins ExtraBold"/>
              <a:sym typeface="Poppins ExtraBold"/>
            </a:endParaRPr>
          </a:p>
        </p:txBody>
      </p:sp>
      <p:sp>
        <p:nvSpPr>
          <p:cNvPr id="2535" name="Google Shape;2535;p32"/>
          <p:cNvSpPr/>
          <p:nvPr/>
        </p:nvSpPr>
        <p:spPr>
          <a:xfrm flipH="1">
            <a:off x="1037075" y="1257875"/>
            <a:ext cx="260100" cy="27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6" name="Google Shape;2536;p32"/>
          <p:cNvSpPr txBox="1"/>
          <p:nvPr/>
        </p:nvSpPr>
        <p:spPr>
          <a:xfrm>
            <a:off x="1386575" y="1821025"/>
            <a:ext cx="3531000" cy="424500"/>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None/>
            </a:pPr>
            <a:r>
              <a:rPr lang="en" sz="2100" dirty="0">
                <a:solidFill>
                  <a:schemeClr val="dk1"/>
                </a:solidFill>
                <a:latin typeface="微軟正黑體" panose="020B0604030504040204" pitchFamily="34" charset="-120"/>
                <a:ea typeface="微軟正黑體" panose="020B0604030504040204" pitchFamily="34" charset="-120"/>
                <a:cs typeface="Poppins ExtraBold"/>
                <a:sym typeface="Poppins ExtraBold"/>
              </a:rPr>
              <a:t>檢查欄位一致性與多餘欄位</a:t>
            </a:r>
            <a:endParaRPr sz="2100" dirty="0">
              <a:solidFill>
                <a:schemeClr val="dk1"/>
              </a:solidFill>
              <a:latin typeface="微軟正黑體" panose="020B0604030504040204" pitchFamily="34" charset="-120"/>
              <a:ea typeface="微軟正黑體" panose="020B0604030504040204" pitchFamily="34" charset="-120"/>
              <a:cs typeface="Poppins ExtraBold"/>
              <a:sym typeface="Poppins ExtraBold"/>
            </a:endParaRPr>
          </a:p>
        </p:txBody>
      </p:sp>
      <p:sp>
        <p:nvSpPr>
          <p:cNvPr id="2537" name="Google Shape;2537;p32"/>
          <p:cNvSpPr/>
          <p:nvPr/>
        </p:nvSpPr>
        <p:spPr>
          <a:xfrm flipH="1">
            <a:off x="1037075" y="1868475"/>
            <a:ext cx="260100" cy="27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8" name="Google Shape;2538;p32"/>
          <p:cNvSpPr txBox="1"/>
          <p:nvPr/>
        </p:nvSpPr>
        <p:spPr>
          <a:xfrm>
            <a:off x="1386575" y="3012475"/>
            <a:ext cx="5358000" cy="424500"/>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None/>
            </a:pPr>
            <a:r>
              <a:rPr lang="en" sz="2100" dirty="0">
                <a:solidFill>
                  <a:schemeClr val="dk1"/>
                </a:solidFill>
                <a:latin typeface="微軟正黑體" panose="020B0604030504040204" pitchFamily="34" charset="-120"/>
                <a:ea typeface="微軟正黑體" panose="020B0604030504040204" pitchFamily="34" charset="-120"/>
                <a:cs typeface="Poppins ExtraBold"/>
                <a:sym typeface="Poppins ExtraBold"/>
              </a:rPr>
              <a:t>Python程式 Pandas函數庫合併資料檔</a:t>
            </a:r>
            <a:endParaRPr sz="2100" dirty="0">
              <a:solidFill>
                <a:schemeClr val="dk1"/>
              </a:solidFill>
              <a:latin typeface="微軟正黑體" panose="020B0604030504040204" pitchFamily="34" charset="-120"/>
              <a:ea typeface="微軟正黑體" panose="020B0604030504040204" pitchFamily="34" charset="-120"/>
              <a:cs typeface="Poppins ExtraBold"/>
              <a:sym typeface="Poppins ExtraBold"/>
            </a:endParaRPr>
          </a:p>
        </p:txBody>
      </p:sp>
      <p:sp>
        <p:nvSpPr>
          <p:cNvPr id="2539" name="Google Shape;2539;p32"/>
          <p:cNvSpPr/>
          <p:nvPr/>
        </p:nvSpPr>
        <p:spPr>
          <a:xfrm flipH="1">
            <a:off x="1037075" y="3059925"/>
            <a:ext cx="260100" cy="27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0" name="Google Shape;2540;p32"/>
          <p:cNvSpPr txBox="1"/>
          <p:nvPr/>
        </p:nvSpPr>
        <p:spPr>
          <a:xfrm>
            <a:off x="1386575" y="2402875"/>
            <a:ext cx="5358000" cy="424500"/>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None/>
            </a:pPr>
            <a:r>
              <a:rPr lang="en" sz="2100">
                <a:solidFill>
                  <a:schemeClr val="dk1"/>
                </a:solidFill>
                <a:latin typeface="微軟正黑體" panose="020B0604030504040204" pitchFamily="34" charset="-120"/>
                <a:ea typeface="微軟正黑體" panose="020B0604030504040204" pitchFamily="34" charset="-120"/>
                <a:cs typeface="Poppins ExtraBold"/>
                <a:sym typeface="Poppins ExtraBold"/>
              </a:rPr>
              <a:t>更改檔名</a:t>
            </a:r>
            <a:endParaRPr sz="2100">
              <a:solidFill>
                <a:schemeClr val="dk1"/>
              </a:solidFill>
              <a:latin typeface="微軟正黑體" panose="020B0604030504040204" pitchFamily="34" charset="-120"/>
              <a:ea typeface="微軟正黑體" panose="020B0604030504040204" pitchFamily="34" charset="-120"/>
              <a:cs typeface="Poppins ExtraBold"/>
              <a:sym typeface="Poppins ExtraBold"/>
            </a:endParaRPr>
          </a:p>
        </p:txBody>
      </p:sp>
      <p:sp>
        <p:nvSpPr>
          <p:cNvPr id="2541" name="Google Shape;2541;p32"/>
          <p:cNvSpPr/>
          <p:nvPr/>
        </p:nvSpPr>
        <p:spPr>
          <a:xfrm flipH="1">
            <a:off x="1037075" y="2450325"/>
            <a:ext cx="260100" cy="27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2542" name="Google Shape;2542;p32"/>
          <p:cNvPicPr preferRelativeResize="0"/>
          <p:nvPr/>
        </p:nvPicPr>
        <p:blipFill>
          <a:blip r:embed="rId3">
            <a:alphaModFix/>
          </a:blip>
          <a:stretch>
            <a:fillRect/>
          </a:stretch>
        </p:blipFill>
        <p:spPr>
          <a:xfrm>
            <a:off x="198225" y="3829925"/>
            <a:ext cx="8839203" cy="850755"/>
          </a:xfrm>
          <a:prstGeom prst="rect">
            <a:avLst/>
          </a:prstGeom>
          <a:noFill/>
          <a:ln w="28575" cap="flat" cmpd="sng">
            <a:solidFill>
              <a:schemeClr val="lt2"/>
            </a:solidFill>
            <a:prstDash val="solid"/>
            <a:round/>
            <a:headEnd type="none" w="sm" len="sm"/>
            <a:tailEnd type="none" w="sm" len="sm"/>
          </a:ln>
        </p:spPr>
      </p:pic>
      <p:pic>
        <p:nvPicPr>
          <p:cNvPr id="2543" name="Google Shape;2543;p32"/>
          <p:cNvPicPr preferRelativeResize="0"/>
          <p:nvPr/>
        </p:nvPicPr>
        <p:blipFill>
          <a:blip r:embed="rId4">
            <a:alphaModFix/>
          </a:blip>
          <a:stretch>
            <a:fillRect/>
          </a:stretch>
        </p:blipFill>
        <p:spPr>
          <a:xfrm>
            <a:off x="5404009" y="1752275"/>
            <a:ext cx="3448050" cy="561975"/>
          </a:xfrm>
          <a:prstGeom prst="rect">
            <a:avLst/>
          </a:prstGeom>
          <a:noFill/>
          <a:ln w="28575" cap="flat" cmpd="sng">
            <a:solidFill>
              <a:schemeClr val="lt2"/>
            </a:solidFill>
            <a:prstDash val="solid"/>
            <a:round/>
            <a:headEnd type="none" w="sm" len="sm"/>
            <a:tailEnd type="none" w="sm" len="sm"/>
          </a:ln>
        </p:spPr>
      </p:pic>
      <p:pic>
        <p:nvPicPr>
          <p:cNvPr id="2544" name="Google Shape;2544;p32"/>
          <p:cNvPicPr preferRelativeResize="0"/>
          <p:nvPr/>
        </p:nvPicPr>
        <p:blipFill>
          <a:blip r:embed="rId5">
            <a:alphaModFix/>
          </a:blip>
          <a:stretch>
            <a:fillRect/>
          </a:stretch>
        </p:blipFill>
        <p:spPr>
          <a:xfrm>
            <a:off x="6618250" y="2788925"/>
            <a:ext cx="2023688" cy="816200"/>
          </a:xfrm>
          <a:prstGeom prst="rect">
            <a:avLst/>
          </a:prstGeom>
          <a:noFill/>
          <a:ln w="28575" cap="flat" cmpd="sng">
            <a:solidFill>
              <a:schemeClr val="lt2"/>
            </a:solidFill>
            <a:prstDash val="solid"/>
            <a:round/>
            <a:headEnd type="none" w="sm" len="sm"/>
            <a:tailEnd type="none" w="sm" len="sm"/>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548"/>
        <p:cNvGrpSpPr/>
        <p:nvPr/>
      </p:nvGrpSpPr>
      <p:grpSpPr>
        <a:xfrm>
          <a:off x="0" y="0"/>
          <a:ext cx="0" cy="0"/>
          <a:chOff x="0" y="0"/>
          <a:chExt cx="0" cy="0"/>
        </a:xfrm>
      </p:grpSpPr>
      <p:sp>
        <p:nvSpPr>
          <p:cNvPr id="2549" name="Google Shape;2549;p33"/>
          <p:cNvSpPr txBox="1"/>
          <p:nvPr/>
        </p:nvSpPr>
        <p:spPr>
          <a:xfrm>
            <a:off x="1376000" y="144850"/>
            <a:ext cx="6598200" cy="51873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300" dirty="0">
                <a:solidFill>
                  <a:schemeClr val="dk1"/>
                </a:solidFill>
                <a:latin typeface="微軟正黑體" panose="020B0604030504040204" pitchFamily="34" charset="-120"/>
                <a:ea typeface="微軟正黑體" panose="020B0604030504040204" pitchFamily="34" charset="-120"/>
                <a:cs typeface="DM Sans"/>
                <a:sym typeface="DM Sans"/>
              </a:rPr>
              <a:t>import pandas as pd</a:t>
            </a:r>
            <a:endParaRPr sz="1300" dirty="0">
              <a:solidFill>
                <a:schemeClr val="dk1"/>
              </a:solidFill>
              <a:latin typeface="微軟正黑體" panose="020B0604030504040204" pitchFamily="34" charset="-120"/>
              <a:ea typeface="微軟正黑體" panose="020B0604030504040204" pitchFamily="34" charset="-120"/>
              <a:cs typeface="DM Sans"/>
              <a:sym typeface="DM Sans"/>
            </a:endParaRPr>
          </a:p>
          <a:p>
            <a:pPr marL="0" lvl="0" indent="0" algn="l" rtl="0">
              <a:spcBef>
                <a:spcPts val="0"/>
              </a:spcBef>
              <a:spcAft>
                <a:spcPts val="0"/>
              </a:spcAft>
              <a:buNone/>
            </a:pPr>
            <a:r>
              <a:rPr lang="en" sz="1300" dirty="0">
                <a:solidFill>
                  <a:schemeClr val="dk1"/>
                </a:solidFill>
                <a:latin typeface="微軟正黑體" panose="020B0604030504040204" pitchFamily="34" charset="-120"/>
                <a:ea typeface="微軟正黑體" panose="020B0604030504040204" pitchFamily="34" charset="-120"/>
                <a:cs typeface="DM Sans"/>
                <a:sym typeface="DM Sans"/>
              </a:rPr>
              <a:t>import os</a:t>
            </a:r>
            <a:endParaRPr sz="1300" dirty="0">
              <a:solidFill>
                <a:schemeClr val="dk1"/>
              </a:solidFill>
              <a:latin typeface="微軟正黑體" panose="020B0604030504040204" pitchFamily="34" charset="-120"/>
              <a:ea typeface="微軟正黑體" panose="020B0604030504040204" pitchFamily="34" charset="-120"/>
              <a:cs typeface="DM Sans"/>
              <a:sym typeface="DM Sans"/>
            </a:endParaRPr>
          </a:p>
          <a:p>
            <a:pPr marL="0" lvl="0" indent="0" algn="l" rtl="0">
              <a:spcBef>
                <a:spcPts val="0"/>
              </a:spcBef>
              <a:spcAft>
                <a:spcPts val="0"/>
              </a:spcAft>
              <a:buNone/>
            </a:pPr>
            <a:endParaRPr sz="1300" dirty="0">
              <a:solidFill>
                <a:schemeClr val="dk1"/>
              </a:solidFill>
              <a:latin typeface="微軟正黑體" panose="020B0604030504040204" pitchFamily="34" charset="-120"/>
              <a:ea typeface="微軟正黑體" panose="020B0604030504040204" pitchFamily="34" charset="-120"/>
              <a:cs typeface="DM Sans"/>
              <a:sym typeface="DM Sans"/>
            </a:endParaRPr>
          </a:p>
          <a:p>
            <a:pPr marL="0" lvl="0" indent="0" algn="l" rtl="0">
              <a:spcBef>
                <a:spcPts val="0"/>
              </a:spcBef>
              <a:spcAft>
                <a:spcPts val="0"/>
              </a:spcAft>
              <a:buNone/>
            </a:pPr>
            <a:r>
              <a:rPr lang="en" sz="1300" dirty="0">
                <a:solidFill>
                  <a:schemeClr val="dk1"/>
                </a:solidFill>
                <a:latin typeface="微軟正黑體" panose="020B0604030504040204" pitchFamily="34" charset="-120"/>
                <a:ea typeface="微軟正黑體" panose="020B0604030504040204" pitchFamily="34" charset="-120"/>
                <a:cs typeface="DM Sans"/>
                <a:sym typeface="DM Sans"/>
              </a:rPr>
              <a:t>directory = r"D:\使用者勿刪\Desktop\merge"</a:t>
            </a:r>
            <a:endParaRPr sz="1300" dirty="0">
              <a:solidFill>
                <a:schemeClr val="dk1"/>
              </a:solidFill>
              <a:latin typeface="微軟正黑體" panose="020B0604030504040204" pitchFamily="34" charset="-120"/>
              <a:ea typeface="微軟正黑體" panose="020B0604030504040204" pitchFamily="34" charset="-120"/>
              <a:cs typeface="DM Sans"/>
              <a:sym typeface="DM Sans"/>
            </a:endParaRPr>
          </a:p>
          <a:p>
            <a:pPr marL="0" lvl="0" indent="0" algn="l" rtl="0">
              <a:spcBef>
                <a:spcPts val="0"/>
              </a:spcBef>
              <a:spcAft>
                <a:spcPts val="0"/>
              </a:spcAft>
              <a:buNone/>
            </a:pPr>
            <a:r>
              <a:rPr lang="en" sz="1300" dirty="0">
                <a:solidFill>
                  <a:schemeClr val="dk1"/>
                </a:solidFill>
                <a:latin typeface="微軟正黑體" panose="020B0604030504040204" pitchFamily="34" charset="-120"/>
                <a:ea typeface="微軟正黑體" panose="020B0604030504040204" pitchFamily="34" charset="-120"/>
                <a:cs typeface="DM Sans"/>
                <a:sym typeface="DM Sans"/>
              </a:rPr>
              <a:t>def extract_suffix(filename):</a:t>
            </a:r>
            <a:endParaRPr sz="1300" dirty="0">
              <a:solidFill>
                <a:schemeClr val="dk1"/>
              </a:solidFill>
              <a:latin typeface="微軟正黑體" panose="020B0604030504040204" pitchFamily="34" charset="-120"/>
              <a:ea typeface="微軟正黑體" panose="020B0604030504040204" pitchFamily="34" charset="-120"/>
              <a:cs typeface="DM Sans"/>
              <a:sym typeface="DM Sans"/>
            </a:endParaRPr>
          </a:p>
          <a:p>
            <a:pPr marL="0" lvl="0" indent="0" algn="l" rtl="0">
              <a:spcBef>
                <a:spcPts val="0"/>
              </a:spcBef>
              <a:spcAft>
                <a:spcPts val="0"/>
              </a:spcAft>
              <a:buNone/>
            </a:pPr>
            <a:r>
              <a:rPr lang="en" sz="1300" dirty="0">
                <a:solidFill>
                  <a:schemeClr val="dk1"/>
                </a:solidFill>
                <a:latin typeface="微軟正黑體" panose="020B0604030504040204" pitchFamily="34" charset="-120"/>
                <a:ea typeface="微軟正黑體" panose="020B0604030504040204" pitchFamily="34" charset="-120"/>
                <a:cs typeface="DM Sans"/>
                <a:sym typeface="DM Sans"/>
              </a:rPr>
              <a:t>    parts = filename.split("_")</a:t>
            </a:r>
            <a:endParaRPr sz="1300" dirty="0">
              <a:solidFill>
                <a:schemeClr val="dk1"/>
              </a:solidFill>
              <a:latin typeface="微軟正黑體" panose="020B0604030504040204" pitchFamily="34" charset="-120"/>
              <a:ea typeface="微軟正黑體" panose="020B0604030504040204" pitchFamily="34" charset="-120"/>
              <a:cs typeface="DM Sans"/>
              <a:sym typeface="DM Sans"/>
            </a:endParaRPr>
          </a:p>
          <a:p>
            <a:pPr marL="0" lvl="0" indent="0" algn="l" rtl="0">
              <a:spcBef>
                <a:spcPts val="0"/>
              </a:spcBef>
              <a:spcAft>
                <a:spcPts val="0"/>
              </a:spcAft>
              <a:buNone/>
            </a:pPr>
            <a:r>
              <a:rPr lang="en" sz="1300" dirty="0">
                <a:solidFill>
                  <a:schemeClr val="dk1"/>
                </a:solidFill>
                <a:latin typeface="微軟正黑體" panose="020B0604030504040204" pitchFamily="34" charset="-120"/>
                <a:ea typeface="微軟正黑體" panose="020B0604030504040204" pitchFamily="34" charset="-120"/>
                <a:cs typeface="DM Sans"/>
                <a:sym typeface="DM Sans"/>
              </a:rPr>
              <a:t>    if len(parts) &gt; 1:</a:t>
            </a:r>
            <a:endParaRPr sz="1300" dirty="0">
              <a:solidFill>
                <a:schemeClr val="dk1"/>
              </a:solidFill>
              <a:latin typeface="微軟正黑體" panose="020B0604030504040204" pitchFamily="34" charset="-120"/>
              <a:ea typeface="微軟正黑體" panose="020B0604030504040204" pitchFamily="34" charset="-120"/>
              <a:cs typeface="DM Sans"/>
              <a:sym typeface="DM Sans"/>
            </a:endParaRPr>
          </a:p>
          <a:p>
            <a:pPr marL="0" lvl="0" indent="0" algn="l" rtl="0">
              <a:spcBef>
                <a:spcPts val="0"/>
              </a:spcBef>
              <a:spcAft>
                <a:spcPts val="0"/>
              </a:spcAft>
              <a:buNone/>
            </a:pPr>
            <a:r>
              <a:rPr lang="en" sz="1300" dirty="0">
                <a:solidFill>
                  <a:schemeClr val="dk1"/>
                </a:solidFill>
                <a:latin typeface="微軟正黑體" panose="020B0604030504040204" pitchFamily="34" charset="-120"/>
                <a:ea typeface="微軟正黑體" panose="020B0604030504040204" pitchFamily="34" charset="-120"/>
                <a:cs typeface="DM Sans"/>
                <a:sym typeface="DM Sans"/>
              </a:rPr>
              <a:t>        suffix = parts[-1].split(".")[0]</a:t>
            </a:r>
            <a:endParaRPr sz="1300" dirty="0">
              <a:solidFill>
                <a:schemeClr val="dk1"/>
              </a:solidFill>
              <a:latin typeface="微軟正黑體" panose="020B0604030504040204" pitchFamily="34" charset="-120"/>
              <a:ea typeface="微軟正黑體" panose="020B0604030504040204" pitchFamily="34" charset="-120"/>
              <a:cs typeface="DM Sans"/>
              <a:sym typeface="DM Sans"/>
            </a:endParaRPr>
          </a:p>
          <a:p>
            <a:pPr marL="0" lvl="0" indent="0" algn="l" rtl="0">
              <a:spcBef>
                <a:spcPts val="0"/>
              </a:spcBef>
              <a:spcAft>
                <a:spcPts val="0"/>
              </a:spcAft>
              <a:buNone/>
            </a:pPr>
            <a:r>
              <a:rPr lang="en" sz="1300" dirty="0">
                <a:solidFill>
                  <a:schemeClr val="dk1"/>
                </a:solidFill>
                <a:latin typeface="微軟正黑體" panose="020B0604030504040204" pitchFamily="34" charset="-120"/>
                <a:ea typeface="微軟正黑體" panose="020B0604030504040204" pitchFamily="34" charset="-120"/>
                <a:cs typeface="DM Sans"/>
                <a:sym typeface="DM Sans"/>
              </a:rPr>
              <a:t>        if suffix.isdigit():</a:t>
            </a:r>
            <a:endParaRPr sz="1300" dirty="0">
              <a:solidFill>
                <a:schemeClr val="dk1"/>
              </a:solidFill>
              <a:latin typeface="微軟正黑體" panose="020B0604030504040204" pitchFamily="34" charset="-120"/>
              <a:ea typeface="微軟正黑體" panose="020B0604030504040204" pitchFamily="34" charset="-120"/>
              <a:cs typeface="DM Sans"/>
              <a:sym typeface="DM Sans"/>
            </a:endParaRPr>
          </a:p>
          <a:p>
            <a:pPr marL="0" lvl="0" indent="0" algn="l" rtl="0">
              <a:spcBef>
                <a:spcPts val="0"/>
              </a:spcBef>
              <a:spcAft>
                <a:spcPts val="0"/>
              </a:spcAft>
              <a:buNone/>
            </a:pPr>
            <a:r>
              <a:rPr lang="en" sz="1300" dirty="0">
                <a:solidFill>
                  <a:schemeClr val="dk1"/>
                </a:solidFill>
                <a:latin typeface="微軟正黑體" panose="020B0604030504040204" pitchFamily="34" charset="-120"/>
                <a:ea typeface="微軟正黑體" panose="020B0604030504040204" pitchFamily="34" charset="-120"/>
                <a:cs typeface="DM Sans"/>
                <a:sym typeface="DM Sans"/>
              </a:rPr>
              <a:t>            return int(suffix)</a:t>
            </a:r>
            <a:endParaRPr sz="1300" dirty="0">
              <a:solidFill>
                <a:schemeClr val="dk1"/>
              </a:solidFill>
              <a:latin typeface="微軟正黑體" panose="020B0604030504040204" pitchFamily="34" charset="-120"/>
              <a:ea typeface="微軟正黑體" panose="020B0604030504040204" pitchFamily="34" charset="-120"/>
              <a:cs typeface="DM Sans"/>
              <a:sym typeface="DM Sans"/>
            </a:endParaRPr>
          </a:p>
          <a:p>
            <a:pPr marL="0" lvl="0" indent="0" algn="l" rtl="0">
              <a:spcBef>
                <a:spcPts val="0"/>
              </a:spcBef>
              <a:spcAft>
                <a:spcPts val="0"/>
              </a:spcAft>
              <a:buNone/>
            </a:pPr>
            <a:r>
              <a:rPr lang="en" sz="1300" dirty="0">
                <a:solidFill>
                  <a:schemeClr val="dk1"/>
                </a:solidFill>
                <a:latin typeface="微軟正黑體" panose="020B0604030504040204" pitchFamily="34" charset="-120"/>
                <a:ea typeface="微軟正黑體" panose="020B0604030504040204" pitchFamily="34" charset="-120"/>
                <a:cs typeface="DM Sans"/>
                <a:sym typeface="DM Sans"/>
              </a:rPr>
              <a:t>    return float('inf')</a:t>
            </a:r>
            <a:endParaRPr sz="1300" dirty="0">
              <a:solidFill>
                <a:schemeClr val="dk1"/>
              </a:solidFill>
              <a:latin typeface="微軟正黑體" panose="020B0604030504040204" pitchFamily="34" charset="-120"/>
              <a:ea typeface="微軟正黑體" panose="020B0604030504040204" pitchFamily="34" charset="-120"/>
              <a:cs typeface="DM Sans"/>
              <a:sym typeface="DM Sans"/>
            </a:endParaRPr>
          </a:p>
          <a:p>
            <a:pPr marL="0" lvl="0" indent="0" algn="l" rtl="0">
              <a:spcBef>
                <a:spcPts val="0"/>
              </a:spcBef>
              <a:spcAft>
                <a:spcPts val="0"/>
              </a:spcAft>
              <a:buNone/>
            </a:pPr>
            <a:endParaRPr sz="1300" dirty="0">
              <a:solidFill>
                <a:schemeClr val="dk1"/>
              </a:solidFill>
              <a:latin typeface="微軟正黑體" panose="020B0604030504040204" pitchFamily="34" charset="-120"/>
              <a:ea typeface="微軟正黑體" panose="020B0604030504040204" pitchFamily="34" charset="-120"/>
              <a:cs typeface="DM Sans"/>
              <a:sym typeface="DM Sans"/>
            </a:endParaRPr>
          </a:p>
          <a:p>
            <a:pPr marL="0" lvl="0" indent="0" algn="l" rtl="0">
              <a:spcBef>
                <a:spcPts val="0"/>
              </a:spcBef>
              <a:spcAft>
                <a:spcPts val="0"/>
              </a:spcAft>
              <a:buNone/>
            </a:pPr>
            <a:r>
              <a:rPr lang="en" sz="1300" dirty="0">
                <a:solidFill>
                  <a:schemeClr val="dk1"/>
                </a:solidFill>
                <a:latin typeface="微軟正黑體" panose="020B0604030504040204" pitchFamily="34" charset="-120"/>
                <a:ea typeface="微軟正黑體" panose="020B0604030504040204" pitchFamily="34" charset="-120"/>
                <a:cs typeface="DM Sans"/>
                <a:sym typeface="DM Sans"/>
              </a:rPr>
              <a:t>files = sorted([f for f in os.listdir(directory) if f.endswith(".csv")], key=extract_suffix)</a:t>
            </a:r>
            <a:endParaRPr sz="1300" dirty="0">
              <a:solidFill>
                <a:schemeClr val="dk1"/>
              </a:solidFill>
              <a:latin typeface="微軟正黑體" panose="020B0604030504040204" pitchFamily="34" charset="-120"/>
              <a:ea typeface="微軟正黑體" panose="020B0604030504040204" pitchFamily="34" charset="-120"/>
              <a:cs typeface="DM Sans"/>
              <a:sym typeface="DM Sans"/>
            </a:endParaRPr>
          </a:p>
          <a:p>
            <a:pPr marL="0" lvl="0" indent="0" algn="l" rtl="0">
              <a:spcBef>
                <a:spcPts val="0"/>
              </a:spcBef>
              <a:spcAft>
                <a:spcPts val="0"/>
              </a:spcAft>
              <a:buNone/>
            </a:pPr>
            <a:r>
              <a:rPr lang="en" sz="1300" dirty="0">
                <a:solidFill>
                  <a:schemeClr val="dk1"/>
                </a:solidFill>
                <a:latin typeface="微軟正黑體" panose="020B0604030504040204" pitchFamily="34" charset="-120"/>
                <a:ea typeface="微軟正黑體" panose="020B0604030504040204" pitchFamily="34" charset="-120"/>
                <a:cs typeface="DM Sans"/>
                <a:sym typeface="DM Sans"/>
              </a:rPr>
              <a:t>dataframes = []</a:t>
            </a:r>
            <a:endParaRPr sz="1300" dirty="0">
              <a:solidFill>
                <a:schemeClr val="dk1"/>
              </a:solidFill>
              <a:latin typeface="微軟正黑體" panose="020B0604030504040204" pitchFamily="34" charset="-120"/>
              <a:ea typeface="微軟正黑體" panose="020B0604030504040204" pitchFamily="34" charset="-120"/>
              <a:cs typeface="DM Sans"/>
              <a:sym typeface="DM Sans"/>
            </a:endParaRPr>
          </a:p>
          <a:p>
            <a:pPr marL="0" lvl="0" indent="0" algn="l" rtl="0">
              <a:spcBef>
                <a:spcPts val="0"/>
              </a:spcBef>
              <a:spcAft>
                <a:spcPts val="0"/>
              </a:spcAft>
              <a:buNone/>
            </a:pPr>
            <a:endParaRPr sz="1300" dirty="0">
              <a:solidFill>
                <a:schemeClr val="dk1"/>
              </a:solidFill>
              <a:latin typeface="微軟正黑體" panose="020B0604030504040204" pitchFamily="34" charset="-120"/>
              <a:ea typeface="微軟正黑體" panose="020B0604030504040204" pitchFamily="34" charset="-120"/>
              <a:cs typeface="DM Sans"/>
              <a:sym typeface="DM Sans"/>
            </a:endParaRPr>
          </a:p>
          <a:p>
            <a:pPr marL="0" lvl="0" indent="0" algn="l" rtl="0">
              <a:spcBef>
                <a:spcPts val="0"/>
              </a:spcBef>
              <a:spcAft>
                <a:spcPts val="0"/>
              </a:spcAft>
              <a:buNone/>
            </a:pPr>
            <a:r>
              <a:rPr lang="en" sz="1300" dirty="0">
                <a:solidFill>
                  <a:schemeClr val="dk1"/>
                </a:solidFill>
                <a:latin typeface="微軟正黑體" panose="020B0604030504040204" pitchFamily="34" charset="-120"/>
                <a:ea typeface="微軟正黑體" panose="020B0604030504040204" pitchFamily="34" charset="-120"/>
                <a:cs typeface="DM Sans"/>
                <a:sym typeface="DM Sans"/>
              </a:rPr>
              <a:t>for filename in files:</a:t>
            </a:r>
            <a:endParaRPr sz="1300" dirty="0">
              <a:solidFill>
                <a:schemeClr val="dk1"/>
              </a:solidFill>
              <a:latin typeface="微軟正黑體" panose="020B0604030504040204" pitchFamily="34" charset="-120"/>
              <a:ea typeface="微軟正黑體" panose="020B0604030504040204" pitchFamily="34" charset="-120"/>
              <a:cs typeface="DM Sans"/>
              <a:sym typeface="DM Sans"/>
            </a:endParaRPr>
          </a:p>
          <a:p>
            <a:pPr marL="0" lvl="0" indent="0" algn="l" rtl="0">
              <a:spcBef>
                <a:spcPts val="0"/>
              </a:spcBef>
              <a:spcAft>
                <a:spcPts val="0"/>
              </a:spcAft>
              <a:buNone/>
            </a:pPr>
            <a:r>
              <a:rPr lang="en" sz="1300" dirty="0">
                <a:solidFill>
                  <a:schemeClr val="dk1"/>
                </a:solidFill>
                <a:latin typeface="微軟正黑體" panose="020B0604030504040204" pitchFamily="34" charset="-120"/>
                <a:ea typeface="微軟正黑體" panose="020B0604030504040204" pitchFamily="34" charset="-120"/>
                <a:cs typeface="DM Sans"/>
                <a:sym typeface="DM Sans"/>
              </a:rPr>
              <a:t>    file_path = os.path.join(directory, filename)</a:t>
            </a:r>
            <a:endParaRPr sz="1300" dirty="0">
              <a:solidFill>
                <a:schemeClr val="dk1"/>
              </a:solidFill>
              <a:latin typeface="微軟正黑體" panose="020B0604030504040204" pitchFamily="34" charset="-120"/>
              <a:ea typeface="微軟正黑體" panose="020B0604030504040204" pitchFamily="34" charset="-120"/>
              <a:cs typeface="DM Sans"/>
              <a:sym typeface="DM Sans"/>
            </a:endParaRPr>
          </a:p>
          <a:p>
            <a:pPr marL="0" lvl="0" indent="0" algn="l" rtl="0">
              <a:spcBef>
                <a:spcPts val="0"/>
              </a:spcBef>
              <a:spcAft>
                <a:spcPts val="0"/>
              </a:spcAft>
              <a:buNone/>
            </a:pPr>
            <a:r>
              <a:rPr lang="en" sz="1300" dirty="0">
                <a:solidFill>
                  <a:schemeClr val="dk1"/>
                </a:solidFill>
                <a:latin typeface="微軟正黑體" panose="020B0604030504040204" pitchFamily="34" charset="-120"/>
                <a:ea typeface="微軟正黑體" panose="020B0604030504040204" pitchFamily="34" charset="-120"/>
                <a:cs typeface="DM Sans"/>
                <a:sym typeface="DM Sans"/>
              </a:rPr>
              <a:t>    df = pd.read_csv(file_path, encoding='utf-16', low_memory=False)</a:t>
            </a:r>
            <a:endParaRPr sz="1300" dirty="0">
              <a:solidFill>
                <a:schemeClr val="dk1"/>
              </a:solidFill>
              <a:latin typeface="微軟正黑體" panose="020B0604030504040204" pitchFamily="34" charset="-120"/>
              <a:ea typeface="微軟正黑體" panose="020B0604030504040204" pitchFamily="34" charset="-120"/>
              <a:cs typeface="DM Sans"/>
              <a:sym typeface="DM Sans"/>
            </a:endParaRPr>
          </a:p>
          <a:p>
            <a:pPr marL="0" lvl="0" indent="0" algn="l" rtl="0">
              <a:spcBef>
                <a:spcPts val="0"/>
              </a:spcBef>
              <a:spcAft>
                <a:spcPts val="0"/>
              </a:spcAft>
              <a:buNone/>
            </a:pPr>
            <a:r>
              <a:rPr lang="en" sz="1300" dirty="0">
                <a:solidFill>
                  <a:schemeClr val="dk1"/>
                </a:solidFill>
                <a:latin typeface="微軟正黑體" panose="020B0604030504040204" pitchFamily="34" charset="-120"/>
                <a:ea typeface="微軟正黑體" panose="020B0604030504040204" pitchFamily="34" charset="-120"/>
                <a:cs typeface="DM Sans"/>
                <a:sym typeface="DM Sans"/>
              </a:rPr>
              <a:t>    dataframes.append(df)</a:t>
            </a:r>
            <a:endParaRPr sz="1300" dirty="0">
              <a:solidFill>
                <a:schemeClr val="dk1"/>
              </a:solidFill>
              <a:latin typeface="微軟正黑體" panose="020B0604030504040204" pitchFamily="34" charset="-120"/>
              <a:ea typeface="微軟正黑體" panose="020B0604030504040204" pitchFamily="34" charset="-120"/>
              <a:cs typeface="DM Sans"/>
              <a:sym typeface="DM Sans"/>
            </a:endParaRPr>
          </a:p>
          <a:p>
            <a:pPr marL="0" lvl="0" indent="0" algn="l" rtl="0">
              <a:spcBef>
                <a:spcPts val="0"/>
              </a:spcBef>
              <a:spcAft>
                <a:spcPts val="0"/>
              </a:spcAft>
              <a:buNone/>
            </a:pPr>
            <a:endParaRPr sz="1300" dirty="0">
              <a:solidFill>
                <a:schemeClr val="dk1"/>
              </a:solidFill>
              <a:latin typeface="微軟正黑體" panose="020B0604030504040204" pitchFamily="34" charset="-120"/>
              <a:ea typeface="微軟正黑體" panose="020B0604030504040204" pitchFamily="34" charset="-120"/>
              <a:cs typeface="DM Sans"/>
              <a:sym typeface="DM Sans"/>
            </a:endParaRPr>
          </a:p>
          <a:p>
            <a:pPr marL="0" lvl="0" indent="0" algn="l" rtl="0">
              <a:spcBef>
                <a:spcPts val="0"/>
              </a:spcBef>
              <a:spcAft>
                <a:spcPts val="0"/>
              </a:spcAft>
              <a:buNone/>
            </a:pPr>
            <a:r>
              <a:rPr lang="en" sz="1300" dirty="0">
                <a:solidFill>
                  <a:schemeClr val="dk1"/>
                </a:solidFill>
                <a:latin typeface="微軟正黑體" panose="020B0604030504040204" pitchFamily="34" charset="-120"/>
                <a:ea typeface="微軟正黑體" panose="020B0604030504040204" pitchFamily="34" charset="-120"/>
                <a:cs typeface="DM Sans"/>
                <a:sym typeface="DM Sans"/>
              </a:rPr>
              <a:t>merged_df = pd.concat(dataframes, ignore_index=True)</a:t>
            </a:r>
            <a:endParaRPr sz="1300" dirty="0">
              <a:solidFill>
                <a:schemeClr val="dk1"/>
              </a:solidFill>
              <a:latin typeface="微軟正黑體" panose="020B0604030504040204" pitchFamily="34" charset="-120"/>
              <a:ea typeface="微軟正黑體" panose="020B0604030504040204" pitchFamily="34" charset="-120"/>
              <a:cs typeface="DM Sans"/>
              <a:sym typeface="DM Sans"/>
            </a:endParaRPr>
          </a:p>
          <a:p>
            <a:pPr marL="0" lvl="0" indent="0" algn="l" rtl="0">
              <a:spcBef>
                <a:spcPts val="0"/>
              </a:spcBef>
              <a:spcAft>
                <a:spcPts val="0"/>
              </a:spcAft>
              <a:buNone/>
            </a:pPr>
            <a:r>
              <a:rPr lang="en" sz="1300" dirty="0">
                <a:solidFill>
                  <a:schemeClr val="dk1"/>
                </a:solidFill>
                <a:latin typeface="微軟正黑體" panose="020B0604030504040204" pitchFamily="34" charset="-120"/>
                <a:ea typeface="微軟正黑體" panose="020B0604030504040204" pitchFamily="34" charset="-120"/>
                <a:cs typeface="DM Sans"/>
                <a:sym typeface="DM Sans"/>
              </a:rPr>
              <a:t>output_path = r"D:\使用者勿刪\Desktop\merged.csv"</a:t>
            </a:r>
            <a:endParaRPr sz="1300" dirty="0">
              <a:solidFill>
                <a:schemeClr val="dk1"/>
              </a:solidFill>
              <a:latin typeface="微軟正黑體" panose="020B0604030504040204" pitchFamily="34" charset="-120"/>
              <a:ea typeface="微軟正黑體" panose="020B0604030504040204" pitchFamily="34" charset="-120"/>
              <a:cs typeface="DM Sans"/>
              <a:sym typeface="DM Sans"/>
            </a:endParaRPr>
          </a:p>
          <a:p>
            <a:pPr marL="0" lvl="0" indent="0" algn="l" rtl="0">
              <a:spcBef>
                <a:spcPts val="0"/>
              </a:spcBef>
              <a:spcAft>
                <a:spcPts val="0"/>
              </a:spcAft>
              <a:buNone/>
            </a:pPr>
            <a:r>
              <a:rPr lang="en" sz="1300" dirty="0">
                <a:solidFill>
                  <a:schemeClr val="dk1"/>
                </a:solidFill>
                <a:latin typeface="微軟正黑體" panose="020B0604030504040204" pitchFamily="34" charset="-120"/>
                <a:ea typeface="微軟正黑體" panose="020B0604030504040204" pitchFamily="34" charset="-120"/>
                <a:cs typeface="DM Sans"/>
                <a:sym typeface="DM Sans"/>
              </a:rPr>
              <a:t>merged_df.to_csv(output_path, index=False, encoding='utf-16')</a:t>
            </a:r>
            <a:endParaRPr sz="1300" dirty="0">
              <a:solidFill>
                <a:schemeClr val="dk1"/>
              </a:solidFill>
              <a:latin typeface="微軟正黑體" panose="020B0604030504040204" pitchFamily="34" charset="-120"/>
              <a:ea typeface="微軟正黑體" panose="020B0604030504040204" pitchFamily="34" charset="-120"/>
              <a:cs typeface="DM Sans"/>
              <a:sym typeface="DM Sans"/>
            </a:endParaRPr>
          </a:p>
          <a:p>
            <a:pPr marL="0" lvl="0" indent="0" algn="l" rtl="0">
              <a:spcBef>
                <a:spcPts val="0"/>
              </a:spcBef>
              <a:spcAft>
                <a:spcPts val="0"/>
              </a:spcAft>
              <a:buNone/>
            </a:pPr>
            <a:endParaRPr sz="1300" dirty="0">
              <a:solidFill>
                <a:schemeClr val="dk1"/>
              </a:solidFill>
              <a:latin typeface="DM Sans"/>
              <a:ea typeface="DM Sans"/>
              <a:cs typeface="DM Sans"/>
              <a:sym typeface="DM Sans"/>
            </a:endParaRPr>
          </a:p>
          <a:p>
            <a:pPr marL="0" lvl="0" indent="0" algn="l" rtl="0">
              <a:spcBef>
                <a:spcPts val="0"/>
              </a:spcBef>
              <a:spcAft>
                <a:spcPts val="0"/>
              </a:spcAft>
              <a:buNone/>
            </a:pPr>
            <a:endParaRPr sz="1300" dirty="0">
              <a:solidFill>
                <a:schemeClr val="dk1"/>
              </a:solidFill>
              <a:latin typeface="DM Sans"/>
              <a:ea typeface="DM Sans"/>
              <a:cs typeface="DM Sans"/>
              <a:sym typeface="DM Sans"/>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553"/>
        <p:cNvGrpSpPr/>
        <p:nvPr/>
      </p:nvGrpSpPr>
      <p:grpSpPr>
        <a:xfrm>
          <a:off x="0" y="0"/>
          <a:ext cx="0" cy="0"/>
          <a:chOff x="0" y="0"/>
          <a:chExt cx="0" cy="0"/>
        </a:xfrm>
      </p:grpSpPr>
      <p:sp>
        <p:nvSpPr>
          <p:cNvPr id="2554" name="Google Shape;2554;p34"/>
          <p:cNvSpPr txBox="1">
            <a:spLocks noGrp="1"/>
          </p:cNvSpPr>
          <p:nvPr>
            <p:ph type="subTitle" idx="5"/>
          </p:nvPr>
        </p:nvSpPr>
        <p:spPr>
          <a:xfrm>
            <a:off x="1875296" y="460850"/>
            <a:ext cx="2811000" cy="3771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sz="2500" b="1">
                <a:latin typeface="微軟正黑體" panose="020B0604030504040204" pitchFamily="34" charset="-120"/>
                <a:ea typeface="微軟正黑體" panose="020B0604030504040204" pitchFamily="34" charset="-120"/>
              </a:rPr>
              <a:t>重複性資料</a:t>
            </a:r>
            <a:endParaRPr sz="2500" b="1">
              <a:latin typeface="微軟正黑體" panose="020B0604030504040204" pitchFamily="34" charset="-120"/>
              <a:ea typeface="微軟正黑體" panose="020B0604030504040204" pitchFamily="34" charset="-120"/>
            </a:endParaRPr>
          </a:p>
        </p:txBody>
      </p:sp>
      <p:sp>
        <p:nvSpPr>
          <p:cNvPr id="2555" name="Google Shape;2555;p34"/>
          <p:cNvSpPr/>
          <p:nvPr/>
        </p:nvSpPr>
        <p:spPr>
          <a:xfrm>
            <a:off x="1120750" y="335450"/>
            <a:ext cx="627900" cy="627900"/>
          </a:xfrm>
          <a:prstGeom prst="rect">
            <a:avLst/>
          </a:prstGeom>
          <a:solidFill>
            <a:schemeClr val="accent5"/>
          </a:solidFill>
          <a:ln w="38100"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556" name="Google Shape;2556;p34"/>
          <p:cNvGrpSpPr/>
          <p:nvPr/>
        </p:nvGrpSpPr>
        <p:grpSpPr>
          <a:xfrm>
            <a:off x="1273837" y="493166"/>
            <a:ext cx="321718" cy="312481"/>
            <a:chOff x="6852800" y="3270478"/>
            <a:chExt cx="321718" cy="312481"/>
          </a:xfrm>
        </p:grpSpPr>
        <p:sp>
          <p:nvSpPr>
            <p:cNvPr id="2557" name="Google Shape;2557;p34"/>
            <p:cNvSpPr/>
            <p:nvPr/>
          </p:nvSpPr>
          <p:spPr>
            <a:xfrm>
              <a:off x="6909274" y="3492168"/>
              <a:ext cx="22905" cy="20727"/>
            </a:xfrm>
            <a:custGeom>
              <a:avLst/>
              <a:gdLst/>
              <a:ahLst/>
              <a:cxnLst/>
              <a:rect l="l" t="t" r="r" b="b"/>
              <a:pathLst>
                <a:path w="305" h="276" extrusionOk="0">
                  <a:moveTo>
                    <a:pt x="152" y="0"/>
                  </a:moveTo>
                  <a:cubicBezTo>
                    <a:pt x="66" y="0"/>
                    <a:pt x="0" y="58"/>
                    <a:pt x="0" y="123"/>
                  </a:cubicBezTo>
                  <a:cubicBezTo>
                    <a:pt x="0" y="210"/>
                    <a:pt x="66" y="275"/>
                    <a:pt x="152" y="275"/>
                  </a:cubicBezTo>
                  <a:cubicBezTo>
                    <a:pt x="210" y="275"/>
                    <a:pt x="304" y="210"/>
                    <a:pt x="304" y="123"/>
                  </a:cubicBezTo>
                  <a:cubicBezTo>
                    <a:pt x="304" y="58"/>
                    <a:pt x="210" y="0"/>
                    <a:pt x="15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1"/>
                </a:solidFill>
              </a:endParaRPr>
            </a:p>
          </p:txBody>
        </p:sp>
        <p:sp>
          <p:nvSpPr>
            <p:cNvPr id="2558" name="Google Shape;2558;p34"/>
            <p:cNvSpPr/>
            <p:nvPr/>
          </p:nvSpPr>
          <p:spPr>
            <a:xfrm>
              <a:off x="6909274" y="3344901"/>
              <a:ext cx="22905" cy="20727"/>
            </a:xfrm>
            <a:custGeom>
              <a:avLst/>
              <a:gdLst/>
              <a:ahLst/>
              <a:cxnLst/>
              <a:rect l="l" t="t" r="r" b="b"/>
              <a:pathLst>
                <a:path w="305" h="276" extrusionOk="0">
                  <a:moveTo>
                    <a:pt x="152" y="1"/>
                  </a:moveTo>
                  <a:cubicBezTo>
                    <a:pt x="66" y="1"/>
                    <a:pt x="0" y="66"/>
                    <a:pt x="0" y="124"/>
                  </a:cubicBezTo>
                  <a:cubicBezTo>
                    <a:pt x="0" y="210"/>
                    <a:pt x="66" y="276"/>
                    <a:pt x="152" y="276"/>
                  </a:cubicBezTo>
                  <a:cubicBezTo>
                    <a:pt x="210" y="276"/>
                    <a:pt x="304" y="210"/>
                    <a:pt x="304" y="124"/>
                  </a:cubicBezTo>
                  <a:cubicBezTo>
                    <a:pt x="304" y="66"/>
                    <a:pt x="210" y="1"/>
                    <a:pt x="15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1"/>
                </a:solidFill>
              </a:endParaRPr>
            </a:p>
          </p:txBody>
        </p:sp>
        <p:sp>
          <p:nvSpPr>
            <p:cNvPr id="2559" name="Google Shape;2559;p34"/>
            <p:cNvSpPr/>
            <p:nvPr/>
          </p:nvSpPr>
          <p:spPr>
            <a:xfrm>
              <a:off x="7006526" y="3492168"/>
              <a:ext cx="20727" cy="20727"/>
            </a:xfrm>
            <a:custGeom>
              <a:avLst/>
              <a:gdLst/>
              <a:ahLst/>
              <a:cxnLst/>
              <a:rect l="l" t="t" r="r" b="b"/>
              <a:pathLst>
                <a:path w="276" h="276" extrusionOk="0">
                  <a:moveTo>
                    <a:pt x="123" y="0"/>
                  </a:moveTo>
                  <a:cubicBezTo>
                    <a:pt x="66" y="0"/>
                    <a:pt x="0" y="58"/>
                    <a:pt x="0" y="123"/>
                  </a:cubicBezTo>
                  <a:cubicBezTo>
                    <a:pt x="0" y="210"/>
                    <a:pt x="66" y="275"/>
                    <a:pt x="123" y="275"/>
                  </a:cubicBezTo>
                  <a:cubicBezTo>
                    <a:pt x="218" y="275"/>
                    <a:pt x="275" y="210"/>
                    <a:pt x="275" y="123"/>
                  </a:cubicBezTo>
                  <a:cubicBezTo>
                    <a:pt x="275" y="58"/>
                    <a:pt x="218" y="0"/>
                    <a:pt x="12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1"/>
                </a:solidFill>
              </a:endParaRPr>
            </a:p>
          </p:txBody>
        </p:sp>
        <p:sp>
          <p:nvSpPr>
            <p:cNvPr id="2560" name="Google Shape;2560;p34"/>
            <p:cNvSpPr/>
            <p:nvPr/>
          </p:nvSpPr>
          <p:spPr>
            <a:xfrm>
              <a:off x="7006526" y="3344901"/>
              <a:ext cx="20727" cy="20727"/>
            </a:xfrm>
            <a:custGeom>
              <a:avLst/>
              <a:gdLst/>
              <a:ahLst/>
              <a:cxnLst/>
              <a:rect l="l" t="t" r="r" b="b"/>
              <a:pathLst>
                <a:path w="276" h="276" extrusionOk="0">
                  <a:moveTo>
                    <a:pt x="123" y="1"/>
                  </a:moveTo>
                  <a:cubicBezTo>
                    <a:pt x="66" y="1"/>
                    <a:pt x="0" y="66"/>
                    <a:pt x="0" y="124"/>
                  </a:cubicBezTo>
                  <a:cubicBezTo>
                    <a:pt x="0" y="210"/>
                    <a:pt x="66" y="276"/>
                    <a:pt x="123" y="276"/>
                  </a:cubicBezTo>
                  <a:cubicBezTo>
                    <a:pt x="218" y="276"/>
                    <a:pt x="275" y="210"/>
                    <a:pt x="275" y="124"/>
                  </a:cubicBezTo>
                  <a:cubicBezTo>
                    <a:pt x="275" y="66"/>
                    <a:pt x="218" y="1"/>
                    <a:pt x="12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1"/>
                </a:solidFill>
              </a:endParaRPr>
            </a:p>
          </p:txBody>
        </p:sp>
        <p:sp>
          <p:nvSpPr>
            <p:cNvPr id="2561" name="Google Shape;2561;p34"/>
            <p:cNvSpPr/>
            <p:nvPr/>
          </p:nvSpPr>
          <p:spPr>
            <a:xfrm>
              <a:off x="7095066" y="3344901"/>
              <a:ext cx="20201" cy="20727"/>
            </a:xfrm>
            <a:custGeom>
              <a:avLst/>
              <a:gdLst/>
              <a:ahLst/>
              <a:cxnLst/>
              <a:rect l="l" t="t" r="r" b="b"/>
              <a:pathLst>
                <a:path w="269" h="276" extrusionOk="0">
                  <a:moveTo>
                    <a:pt x="124" y="1"/>
                  </a:moveTo>
                  <a:cubicBezTo>
                    <a:pt x="59" y="1"/>
                    <a:pt x="1" y="66"/>
                    <a:pt x="1" y="124"/>
                  </a:cubicBezTo>
                  <a:cubicBezTo>
                    <a:pt x="1" y="210"/>
                    <a:pt x="59" y="276"/>
                    <a:pt x="124" y="276"/>
                  </a:cubicBezTo>
                  <a:cubicBezTo>
                    <a:pt x="211" y="276"/>
                    <a:pt x="268" y="210"/>
                    <a:pt x="268" y="124"/>
                  </a:cubicBezTo>
                  <a:cubicBezTo>
                    <a:pt x="268" y="66"/>
                    <a:pt x="211" y="1"/>
                    <a:pt x="12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1"/>
                </a:solidFill>
              </a:endParaRPr>
            </a:p>
          </p:txBody>
        </p:sp>
        <p:sp>
          <p:nvSpPr>
            <p:cNvPr id="2562" name="Google Shape;2562;p34"/>
            <p:cNvSpPr/>
            <p:nvPr/>
          </p:nvSpPr>
          <p:spPr>
            <a:xfrm>
              <a:off x="6852800" y="3270478"/>
              <a:ext cx="321718" cy="312481"/>
            </a:xfrm>
            <a:custGeom>
              <a:avLst/>
              <a:gdLst/>
              <a:ahLst/>
              <a:cxnLst/>
              <a:rect l="l" t="t" r="r" b="b"/>
              <a:pathLst>
                <a:path w="4284" h="4161" extrusionOk="0">
                  <a:moveTo>
                    <a:pt x="2142" y="695"/>
                  </a:moveTo>
                  <a:cubicBezTo>
                    <a:pt x="2380" y="695"/>
                    <a:pt x="2590" y="876"/>
                    <a:pt x="2590" y="1115"/>
                  </a:cubicBezTo>
                  <a:cubicBezTo>
                    <a:pt x="2590" y="1296"/>
                    <a:pt x="2474" y="1476"/>
                    <a:pt x="2322" y="1505"/>
                  </a:cubicBezTo>
                  <a:lnTo>
                    <a:pt x="2322" y="1961"/>
                  </a:lnTo>
                  <a:lnTo>
                    <a:pt x="3227" y="1961"/>
                  </a:lnTo>
                  <a:lnTo>
                    <a:pt x="3227" y="1534"/>
                  </a:lnTo>
                  <a:cubicBezTo>
                    <a:pt x="3046" y="1476"/>
                    <a:pt x="2923" y="1296"/>
                    <a:pt x="2952" y="1115"/>
                  </a:cubicBezTo>
                  <a:cubicBezTo>
                    <a:pt x="2952" y="905"/>
                    <a:pt x="3133" y="724"/>
                    <a:pt x="3350" y="724"/>
                  </a:cubicBezTo>
                  <a:cubicBezTo>
                    <a:pt x="3589" y="724"/>
                    <a:pt x="3769" y="905"/>
                    <a:pt x="3769" y="1144"/>
                  </a:cubicBezTo>
                  <a:cubicBezTo>
                    <a:pt x="3769" y="1324"/>
                    <a:pt x="3646" y="1476"/>
                    <a:pt x="3494" y="1534"/>
                  </a:cubicBezTo>
                  <a:lnTo>
                    <a:pt x="3494" y="2258"/>
                  </a:lnTo>
                  <a:lnTo>
                    <a:pt x="2322" y="2258"/>
                  </a:lnTo>
                  <a:lnTo>
                    <a:pt x="2322" y="2685"/>
                  </a:lnTo>
                  <a:cubicBezTo>
                    <a:pt x="2474" y="2743"/>
                    <a:pt x="2590" y="2923"/>
                    <a:pt x="2590" y="3104"/>
                  </a:cubicBezTo>
                  <a:cubicBezTo>
                    <a:pt x="2561" y="3314"/>
                    <a:pt x="2409" y="3495"/>
                    <a:pt x="2199" y="3495"/>
                  </a:cubicBezTo>
                  <a:cubicBezTo>
                    <a:pt x="2185" y="3497"/>
                    <a:pt x="2170" y="3498"/>
                    <a:pt x="2155" y="3498"/>
                  </a:cubicBezTo>
                  <a:cubicBezTo>
                    <a:pt x="1935" y="3498"/>
                    <a:pt x="1751" y="3299"/>
                    <a:pt x="1751" y="3075"/>
                  </a:cubicBezTo>
                  <a:cubicBezTo>
                    <a:pt x="1751" y="2894"/>
                    <a:pt x="1867" y="2743"/>
                    <a:pt x="2047" y="2685"/>
                  </a:cubicBezTo>
                  <a:lnTo>
                    <a:pt x="2047" y="2258"/>
                  </a:lnTo>
                  <a:lnTo>
                    <a:pt x="1027" y="2258"/>
                  </a:lnTo>
                  <a:lnTo>
                    <a:pt x="1027" y="2685"/>
                  </a:lnTo>
                  <a:cubicBezTo>
                    <a:pt x="1208" y="2743"/>
                    <a:pt x="1324" y="2894"/>
                    <a:pt x="1324" y="3075"/>
                  </a:cubicBezTo>
                  <a:cubicBezTo>
                    <a:pt x="1324" y="3314"/>
                    <a:pt x="1143" y="3495"/>
                    <a:pt x="904" y="3495"/>
                  </a:cubicBezTo>
                  <a:cubicBezTo>
                    <a:pt x="666" y="3495"/>
                    <a:pt x="485" y="3314"/>
                    <a:pt x="485" y="3075"/>
                  </a:cubicBezTo>
                  <a:cubicBezTo>
                    <a:pt x="485" y="2894"/>
                    <a:pt x="601" y="2743"/>
                    <a:pt x="752" y="2685"/>
                  </a:cubicBezTo>
                  <a:lnTo>
                    <a:pt x="752" y="1505"/>
                  </a:lnTo>
                  <a:cubicBezTo>
                    <a:pt x="601" y="1447"/>
                    <a:pt x="485" y="1296"/>
                    <a:pt x="485" y="1115"/>
                  </a:cubicBezTo>
                  <a:cubicBezTo>
                    <a:pt x="485" y="905"/>
                    <a:pt x="666" y="695"/>
                    <a:pt x="904" y="695"/>
                  </a:cubicBezTo>
                  <a:cubicBezTo>
                    <a:pt x="1143" y="695"/>
                    <a:pt x="1324" y="905"/>
                    <a:pt x="1324" y="1115"/>
                  </a:cubicBezTo>
                  <a:cubicBezTo>
                    <a:pt x="1324" y="1296"/>
                    <a:pt x="1208" y="1447"/>
                    <a:pt x="1027" y="1505"/>
                  </a:cubicBezTo>
                  <a:lnTo>
                    <a:pt x="1027" y="1961"/>
                  </a:lnTo>
                  <a:lnTo>
                    <a:pt x="2047" y="1961"/>
                  </a:lnTo>
                  <a:lnTo>
                    <a:pt x="2047" y="1505"/>
                  </a:lnTo>
                  <a:cubicBezTo>
                    <a:pt x="1867" y="1447"/>
                    <a:pt x="1751" y="1296"/>
                    <a:pt x="1751" y="1086"/>
                  </a:cubicBezTo>
                  <a:cubicBezTo>
                    <a:pt x="1780" y="905"/>
                    <a:pt x="1932" y="724"/>
                    <a:pt x="2142" y="695"/>
                  </a:cubicBezTo>
                  <a:close/>
                  <a:moveTo>
                    <a:pt x="0" y="0"/>
                  </a:moveTo>
                  <a:lnTo>
                    <a:pt x="0" y="4161"/>
                  </a:lnTo>
                  <a:lnTo>
                    <a:pt x="4283" y="4161"/>
                  </a:lnTo>
                  <a:lnTo>
                    <a:pt x="4283"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1"/>
                </a:solidFill>
              </a:endParaRPr>
            </a:p>
          </p:txBody>
        </p:sp>
      </p:grpSp>
      <p:pic>
        <p:nvPicPr>
          <p:cNvPr id="2563" name="Google Shape;2563;p34"/>
          <p:cNvPicPr preferRelativeResize="0"/>
          <p:nvPr/>
        </p:nvPicPr>
        <p:blipFill>
          <a:blip r:embed="rId3">
            <a:alphaModFix/>
          </a:blip>
          <a:stretch>
            <a:fillRect/>
          </a:stretch>
        </p:blipFill>
        <p:spPr>
          <a:xfrm>
            <a:off x="1339725" y="1150725"/>
            <a:ext cx="6712216" cy="2127729"/>
          </a:xfrm>
          <a:prstGeom prst="rect">
            <a:avLst/>
          </a:prstGeom>
          <a:noFill/>
          <a:ln w="28575" cap="flat" cmpd="sng">
            <a:solidFill>
              <a:schemeClr val="lt2"/>
            </a:solidFill>
            <a:prstDash val="solid"/>
            <a:round/>
            <a:headEnd type="none" w="sm" len="sm"/>
            <a:tailEnd type="none" w="sm" len="sm"/>
          </a:ln>
        </p:spPr>
      </p:pic>
      <p:sp>
        <p:nvSpPr>
          <p:cNvPr id="2564" name="Google Shape;2564;p34"/>
          <p:cNvSpPr txBox="1"/>
          <p:nvPr/>
        </p:nvSpPr>
        <p:spPr>
          <a:xfrm>
            <a:off x="1953848" y="3485573"/>
            <a:ext cx="3462600" cy="424500"/>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None/>
            </a:pPr>
            <a:r>
              <a:rPr lang="en" sz="2100" dirty="0">
                <a:solidFill>
                  <a:schemeClr val="dk1"/>
                </a:solidFill>
                <a:latin typeface="微軟正黑體" panose="020B0604030504040204" pitchFamily="34" charset="-120"/>
                <a:ea typeface="微軟正黑體" panose="020B0604030504040204" pitchFamily="34" charset="-120"/>
                <a:cs typeface="Poppins"/>
                <a:sym typeface="Poppins"/>
              </a:rPr>
              <a:t>42個當事者&gt;&gt;42筆資料 </a:t>
            </a:r>
            <a:endParaRPr sz="2100" dirty="0">
              <a:solidFill>
                <a:schemeClr val="dk1"/>
              </a:solidFill>
              <a:latin typeface="微軟正黑體" panose="020B0604030504040204" pitchFamily="34" charset="-120"/>
              <a:ea typeface="微軟正黑體" panose="020B0604030504040204" pitchFamily="34" charset="-120"/>
              <a:cs typeface="Poppins"/>
              <a:sym typeface="Poppins"/>
            </a:endParaRPr>
          </a:p>
        </p:txBody>
      </p:sp>
      <p:sp>
        <p:nvSpPr>
          <p:cNvPr id="2565" name="Google Shape;2565;p34"/>
          <p:cNvSpPr txBox="1"/>
          <p:nvPr/>
        </p:nvSpPr>
        <p:spPr>
          <a:xfrm>
            <a:off x="2036350" y="3935526"/>
            <a:ext cx="3553500" cy="424500"/>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None/>
            </a:pPr>
            <a:r>
              <a:rPr lang="en" sz="2100" dirty="0">
                <a:solidFill>
                  <a:schemeClr val="dk1"/>
                </a:solidFill>
                <a:latin typeface="微軟正黑體" panose="020B0604030504040204" pitchFamily="34" charset="-120"/>
                <a:ea typeface="微軟正黑體" panose="020B0604030504040204" pitchFamily="34" charset="-120"/>
                <a:cs typeface="Poppins"/>
                <a:sym typeface="Poppins"/>
              </a:rPr>
              <a:t>篩選所有事件的第1當事者</a:t>
            </a:r>
            <a:endParaRPr sz="2100" dirty="0">
              <a:solidFill>
                <a:schemeClr val="dk1"/>
              </a:solidFill>
              <a:latin typeface="微軟正黑體" panose="020B0604030504040204" pitchFamily="34" charset="-120"/>
              <a:ea typeface="微軟正黑體" panose="020B0604030504040204" pitchFamily="34" charset="-120"/>
              <a:cs typeface="Poppins"/>
              <a:sym typeface="Poppins"/>
            </a:endParaRPr>
          </a:p>
        </p:txBody>
      </p:sp>
      <p:sp>
        <p:nvSpPr>
          <p:cNvPr id="2566" name="Google Shape;2566;p34"/>
          <p:cNvSpPr/>
          <p:nvPr/>
        </p:nvSpPr>
        <p:spPr>
          <a:xfrm flipH="1">
            <a:off x="1686850" y="3982976"/>
            <a:ext cx="260100" cy="27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567" name="Google Shape;2567;p34"/>
          <p:cNvSpPr txBox="1"/>
          <p:nvPr/>
        </p:nvSpPr>
        <p:spPr>
          <a:xfrm>
            <a:off x="2038500" y="4396576"/>
            <a:ext cx="5358000" cy="424500"/>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None/>
            </a:pPr>
            <a:r>
              <a:rPr lang="en" sz="2100">
                <a:solidFill>
                  <a:schemeClr val="dk1"/>
                </a:solidFill>
                <a:latin typeface="微軟正黑體" panose="020B0604030504040204" pitchFamily="34" charset="-120"/>
                <a:ea typeface="微軟正黑體" panose="020B0604030504040204" pitchFamily="34" charset="-120"/>
                <a:cs typeface="Poppins"/>
                <a:sym typeface="Poppins"/>
              </a:rPr>
              <a:t>91萬筆資料&gt;&gt; 39萬筆</a:t>
            </a:r>
            <a:endParaRPr sz="2100">
              <a:solidFill>
                <a:schemeClr val="dk1"/>
              </a:solidFill>
              <a:latin typeface="微軟正黑體" panose="020B0604030504040204" pitchFamily="34" charset="-120"/>
              <a:ea typeface="微軟正黑體" panose="020B0604030504040204" pitchFamily="34" charset="-120"/>
              <a:cs typeface="Poppins"/>
              <a:sym typeface="Poppins"/>
            </a:endParaRPr>
          </a:p>
        </p:txBody>
      </p:sp>
      <p:sp>
        <p:nvSpPr>
          <p:cNvPr id="2568" name="Google Shape;2568;p34"/>
          <p:cNvSpPr/>
          <p:nvPr/>
        </p:nvSpPr>
        <p:spPr>
          <a:xfrm flipH="1">
            <a:off x="1689000" y="4444026"/>
            <a:ext cx="260100" cy="27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9" name="Google Shape;2569;p34"/>
          <p:cNvSpPr/>
          <p:nvPr/>
        </p:nvSpPr>
        <p:spPr>
          <a:xfrm>
            <a:off x="1606676" y="3408909"/>
            <a:ext cx="396021" cy="520903"/>
          </a:xfrm>
          <a:custGeom>
            <a:avLst/>
            <a:gdLst/>
            <a:ahLst/>
            <a:cxnLst/>
            <a:rect l="l" t="t" r="r" b="b"/>
            <a:pathLst>
              <a:path w="9127" h="11905" extrusionOk="0">
                <a:moveTo>
                  <a:pt x="4564" y="2534"/>
                </a:moveTo>
                <a:cubicBezTo>
                  <a:pt x="5776" y="2534"/>
                  <a:pt x="6757" y="3514"/>
                  <a:pt x="6757" y="4727"/>
                </a:cubicBezTo>
                <a:cubicBezTo>
                  <a:pt x="6757" y="5940"/>
                  <a:pt x="5776" y="6920"/>
                  <a:pt x="4564" y="6920"/>
                </a:cubicBezTo>
                <a:cubicBezTo>
                  <a:pt x="3351" y="6920"/>
                  <a:pt x="2371" y="5940"/>
                  <a:pt x="2371" y="4727"/>
                </a:cubicBezTo>
                <a:cubicBezTo>
                  <a:pt x="2371" y="3514"/>
                  <a:pt x="3351" y="2534"/>
                  <a:pt x="4564" y="2534"/>
                </a:cubicBezTo>
                <a:close/>
                <a:moveTo>
                  <a:pt x="4564" y="0"/>
                </a:moveTo>
                <a:cubicBezTo>
                  <a:pt x="2044" y="0"/>
                  <a:pt x="1" y="2043"/>
                  <a:pt x="1" y="4577"/>
                </a:cubicBezTo>
                <a:cubicBezTo>
                  <a:pt x="1" y="7097"/>
                  <a:pt x="4564" y="11905"/>
                  <a:pt x="4564" y="11905"/>
                </a:cubicBezTo>
                <a:cubicBezTo>
                  <a:pt x="4564" y="11905"/>
                  <a:pt x="9127" y="7097"/>
                  <a:pt x="9127" y="4577"/>
                </a:cubicBezTo>
                <a:cubicBezTo>
                  <a:pt x="9127" y="2043"/>
                  <a:pt x="7084" y="0"/>
                  <a:pt x="4564"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300"/>
          </a:p>
        </p:txBody>
      </p:sp>
      <p:pic>
        <p:nvPicPr>
          <p:cNvPr id="2570" name="Google Shape;2570;p34"/>
          <p:cNvPicPr preferRelativeResize="0"/>
          <p:nvPr/>
        </p:nvPicPr>
        <p:blipFill>
          <a:blip r:embed="rId4">
            <a:alphaModFix/>
          </a:blip>
          <a:stretch>
            <a:fillRect/>
          </a:stretch>
        </p:blipFill>
        <p:spPr>
          <a:xfrm>
            <a:off x="6019800" y="3681998"/>
            <a:ext cx="1085700" cy="821875"/>
          </a:xfrm>
          <a:prstGeom prst="rect">
            <a:avLst/>
          </a:prstGeom>
          <a:noFill/>
          <a:ln w="28575" cap="flat" cmpd="sng">
            <a:solidFill>
              <a:schemeClr val="lt2"/>
            </a:solidFill>
            <a:prstDash val="solid"/>
            <a:round/>
            <a:headEnd type="none" w="sm" len="sm"/>
            <a:tailEnd type="none" w="sm" len="sm"/>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574"/>
        <p:cNvGrpSpPr/>
        <p:nvPr/>
      </p:nvGrpSpPr>
      <p:grpSpPr>
        <a:xfrm>
          <a:off x="0" y="0"/>
          <a:ext cx="0" cy="0"/>
          <a:chOff x="0" y="0"/>
          <a:chExt cx="0" cy="0"/>
        </a:xfrm>
      </p:grpSpPr>
      <p:sp>
        <p:nvSpPr>
          <p:cNvPr id="2575" name="Google Shape;2575;p35"/>
          <p:cNvSpPr txBox="1">
            <a:spLocks noGrp="1"/>
          </p:cNvSpPr>
          <p:nvPr>
            <p:ph type="subTitle" idx="7"/>
          </p:nvPr>
        </p:nvSpPr>
        <p:spPr>
          <a:xfrm>
            <a:off x="1909849" y="537063"/>
            <a:ext cx="2811000" cy="3771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b="1" dirty="0">
                <a:latin typeface="微軟正黑體" panose="020B0604030504040204" pitchFamily="34" charset="-120"/>
                <a:ea typeface="微軟正黑體" panose="020B0604030504040204" pitchFamily="34" charset="-120"/>
              </a:rPr>
              <a:t>空值處理</a:t>
            </a:r>
            <a:endParaRPr b="1" dirty="0">
              <a:latin typeface="微軟正黑體" panose="020B0604030504040204" pitchFamily="34" charset="-120"/>
              <a:ea typeface="微軟正黑體" panose="020B0604030504040204" pitchFamily="34" charset="-120"/>
            </a:endParaRPr>
          </a:p>
        </p:txBody>
      </p:sp>
      <p:sp>
        <p:nvSpPr>
          <p:cNvPr id="2576" name="Google Shape;2576;p35"/>
          <p:cNvSpPr/>
          <p:nvPr/>
        </p:nvSpPr>
        <p:spPr>
          <a:xfrm>
            <a:off x="1155325" y="411650"/>
            <a:ext cx="627900" cy="627900"/>
          </a:xfrm>
          <a:prstGeom prst="rect">
            <a:avLst/>
          </a:prstGeom>
          <a:solidFill>
            <a:schemeClr val="accent5"/>
          </a:solidFill>
          <a:ln w="38100"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7" name="Google Shape;2577;p35"/>
          <p:cNvSpPr/>
          <p:nvPr/>
        </p:nvSpPr>
        <p:spPr>
          <a:xfrm>
            <a:off x="1292458" y="548794"/>
            <a:ext cx="353645" cy="353615"/>
          </a:xfrm>
          <a:custGeom>
            <a:avLst/>
            <a:gdLst/>
            <a:ahLst/>
            <a:cxnLst/>
            <a:rect l="l" t="t" r="r" b="b"/>
            <a:pathLst>
              <a:path w="11658" h="11657" extrusionOk="0">
                <a:moveTo>
                  <a:pt x="5955" y="1733"/>
                </a:moveTo>
                <a:cubicBezTo>
                  <a:pt x="7089" y="1733"/>
                  <a:pt x="8003" y="2647"/>
                  <a:pt x="8003" y="3781"/>
                </a:cubicBezTo>
                <a:cubicBezTo>
                  <a:pt x="7877" y="4442"/>
                  <a:pt x="7562" y="5041"/>
                  <a:pt x="7058" y="5419"/>
                </a:cubicBezTo>
                <a:cubicBezTo>
                  <a:pt x="6837" y="5577"/>
                  <a:pt x="6522" y="5892"/>
                  <a:pt x="6522" y="6333"/>
                </a:cubicBezTo>
                <a:lnTo>
                  <a:pt x="6522" y="6522"/>
                </a:lnTo>
                <a:cubicBezTo>
                  <a:pt x="6522" y="6931"/>
                  <a:pt x="6207" y="7215"/>
                  <a:pt x="5861" y="7215"/>
                </a:cubicBezTo>
                <a:cubicBezTo>
                  <a:pt x="5482" y="7215"/>
                  <a:pt x="5199" y="6900"/>
                  <a:pt x="5199" y="6522"/>
                </a:cubicBezTo>
                <a:lnTo>
                  <a:pt x="5199" y="6333"/>
                </a:lnTo>
                <a:cubicBezTo>
                  <a:pt x="5199" y="5577"/>
                  <a:pt x="5577" y="4852"/>
                  <a:pt x="6302" y="4316"/>
                </a:cubicBezTo>
                <a:cubicBezTo>
                  <a:pt x="6491" y="4190"/>
                  <a:pt x="6585" y="4001"/>
                  <a:pt x="6585" y="3781"/>
                </a:cubicBezTo>
                <a:cubicBezTo>
                  <a:pt x="6585" y="3371"/>
                  <a:pt x="6270" y="3119"/>
                  <a:pt x="5892" y="3119"/>
                </a:cubicBezTo>
                <a:cubicBezTo>
                  <a:pt x="5514" y="3119"/>
                  <a:pt x="5230" y="3434"/>
                  <a:pt x="5230" y="3781"/>
                </a:cubicBezTo>
                <a:cubicBezTo>
                  <a:pt x="5230" y="4159"/>
                  <a:pt x="4915" y="4442"/>
                  <a:pt x="4569" y="4442"/>
                </a:cubicBezTo>
                <a:cubicBezTo>
                  <a:pt x="4191" y="4442"/>
                  <a:pt x="3907" y="4127"/>
                  <a:pt x="3907" y="3781"/>
                </a:cubicBezTo>
                <a:cubicBezTo>
                  <a:pt x="3907" y="2647"/>
                  <a:pt x="4821" y="1733"/>
                  <a:pt x="5955" y="1733"/>
                </a:cubicBezTo>
                <a:close/>
                <a:moveTo>
                  <a:pt x="5829" y="8570"/>
                </a:moveTo>
                <a:cubicBezTo>
                  <a:pt x="6176" y="8570"/>
                  <a:pt x="6491" y="8885"/>
                  <a:pt x="6491" y="9263"/>
                </a:cubicBezTo>
                <a:cubicBezTo>
                  <a:pt x="6491" y="9641"/>
                  <a:pt x="6207" y="9924"/>
                  <a:pt x="5829" y="9924"/>
                </a:cubicBezTo>
                <a:cubicBezTo>
                  <a:pt x="5419" y="9924"/>
                  <a:pt x="5167" y="9609"/>
                  <a:pt x="5167" y="9263"/>
                </a:cubicBezTo>
                <a:cubicBezTo>
                  <a:pt x="5167" y="8853"/>
                  <a:pt x="5482" y="8570"/>
                  <a:pt x="5829" y="8570"/>
                </a:cubicBezTo>
                <a:close/>
                <a:moveTo>
                  <a:pt x="5829" y="0"/>
                </a:moveTo>
                <a:cubicBezTo>
                  <a:pt x="2647" y="0"/>
                  <a:pt x="1" y="2615"/>
                  <a:pt x="1" y="5829"/>
                </a:cubicBezTo>
                <a:cubicBezTo>
                  <a:pt x="1" y="9011"/>
                  <a:pt x="2647" y="11657"/>
                  <a:pt x="5829" y="11657"/>
                </a:cubicBezTo>
                <a:cubicBezTo>
                  <a:pt x="9011" y="11657"/>
                  <a:pt x="11657" y="9011"/>
                  <a:pt x="11657" y="5829"/>
                </a:cubicBezTo>
                <a:cubicBezTo>
                  <a:pt x="11657" y="2647"/>
                  <a:pt x="9011" y="0"/>
                  <a:pt x="5829"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8" name="Google Shape;2578;p35"/>
          <p:cNvSpPr txBox="1"/>
          <p:nvPr/>
        </p:nvSpPr>
        <p:spPr>
          <a:xfrm>
            <a:off x="1641950" y="1439536"/>
            <a:ext cx="3147600" cy="424500"/>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None/>
            </a:pPr>
            <a:r>
              <a:rPr lang="en" sz="2100">
                <a:solidFill>
                  <a:schemeClr val="dk1"/>
                </a:solidFill>
                <a:latin typeface="微軟正黑體" panose="020B0604030504040204" pitchFamily="34" charset="-120"/>
                <a:ea typeface="微軟正黑體" panose="020B0604030504040204" pitchFamily="34" charset="-120"/>
                <a:cs typeface="Poppins"/>
                <a:sym typeface="Poppins"/>
              </a:rPr>
              <a:t>篩選器發現空值</a:t>
            </a:r>
            <a:endParaRPr sz="2100">
              <a:solidFill>
                <a:schemeClr val="dk1"/>
              </a:solidFill>
              <a:latin typeface="微軟正黑體" panose="020B0604030504040204" pitchFamily="34" charset="-120"/>
              <a:ea typeface="微軟正黑體" panose="020B0604030504040204" pitchFamily="34" charset="-120"/>
              <a:cs typeface="Poppins"/>
              <a:sym typeface="Poppins"/>
            </a:endParaRPr>
          </a:p>
        </p:txBody>
      </p:sp>
      <p:sp>
        <p:nvSpPr>
          <p:cNvPr id="2579" name="Google Shape;2579;p35"/>
          <p:cNvSpPr/>
          <p:nvPr/>
        </p:nvSpPr>
        <p:spPr>
          <a:xfrm flipH="1">
            <a:off x="1292450" y="1486975"/>
            <a:ext cx="260100" cy="27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0" name="Google Shape;2580;p35"/>
          <p:cNvSpPr txBox="1"/>
          <p:nvPr/>
        </p:nvSpPr>
        <p:spPr>
          <a:xfrm>
            <a:off x="1641950" y="2203561"/>
            <a:ext cx="3147600" cy="424500"/>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None/>
            </a:pPr>
            <a:r>
              <a:rPr lang="en" sz="2100">
                <a:solidFill>
                  <a:schemeClr val="dk1"/>
                </a:solidFill>
                <a:latin typeface="微軟正黑體" panose="020B0604030504040204" pitchFamily="34" charset="-120"/>
                <a:ea typeface="微軟正黑體" panose="020B0604030504040204" pitchFamily="34" charset="-120"/>
                <a:cs typeface="Poppins"/>
                <a:sym typeface="Poppins"/>
              </a:rPr>
              <a:t>推測原因&amp;判斷刪除方式</a:t>
            </a:r>
            <a:endParaRPr sz="2100">
              <a:solidFill>
                <a:schemeClr val="dk1"/>
              </a:solidFill>
              <a:latin typeface="微軟正黑體" panose="020B0604030504040204" pitchFamily="34" charset="-120"/>
              <a:ea typeface="微軟正黑體" panose="020B0604030504040204" pitchFamily="34" charset="-120"/>
              <a:cs typeface="Poppins"/>
              <a:sym typeface="Poppins"/>
            </a:endParaRPr>
          </a:p>
        </p:txBody>
      </p:sp>
      <p:sp>
        <p:nvSpPr>
          <p:cNvPr id="2581" name="Google Shape;2581;p35"/>
          <p:cNvSpPr/>
          <p:nvPr/>
        </p:nvSpPr>
        <p:spPr>
          <a:xfrm flipH="1">
            <a:off x="1292450" y="2251000"/>
            <a:ext cx="260100" cy="27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2" name="Google Shape;2582;p35"/>
          <p:cNvSpPr txBox="1"/>
          <p:nvPr/>
        </p:nvSpPr>
        <p:spPr>
          <a:xfrm>
            <a:off x="1641950" y="2967586"/>
            <a:ext cx="3147600" cy="424500"/>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None/>
            </a:pPr>
            <a:r>
              <a:rPr lang="en" sz="2100" dirty="0">
                <a:solidFill>
                  <a:schemeClr val="dk1"/>
                </a:solidFill>
                <a:latin typeface="微軟正黑體" panose="020B0604030504040204" pitchFamily="34" charset="-120"/>
                <a:ea typeface="微軟正黑體" panose="020B0604030504040204" pitchFamily="34" charset="-120"/>
                <a:cs typeface="Poppins"/>
                <a:sym typeface="Poppins"/>
              </a:rPr>
              <a:t>篩掉空值所在欄位</a:t>
            </a:r>
            <a:endParaRPr sz="2100" dirty="0">
              <a:solidFill>
                <a:schemeClr val="dk1"/>
              </a:solidFill>
              <a:latin typeface="微軟正黑體" panose="020B0604030504040204" pitchFamily="34" charset="-120"/>
              <a:ea typeface="微軟正黑體" panose="020B0604030504040204" pitchFamily="34" charset="-120"/>
              <a:cs typeface="Poppins"/>
              <a:sym typeface="Poppins"/>
            </a:endParaRPr>
          </a:p>
        </p:txBody>
      </p:sp>
      <p:sp>
        <p:nvSpPr>
          <p:cNvPr id="2583" name="Google Shape;2583;p35"/>
          <p:cNvSpPr/>
          <p:nvPr/>
        </p:nvSpPr>
        <p:spPr>
          <a:xfrm flipH="1">
            <a:off x="1292450" y="3015025"/>
            <a:ext cx="260100" cy="27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2584" name="Google Shape;2584;p35"/>
          <p:cNvPicPr preferRelativeResize="0"/>
          <p:nvPr/>
        </p:nvPicPr>
        <p:blipFill>
          <a:blip r:embed="rId3">
            <a:alphaModFix/>
          </a:blip>
          <a:stretch>
            <a:fillRect/>
          </a:stretch>
        </p:blipFill>
        <p:spPr>
          <a:xfrm>
            <a:off x="5193875" y="3556611"/>
            <a:ext cx="1866900" cy="1190625"/>
          </a:xfrm>
          <a:prstGeom prst="rect">
            <a:avLst/>
          </a:prstGeom>
          <a:noFill/>
          <a:ln w="28575" cap="flat" cmpd="sng">
            <a:solidFill>
              <a:schemeClr val="lt2"/>
            </a:solidFill>
            <a:prstDash val="solid"/>
            <a:round/>
            <a:headEnd type="none" w="sm" len="sm"/>
            <a:tailEnd type="none" w="sm" len="sm"/>
          </a:ln>
        </p:spPr>
      </p:pic>
      <p:pic>
        <p:nvPicPr>
          <p:cNvPr id="2585" name="Google Shape;2585;p35"/>
          <p:cNvPicPr preferRelativeResize="0"/>
          <p:nvPr/>
        </p:nvPicPr>
        <p:blipFill>
          <a:blip r:embed="rId4">
            <a:alphaModFix/>
          </a:blip>
          <a:stretch>
            <a:fillRect/>
          </a:stretch>
        </p:blipFill>
        <p:spPr>
          <a:xfrm>
            <a:off x="5120500" y="537071"/>
            <a:ext cx="3680000" cy="2627026"/>
          </a:xfrm>
          <a:prstGeom prst="rect">
            <a:avLst/>
          </a:prstGeom>
          <a:noFill/>
          <a:ln w="28575" cap="flat" cmpd="sng">
            <a:solidFill>
              <a:schemeClr val="lt2"/>
            </a:solidFill>
            <a:prstDash val="solid"/>
            <a:round/>
            <a:headEnd type="none" w="sm" len="sm"/>
            <a:tailEnd type="none" w="sm" len="sm"/>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589"/>
        <p:cNvGrpSpPr/>
        <p:nvPr/>
      </p:nvGrpSpPr>
      <p:grpSpPr>
        <a:xfrm>
          <a:off x="0" y="0"/>
          <a:ext cx="0" cy="0"/>
          <a:chOff x="0" y="0"/>
          <a:chExt cx="0" cy="0"/>
        </a:xfrm>
      </p:grpSpPr>
      <p:sp>
        <p:nvSpPr>
          <p:cNvPr id="2590" name="Google Shape;2590;p36"/>
          <p:cNvSpPr txBox="1">
            <a:spLocks noGrp="1"/>
          </p:cNvSpPr>
          <p:nvPr>
            <p:ph type="subTitle" idx="8"/>
          </p:nvPr>
        </p:nvSpPr>
        <p:spPr>
          <a:xfrm>
            <a:off x="5262674" y="826100"/>
            <a:ext cx="2811000" cy="3771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b="1" dirty="0">
                <a:latin typeface="微軟正黑體" panose="020B0604030504040204" pitchFamily="34" charset="-120"/>
                <a:ea typeface="微軟正黑體" panose="020B0604030504040204" pitchFamily="34" charset="-120"/>
                <a:cs typeface="Arial" panose="020B0604020202020204" pitchFamily="34" charset="0"/>
              </a:rPr>
              <a:t>異常值判斷與處理</a:t>
            </a:r>
            <a:endParaRPr b="1" dirty="0">
              <a:latin typeface="微軟正黑體" panose="020B0604030504040204" pitchFamily="34" charset="-120"/>
              <a:ea typeface="微軟正黑體" panose="020B0604030504040204" pitchFamily="34" charset="-120"/>
              <a:cs typeface="Arial" panose="020B0604020202020204" pitchFamily="34" charset="0"/>
            </a:endParaRPr>
          </a:p>
        </p:txBody>
      </p:sp>
      <p:sp>
        <p:nvSpPr>
          <p:cNvPr id="2591" name="Google Shape;2591;p36"/>
          <p:cNvSpPr/>
          <p:nvPr/>
        </p:nvSpPr>
        <p:spPr>
          <a:xfrm>
            <a:off x="4508125" y="700700"/>
            <a:ext cx="627900" cy="627900"/>
          </a:xfrm>
          <a:prstGeom prst="rect">
            <a:avLst/>
          </a:prstGeom>
          <a:solidFill>
            <a:schemeClr val="accent5"/>
          </a:solidFill>
          <a:ln w="38100"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592" name="Google Shape;2592;p36"/>
          <p:cNvGrpSpPr/>
          <p:nvPr/>
        </p:nvGrpSpPr>
        <p:grpSpPr>
          <a:xfrm>
            <a:off x="4673718" y="852700"/>
            <a:ext cx="296710" cy="323898"/>
            <a:chOff x="1258668" y="2770100"/>
            <a:chExt cx="296710" cy="323898"/>
          </a:xfrm>
        </p:grpSpPr>
        <p:sp>
          <p:nvSpPr>
            <p:cNvPr id="2593" name="Google Shape;2593;p36"/>
            <p:cNvSpPr/>
            <p:nvPr/>
          </p:nvSpPr>
          <p:spPr>
            <a:xfrm>
              <a:off x="1258668" y="2770100"/>
              <a:ext cx="296710" cy="255932"/>
            </a:xfrm>
            <a:custGeom>
              <a:avLst/>
              <a:gdLst/>
              <a:ahLst/>
              <a:cxnLst/>
              <a:rect l="l" t="t" r="r" b="b"/>
              <a:pathLst>
                <a:path w="3951" h="3408" extrusionOk="0">
                  <a:moveTo>
                    <a:pt x="2113" y="1172"/>
                  </a:moveTo>
                  <a:lnTo>
                    <a:pt x="2113" y="2409"/>
                  </a:lnTo>
                  <a:lnTo>
                    <a:pt x="1838" y="2409"/>
                  </a:lnTo>
                  <a:lnTo>
                    <a:pt x="1838" y="1172"/>
                  </a:lnTo>
                  <a:close/>
                  <a:moveTo>
                    <a:pt x="2113" y="2655"/>
                  </a:moveTo>
                  <a:lnTo>
                    <a:pt x="2113" y="2894"/>
                  </a:lnTo>
                  <a:lnTo>
                    <a:pt x="1838" y="2894"/>
                  </a:lnTo>
                  <a:lnTo>
                    <a:pt x="1838" y="2655"/>
                  </a:lnTo>
                  <a:close/>
                  <a:moveTo>
                    <a:pt x="1990" y="0"/>
                  </a:moveTo>
                  <a:lnTo>
                    <a:pt x="0" y="3408"/>
                  </a:lnTo>
                  <a:lnTo>
                    <a:pt x="3951" y="3408"/>
                  </a:lnTo>
                  <a:lnTo>
                    <a:pt x="1990"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1"/>
                </a:solidFill>
              </a:endParaRPr>
            </a:p>
          </p:txBody>
        </p:sp>
        <p:sp>
          <p:nvSpPr>
            <p:cNvPr id="2594" name="Google Shape;2594;p36"/>
            <p:cNvSpPr/>
            <p:nvPr/>
          </p:nvSpPr>
          <p:spPr>
            <a:xfrm>
              <a:off x="1365157" y="3046085"/>
              <a:ext cx="83734" cy="47912"/>
            </a:xfrm>
            <a:custGeom>
              <a:avLst/>
              <a:gdLst/>
              <a:ahLst/>
              <a:cxnLst/>
              <a:rect l="l" t="t" r="r" b="b"/>
              <a:pathLst>
                <a:path w="1115" h="638" extrusionOk="0">
                  <a:moveTo>
                    <a:pt x="0" y="0"/>
                  </a:moveTo>
                  <a:lnTo>
                    <a:pt x="0" y="246"/>
                  </a:lnTo>
                  <a:lnTo>
                    <a:pt x="420" y="246"/>
                  </a:lnTo>
                  <a:lnTo>
                    <a:pt x="420" y="637"/>
                  </a:lnTo>
                  <a:lnTo>
                    <a:pt x="695" y="637"/>
                  </a:lnTo>
                  <a:lnTo>
                    <a:pt x="695" y="246"/>
                  </a:lnTo>
                  <a:lnTo>
                    <a:pt x="1115" y="246"/>
                  </a:lnTo>
                  <a:lnTo>
                    <a:pt x="111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1"/>
                </a:solidFill>
              </a:endParaRPr>
            </a:p>
          </p:txBody>
        </p:sp>
      </p:grpSp>
      <p:sp>
        <p:nvSpPr>
          <p:cNvPr id="2595" name="Google Shape;2595;p36"/>
          <p:cNvSpPr txBox="1"/>
          <p:nvPr/>
        </p:nvSpPr>
        <p:spPr>
          <a:xfrm>
            <a:off x="5319925" y="1668136"/>
            <a:ext cx="3147600" cy="424500"/>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None/>
            </a:pPr>
            <a:r>
              <a:rPr lang="en" sz="2100">
                <a:solidFill>
                  <a:schemeClr val="dk1"/>
                </a:solidFill>
                <a:latin typeface="微軟正黑體" panose="020B0604030504040204" pitchFamily="34" charset="-120"/>
                <a:ea typeface="微軟正黑體" panose="020B0604030504040204" pitchFamily="34" charset="-120"/>
                <a:cs typeface="Arial" panose="020B0604020202020204" pitchFamily="34" charset="0"/>
                <a:sym typeface="Poppins"/>
              </a:rPr>
              <a:t>篩選器發現異常值</a:t>
            </a:r>
            <a:endParaRPr sz="2100">
              <a:solidFill>
                <a:schemeClr val="dk1"/>
              </a:solidFill>
              <a:latin typeface="微軟正黑體" panose="020B0604030504040204" pitchFamily="34" charset="-120"/>
              <a:ea typeface="微軟正黑體" panose="020B0604030504040204" pitchFamily="34" charset="-120"/>
              <a:cs typeface="Arial" panose="020B0604020202020204" pitchFamily="34" charset="0"/>
              <a:sym typeface="Poppins"/>
            </a:endParaRPr>
          </a:p>
        </p:txBody>
      </p:sp>
      <p:sp>
        <p:nvSpPr>
          <p:cNvPr id="2596" name="Google Shape;2596;p36"/>
          <p:cNvSpPr/>
          <p:nvPr/>
        </p:nvSpPr>
        <p:spPr>
          <a:xfrm flipH="1">
            <a:off x="4970425" y="1715575"/>
            <a:ext cx="260100" cy="27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7" name="Google Shape;2597;p36"/>
          <p:cNvSpPr txBox="1"/>
          <p:nvPr/>
        </p:nvSpPr>
        <p:spPr>
          <a:xfrm>
            <a:off x="5319925" y="2432161"/>
            <a:ext cx="3147600" cy="424500"/>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None/>
            </a:pPr>
            <a:r>
              <a:rPr lang="en" sz="2100">
                <a:solidFill>
                  <a:schemeClr val="dk1"/>
                </a:solidFill>
                <a:latin typeface="微軟正黑體" panose="020B0604030504040204" pitchFamily="34" charset="-120"/>
                <a:ea typeface="微軟正黑體" panose="020B0604030504040204" pitchFamily="34" charset="-120"/>
                <a:cs typeface="Arial" panose="020B0604020202020204" pitchFamily="34" charset="0"/>
                <a:sym typeface="Poppins"/>
              </a:rPr>
              <a:t>判斷保留範圍</a:t>
            </a:r>
            <a:endParaRPr sz="2100">
              <a:solidFill>
                <a:schemeClr val="dk1"/>
              </a:solidFill>
              <a:latin typeface="微軟正黑體" panose="020B0604030504040204" pitchFamily="34" charset="-120"/>
              <a:ea typeface="微軟正黑體" panose="020B0604030504040204" pitchFamily="34" charset="-120"/>
              <a:cs typeface="Arial" panose="020B0604020202020204" pitchFamily="34" charset="0"/>
              <a:sym typeface="Poppins"/>
            </a:endParaRPr>
          </a:p>
        </p:txBody>
      </p:sp>
      <p:sp>
        <p:nvSpPr>
          <p:cNvPr id="2598" name="Google Shape;2598;p36"/>
          <p:cNvSpPr/>
          <p:nvPr/>
        </p:nvSpPr>
        <p:spPr>
          <a:xfrm flipH="1">
            <a:off x="4970425" y="2479600"/>
            <a:ext cx="260100" cy="27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9" name="Google Shape;2599;p36"/>
          <p:cNvSpPr txBox="1"/>
          <p:nvPr/>
        </p:nvSpPr>
        <p:spPr>
          <a:xfrm>
            <a:off x="5319925" y="3168486"/>
            <a:ext cx="3147600" cy="424500"/>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None/>
            </a:pPr>
            <a:r>
              <a:rPr lang="en" sz="2100">
                <a:solidFill>
                  <a:schemeClr val="dk1"/>
                </a:solidFill>
                <a:latin typeface="微軟正黑體" panose="020B0604030504040204" pitchFamily="34" charset="-120"/>
                <a:ea typeface="微軟正黑體" panose="020B0604030504040204" pitchFamily="34" charset="-120"/>
                <a:cs typeface="Arial" panose="020B0604020202020204" pitchFamily="34" charset="0"/>
                <a:sym typeface="Poppins"/>
              </a:rPr>
              <a:t>篩掉異常值所在欄位</a:t>
            </a:r>
            <a:endParaRPr sz="2100">
              <a:solidFill>
                <a:schemeClr val="dk1"/>
              </a:solidFill>
              <a:latin typeface="微軟正黑體" panose="020B0604030504040204" pitchFamily="34" charset="-120"/>
              <a:ea typeface="微軟正黑體" panose="020B0604030504040204" pitchFamily="34" charset="-120"/>
              <a:cs typeface="Arial" panose="020B0604020202020204" pitchFamily="34" charset="0"/>
              <a:sym typeface="Poppins"/>
            </a:endParaRPr>
          </a:p>
        </p:txBody>
      </p:sp>
      <p:sp>
        <p:nvSpPr>
          <p:cNvPr id="2600" name="Google Shape;2600;p36"/>
          <p:cNvSpPr/>
          <p:nvPr/>
        </p:nvSpPr>
        <p:spPr>
          <a:xfrm flipH="1">
            <a:off x="4970425" y="3215925"/>
            <a:ext cx="260100" cy="27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2601" name="Google Shape;2601;p36"/>
          <p:cNvPicPr preferRelativeResize="0"/>
          <p:nvPr/>
        </p:nvPicPr>
        <p:blipFill>
          <a:blip r:embed="rId3">
            <a:alphaModFix/>
          </a:blip>
          <a:stretch>
            <a:fillRect/>
          </a:stretch>
        </p:blipFill>
        <p:spPr>
          <a:xfrm>
            <a:off x="1455250" y="137973"/>
            <a:ext cx="1866900" cy="1190625"/>
          </a:xfrm>
          <a:prstGeom prst="rect">
            <a:avLst/>
          </a:prstGeom>
          <a:noFill/>
          <a:ln w="28575" cap="flat" cmpd="sng">
            <a:solidFill>
              <a:schemeClr val="lt2"/>
            </a:solidFill>
            <a:prstDash val="solid"/>
            <a:round/>
            <a:headEnd type="none" w="sm" len="sm"/>
            <a:tailEnd type="none" w="sm" len="sm"/>
          </a:ln>
        </p:spPr>
      </p:pic>
      <p:pic>
        <p:nvPicPr>
          <p:cNvPr id="2602" name="Google Shape;2602;p36"/>
          <p:cNvPicPr preferRelativeResize="0"/>
          <p:nvPr/>
        </p:nvPicPr>
        <p:blipFill>
          <a:blip r:embed="rId4">
            <a:alphaModFix/>
          </a:blip>
          <a:stretch>
            <a:fillRect/>
          </a:stretch>
        </p:blipFill>
        <p:spPr>
          <a:xfrm>
            <a:off x="1178413" y="1567873"/>
            <a:ext cx="1276350" cy="1038225"/>
          </a:xfrm>
          <a:prstGeom prst="rect">
            <a:avLst/>
          </a:prstGeom>
          <a:noFill/>
          <a:ln w="28575" cap="flat" cmpd="sng">
            <a:solidFill>
              <a:schemeClr val="lt2"/>
            </a:solidFill>
            <a:prstDash val="solid"/>
            <a:round/>
            <a:headEnd type="none" w="sm" len="sm"/>
            <a:tailEnd type="none" w="sm" len="sm"/>
          </a:ln>
        </p:spPr>
      </p:pic>
      <p:pic>
        <p:nvPicPr>
          <p:cNvPr id="2603" name="Google Shape;2603;p36"/>
          <p:cNvPicPr preferRelativeResize="0"/>
          <p:nvPr/>
        </p:nvPicPr>
        <p:blipFill>
          <a:blip r:embed="rId5">
            <a:alphaModFix/>
          </a:blip>
          <a:stretch>
            <a:fillRect/>
          </a:stretch>
        </p:blipFill>
        <p:spPr>
          <a:xfrm>
            <a:off x="2762900" y="3073940"/>
            <a:ext cx="1191025" cy="1659300"/>
          </a:xfrm>
          <a:prstGeom prst="rect">
            <a:avLst/>
          </a:prstGeom>
          <a:noFill/>
          <a:ln w="28575" cap="flat" cmpd="sng">
            <a:solidFill>
              <a:schemeClr val="lt2"/>
            </a:solidFill>
            <a:prstDash val="solid"/>
            <a:round/>
            <a:headEnd type="none" w="sm" len="sm"/>
            <a:tailEnd type="none" w="sm" len="sm"/>
          </a:ln>
        </p:spPr>
      </p:pic>
      <p:pic>
        <p:nvPicPr>
          <p:cNvPr id="2604" name="Google Shape;2604;p36"/>
          <p:cNvPicPr preferRelativeResize="0"/>
          <p:nvPr/>
        </p:nvPicPr>
        <p:blipFill>
          <a:blip r:embed="rId6">
            <a:alphaModFix/>
          </a:blip>
          <a:stretch>
            <a:fillRect/>
          </a:stretch>
        </p:blipFill>
        <p:spPr>
          <a:xfrm>
            <a:off x="859224" y="2845361"/>
            <a:ext cx="1457842" cy="1474315"/>
          </a:xfrm>
          <a:prstGeom prst="rect">
            <a:avLst/>
          </a:prstGeom>
          <a:noFill/>
          <a:ln w="28575" cap="flat" cmpd="sng">
            <a:solidFill>
              <a:schemeClr val="lt2"/>
            </a:solidFill>
            <a:prstDash val="solid"/>
            <a:round/>
            <a:headEnd type="none" w="sm" len="sm"/>
            <a:tailEnd type="none" w="sm" len="sm"/>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608"/>
        <p:cNvGrpSpPr/>
        <p:nvPr/>
      </p:nvGrpSpPr>
      <p:grpSpPr>
        <a:xfrm>
          <a:off x="0" y="0"/>
          <a:ext cx="0" cy="0"/>
          <a:chOff x="0" y="0"/>
          <a:chExt cx="0" cy="0"/>
        </a:xfrm>
      </p:grpSpPr>
      <p:sp>
        <p:nvSpPr>
          <p:cNvPr id="2609" name="Google Shape;2609;p37"/>
          <p:cNvSpPr txBox="1">
            <a:spLocks noGrp="1"/>
          </p:cNvSpPr>
          <p:nvPr>
            <p:ph type="subTitle" idx="6"/>
          </p:nvPr>
        </p:nvSpPr>
        <p:spPr>
          <a:xfrm>
            <a:off x="1722884" y="276950"/>
            <a:ext cx="2811000" cy="3771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b="1" dirty="0">
                <a:latin typeface="微軟正黑體" panose="020B0604030504040204" pitchFamily="34" charset="-120"/>
                <a:ea typeface="微軟正黑體" panose="020B0604030504040204" pitchFamily="34" charset="-120"/>
              </a:rPr>
              <a:t>格式調整</a:t>
            </a:r>
            <a:endParaRPr b="1" dirty="0">
              <a:latin typeface="微軟正黑體" panose="020B0604030504040204" pitchFamily="34" charset="-120"/>
              <a:ea typeface="微軟正黑體" panose="020B0604030504040204" pitchFamily="34" charset="-120"/>
            </a:endParaRPr>
          </a:p>
        </p:txBody>
      </p:sp>
      <p:sp>
        <p:nvSpPr>
          <p:cNvPr id="2610" name="Google Shape;2610;p37"/>
          <p:cNvSpPr/>
          <p:nvPr/>
        </p:nvSpPr>
        <p:spPr>
          <a:xfrm>
            <a:off x="968350" y="151550"/>
            <a:ext cx="627900" cy="627900"/>
          </a:xfrm>
          <a:prstGeom prst="rect">
            <a:avLst/>
          </a:prstGeom>
          <a:solidFill>
            <a:schemeClr val="accent5"/>
          </a:solidFill>
          <a:ln w="38100"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1" name="Google Shape;2611;p37"/>
          <p:cNvSpPr/>
          <p:nvPr/>
        </p:nvSpPr>
        <p:spPr>
          <a:xfrm>
            <a:off x="1110203" y="352535"/>
            <a:ext cx="344199" cy="225926"/>
          </a:xfrm>
          <a:custGeom>
            <a:avLst/>
            <a:gdLst/>
            <a:ahLst/>
            <a:cxnLst/>
            <a:rect l="l" t="t" r="r" b="b"/>
            <a:pathLst>
              <a:path w="3408" h="2237" extrusionOk="0">
                <a:moveTo>
                  <a:pt x="1085" y="514"/>
                </a:moveTo>
                <a:cubicBezTo>
                  <a:pt x="1208" y="514"/>
                  <a:pt x="1295" y="609"/>
                  <a:pt x="1295" y="724"/>
                </a:cubicBezTo>
                <a:cubicBezTo>
                  <a:pt x="1295" y="847"/>
                  <a:pt x="1208" y="941"/>
                  <a:pt x="1085" y="941"/>
                </a:cubicBezTo>
                <a:cubicBezTo>
                  <a:pt x="962" y="941"/>
                  <a:pt x="875" y="847"/>
                  <a:pt x="875" y="724"/>
                </a:cubicBezTo>
                <a:cubicBezTo>
                  <a:pt x="875" y="609"/>
                  <a:pt x="962" y="514"/>
                  <a:pt x="1085" y="514"/>
                </a:cubicBezTo>
                <a:close/>
                <a:moveTo>
                  <a:pt x="2952" y="514"/>
                </a:moveTo>
                <a:cubicBezTo>
                  <a:pt x="3075" y="514"/>
                  <a:pt x="3169" y="609"/>
                  <a:pt x="3169" y="724"/>
                </a:cubicBezTo>
                <a:cubicBezTo>
                  <a:pt x="3169" y="847"/>
                  <a:pt x="3075" y="941"/>
                  <a:pt x="2952" y="941"/>
                </a:cubicBezTo>
                <a:cubicBezTo>
                  <a:pt x="2836" y="941"/>
                  <a:pt x="2742" y="847"/>
                  <a:pt x="2742" y="724"/>
                </a:cubicBezTo>
                <a:cubicBezTo>
                  <a:pt x="2742" y="609"/>
                  <a:pt x="2836" y="514"/>
                  <a:pt x="2952" y="514"/>
                </a:cubicBezTo>
                <a:close/>
                <a:moveTo>
                  <a:pt x="3017" y="1180"/>
                </a:moveTo>
                <a:lnTo>
                  <a:pt x="2713" y="1781"/>
                </a:lnTo>
                <a:cubicBezTo>
                  <a:pt x="2655" y="1904"/>
                  <a:pt x="2626" y="1933"/>
                  <a:pt x="2503" y="1933"/>
                </a:cubicBezTo>
                <a:lnTo>
                  <a:pt x="1541" y="1933"/>
                </a:lnTo>
                <a:cubicBezTo>
                  <a:pt x="1418" y="1933"/>
                  <a:pt x="1389" y="1904"/>
                  <a:pt x="1324" y="1781"/>
                </a:cubicBezTo>
                <a:lnTo>
                  <a:pt x="1027" y="1180"/>
                </a:lnTo>
                <a:close/>
                <a:moveTo>
                  <a:pt x="456" y="1390"/>
                </a:moveTo>
                <a:lnTo>
                  <a:pt x="391" y="1419"/>
                </a:lnTo>
                <a:cubicBezTo>
                  <a:pt x="362" y="1448"/>
                  <a:pt x="362" y="1484"/>
                  <a:pt x="391" y="1513"/>
                </a:cubicBezTo>
                <a:lnTo>
                  <a:pt x="724" y="1961"/>
                </a:lnTo>
                <a:lnTo>
                  <a:pt x="514" y="1419"/>
                </a:lnTo>
                <a:cubicBezTo>
                  <a:pt x="514" y="1390"/>
                  <a:pt x="485" y="1390"/>
                  <a:pt x="456" y="1390"/>
                </a:cubicBezTo>
                <a:close/>
                <a:moveTo>
                  <a:pt x="181" y="1484"/>
                </a:moveTo>
                <a:cubicBezTo>
                  <a:pt x="152" y="1484"/>
                  <a:pt x="152" y="1484"/>
                  <a:pt x="152" y="1513"/>
                </a:cubicBezTo>
                <a:lnTo>
                  <a:pt x="58" y="1571"/>
                </a:lnTo>
                <a:cubicBezTo>
                  <a:pt x="29" y="1600"/>
                  <a:pt x="58" y="1629"/>
                  <a:pt x="94" y="1665"/>
                </a:cubicBezTo>
                <a:lnTo>
                  <a:pt x="666" y="2084"/>
                </a:lnTo>
                <a:lnTo>
                  <a:pt x="239" y="1542"/>
                </a:lnTo>
                <a:cubicBezTo>
                  <a:pt x="210" y="1513"/>
                  <a:pt x="181" y="1484"/>
                  <a:pt x="181" y="1484"/>
                </a:cubicBezTo>
                <a:close/>
                <a:moveTo>
                  <a:pt x="58" y="1933"/>
                </a:moveTo>
                <a:cubicBezTo>
                  <a:pt x="58" y="1933"/>
                  <a:pt x="29" y="1933"/>
                  <a:pt x="29" y="1961"/>
                </a:cubicBezTo>
                <a:lnTo>
                  <a:pt x="29" y="2027"/>
                </a:lnTo>
                <a:cubicBezTo>
                  <a:pt x="0" y="2056"/>
                  <a:pt x="29" y="2084"/>
                  <a:pt x="58" y="2084"/>
                </a:cubicBezTo>
                <a:lnTo>
                  <a:pt x="637" y="2171"/>
                </a:lnTo>
                <a:lnTo>
                  <a:pt x="123" y="1933"/>
                </a:lnTo>
                <a:close/>
                <a:moveTo>
                  <a:pt x="724" y="1"/>
                </a:moveTo>
                <a:cubicBezTo>
                  <a:pt x="695" y="1"/>
                  <a:pt x="666" y="37"/>
                  <a:pt x="666" y="66"/>
                </a:cubicBezTo>
                <a:lnTo>
                  <a:pt x="666" y="905"/>
                </a:lnTo>
                <a:cubicBezTo>
                  <a:pt x="666" y="999"/>
                  <a:pt x="666" y="1057"/>
                  <a:pt x="695" y="1151"/>
                </a:cubicBezTo>
                <a:lnTo>
                  <a:pt x="1114" y="2027"/>
                </a:lnTo>
                <a:cubicBezTo>
                  <a:pt x="1179" y="2142"/>
                  <a:pt x="1295" y="2236"/>
                  <a:pt x="1418" y="2236"/>
                </a:cubicBezTo>
                <a:lnTo>
                  <a:pt x="2626" y="2236"/>
                </a:lnTo>
                <a:cubicBezTo>
                  <a:pt x="2742" y="2236"/>
                  <a:pt x="2894" y="2142"/>
                  <a:pt x="2923" y="2027"/>
                </a:cubicBezTo>
                <a:lnTo>
                  <a:pt x="3350" y="1151"/>
                </a:lnTo>
                <a:cubicBezTo>
                  <a:pt x="3408" y="1057"/>
                  <a:pt x="3408" y="999"/>
                  <a:pt x="3408" y="905"/>
                </a:cubicBezTo>
                <a:lnTo>
                  <a:pt x="3408" y="66"/>
                </a:lnTo>
                <a:cubicBezTo>
                  <a:pt x="3408" y="37"/>
                  <a:pt x="3379" y="1"/>
                  <a:pt x="3314" y="1"/>
                </a:cubicBezTo>
                <a:lnTo>
                  <a:pt x="3017" y="1"/>
                </a:lnTo>
                <a:cubicBezTo>
                  <a:pt x="2952" y="1"/>
                  <a:pt x="2923" y="37"/>
                  <a:pt x="2923" y="66"/>
                </a:cubicBezTo>
                <a:lnTo>
                  <a:pt x="2923" y="276"/>
                </a:lnTo>
                <a:lnTo>
                  <a:pt x="1114" y="276"/>
                </a:lnTo>
                <a:lnTo>
                  <a:pt x="1114" y="66"/>
                </a:lnTo>
                <a:cubicBezTo>
                  <a:pt x="1114" y="37"/>
                  <a:pt x="1085" y="1"/>
                  <a:pt x="102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2612" name="Google Shape;2612;p37"/>
          <p:cNvSpPr txBox="1"/>
          <p:nvPr/>
        </p:nvSpPr>
        <p:spPr>
          <a:xfrm>
            <a:off x="1641950" y="1439525"/>
            <a:ext cx="6506100" cy="424500"/>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None/>
            </a:pPr>
            <a:r>
              <a:rPr lang="en" sz="2100" dirty="0">
                <a:solidFill>
                  <a:schemeClr val="dk1"/>
                </a:solidFill>
                <a:latin typeface="微軟正黑體" panose="020B0604030504040204" pitchFamily="34" charset="-120"/>
                <a:ea typeface="微軟正黑體" panose="020B0604030504040204" pitchFamily="34" charset="-120"/>
                <a:cs typeface="Poppins"/>
                <a:sym typeface="Poppins"/>
              </a:rPr>
              <a:t>日期格式調整                 ('20230101'  &gt;&gt; 2023/01/01)</a:t>
            </a:r>
            <a:endParaRPr sz="2100" dirty="0">
              <a:solidFill>
                <a:schemeClr val="dk1"/>
              </a:solidFill>
              <a:latin typeface="微軟正黑體" panose="020B0604030504040204" pitchFamily="34" charset="-120"/>
              <a:ea typeface="微軟正黑體" panose="020B0604030504040204" pitchFamily="34" charset="-120"/>
              <a:cs typeface="Poppins"/>
              <a:sym typeface="Poppins"/>
            </a:endParaRPr>
          </a:p>
        </p:txBody>
      </p:sp>
      <p:sp>
        <p:nvSpPr>
          <p:cNvPr id="2613" name="Google Shape;2613;p37"/>
          <p:cNvSpPr/>
          <p:nvPr/>
        </p:nvSpPr>
        <p:spPr>
          <a:xfrm flipH="1">
            <a:off x="1292450" y="1486975"/>
            <a:ext cx="260100" cy="27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4" name="Google Shape;2614;p37"/>
          <p:cNvSpPr txBox="1"/>
          <p:nvPr/>
        </p:nvSpPr>
        <p:spPr>
          <a:xfrm>
            <a:off x="1641950" y="2203550"/>
            <a:ext cx="6391500" cy="424500"/>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None/>
            </a:pPr>
            <a:r>
              <a:rPr lang="en" sz="2100">
                <a:solidFill>
                  <a:schemeClr val="dk1"/>
                </a:solidFill>
                <a:latin typeface="微軟正黑體" panose="020B0604030504040204" pitchFamily="34" charset="-120"/>
                <a:ea typeface="微軟正黑體" panose="020B0604030504040204" pitchFamily="34" charset="-120"/>
                <a:cs typeface="Poppins"/>
                <a:sym typeface="Poppins"/>
              </a:rPr>
              <a:t>時間格式調整                   ('123456' &gt;&gt; 12:34:56)</a:t>
            </a:r>
            <a:endParaRPr sz="2100">
              <a:solidFill>
                <a:schemeClr val="dk1"/>
              </a:solidFill>
              <a:latin typeface="微軟正黑體" panose="020B0604030504040204" pitchFamily="34" charset="-120"/>
              <a:ea typeface="微軟正黑體" panose="020B0604030504040204" pitchFamily="34" charset="-120"/>
              <a:cs typeface="Poppins"/>
              <a:sym typeface="Poppins"/>
            </a:endParaRPr>
          </a:p>
        </p:txBody>
      </p:sp>
      <p:sp>
        <p:nvSpPr>
          <p:cNvPr id="2615" name="Google Shape;2615;p37"/>
          <p:cNvSpPr/>
          <p:nvPr/>
        </p:nvSpPr>
        <p:spPr>
          <a:xfrm flipH="1">
            <a:off x="1292450" y="2251000"/>
            <a:ext cx="260100" cy="27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6" name="Google Shape;2616;p37"/>
          <p:cNvSpPr txBox="1"/>
          <p:nvPr/>
        </p:nvSpPr>
        <p:spPr>
          <a:xfrm>
            <a:off x="1641950" y="2967575"/>
            <a:ext cx="6643500" cy="424500"/>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None/>
            </a:pPr>
            <a:r>
              <a:rPr lang="en" sz="2100" dirty="0">
                <a:solidFill>
                  <a:schemeClr val="dk1"/>
                </a:solidFill>
                <a:latin typeface="微軟正黑體" panose="020B0604030504040204" pitchFamily="34" charset="-120"/>
                <a:ea typeface="微軟正黑體" panose="020B0604030504040204" pitchFamily="34" charset="-120"/>
                <a:cs typeface="Poppins"/>
                <a:sym typeface="Poppins"/>
              </a:rPr>
              <a:t>傷亡人數拆分                   (‘死亡1;受傷2’ &gt;&gt;   1     2  )</a:t>
            </a:r>
            <a:endParaRPr sz="2100" dirty="0">
              <a:solidFill>
                <a:schemeClr val="dk1"/>
              </a:solidFill>
              <a:latin typeface="微軟正黑體" panose="020B0604030504040204" pitchFamily="34" charset="-120"/>
              <a:ea typeface="微軟正黑體" panose="020B0604030504040204" pitchFamily="34" charset="-120"/>
              <a:cs typeface="Poppins"/>
              <a:sym typeface="Poppins"/>
            </a:endParaRPr>
          </a:p>
        </p:txBody>
      </p:sp>
      <p:sp>
        <p:nvSpPr>
          <p:cNvPr id="2617" name="Google Shape;2617;p37"/>
          <p:cNvSpPr/>
          <p:nvPr/>
        </p:nvSpPr>
        <p:spPr>
          <a:xfrm flipH="1">
            <a:off x="1292450" y="3015025"/>
            <a:ext cx="260100" cy="27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8" name="Google Shape;2618;p37"/>
          <p:cNvSpPr txBox="1"/>
          <p:nvPr/>
        </p:nvSpPr>
        <p:spPr>
          <a:xfrm>
            <a:off x="2624875" y="3903375"/>
            <a:ext cx="4380300" cy="424500"/>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None/>
            </a:pPr>
            <a:r>
              <a:rPr lang="en" sz="2100">
                <a:solidFill>
                  <a:schemeClr val="dk1"/>
                </a:solidFill>
                <a:latin typeface="微軟正黑體" panose="020B0604030504040204" pitchFamily="34" charset="-120"/>
                <a:ea typeface="微軟正黑體" panose="020B0604030504040204" pitchFamily="34" charset="-120"/>
                <a:cs typeface="Poppins"/>
                <a:sym typeface="Poppins"/>
              </a:rPr>
              <a:t>MID(), DATE(), IF(), TIME(),INT()</a:t>
            </a:r>
            <a:endParaRPr sz="2100">
              <a:solidFill>
                <a:schemeClr val="dk1"/>
              </a:solidFill>
              <a:latin typeface="微軟正黑體" panose="020B0604030504040204" pitchFamily="34" charset="-120"/>
              <a:ea typeface="微軟正黑體" panose="020B0604030504040204" pitchFamily="34" charset="-120"/>
              <a:cs typeface="Poppins"/>
              <a:sym typeface="Poppins"/>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622"/>
        <p:cNvGrpSpPr/>
        <p:nvPr/>
      </p:nvGrpSpPr>
      <p:grpSpPr>
        <a:xfrm>
          <a:off x="0" y="0"/>
          <a:ext cx="0" cy="0"/>
          <a:chOff x="0" y="0"/>
          <a:chExt cx="0" cy="0"/>
        </a:xfrm>
      </p:grpSpPr>
      <p:sp>
        <p:nvSpPr>
          <p:cNvPr id="2623" name="Google Shape;2623;p38"/>
          <p:cNvSpPr/>
          <p:nvPr/>
        </p:nvSpPr>
        <p:spPr>
          <a:xfrm>
            <a:off x="1497913" y="1278825"/>
            <a:ext cx="3213600" cy="3213600"/>
          </a:xfrm>
          <a:prstGeom prst="ellipse">
            <a:avLst/>
          </a:prstGeom>
          <a:solidFill>
            <a:srgbClr val="897FBB">
              <a:alpha val="291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4" name="Google Shape;2624;p38"/>
          <p:cNvSpPr txBox="1">
            <a:spLocks noGrp="1"/>
          </p:cNvSpPr>
          <p:nvPr>
            <p:ph type="title"/>
          </p:nvPr>
        </p:nvSpPr>
        <p:spPr>
          <a:xfrm>
            <a:off x="4807175" y="2543248"/>
            <a:ext cx="3450900" cy="15651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sz="3200" b="1" dirty="0">
                <a:latin typeface="微軟正黑體" panose="020B0604030504040204" pitchFamily="34" charset="-120"/>
                <a:ea typeface="微軟正黑體" panose="020B0604030504040204" pitchFamily="34" charset="-120"/>
              </a:rPr>
              <a:t>資料視覺化與</a:t>
            </a:r>
            <a:endParaRPr sz="3200" b="1" dirty="0">
              <a:latin typeface="微軟正黑體" panose="020B0604030504040204" pitchFamily="34" charset="-120"/>
              <a:ea typeface="微軟正黑體" panose="020B0604030504040204" pitchFamily="34" charset="-120"/>
            </a:endParaRPr>
          </a:p>
          <a:p>
            <a:pPr marL="0" lvl="0" indent="0" algn="ctr" rtl="0">
              <a:spcBef>
                <a:spcPts val="0"/>
              </a:spcBef>
              <a:spcAft>
                <a:spcPts val="0"/>
              </a:spcAft>
              <a:buNone/>
            </a:pPr>
            <a:r>
              <a:rPr lang="en" sz="3200" b="1" dirty="0">
                <a:latin typeface="微軟正黑體" panose="020B0604030504040204" pitchFamily="34" charset="-120"/>
                <a:ea typeface="微軟正黑體" panose="020B0604030504040204" pitchFamily="34" charset="-120"/>
              </a:rPr>
              <a:t>儀表板設計的分析和解釋</a:t>
            </a:r>
            <a:endParaRPr sz="6800" b="1" dirty="0">
              <a:latin typeface="微軟正黑體" panose="020B0604030504040204" pitchFamily="34" charset="-120"/>
              <a:ea typeface="微軟正黑體" panose="020B0604030504040204" pitchFamily="34" charset="-120"/>
            </a:endParaRPr>
          </a:p>
        </p:txBody>
      </p:sp>
      <p:sp>
        <p:nvSpPr>
          <p:cNvPr id="2625" name="Google Shape;2625;p38"/>
          <p:cNvSpPr txBox="1">
            <a:spLocks noGrp="1"/>
          </p:cNvSpPr>
          <p:nvPr>
            <p:ph type="title" idx="2"/>
          </p:nvPr>
        </p:nvSpPr>
        <p:spPr>
          <a:xfrm>
            <a:off x="5367575" y="1352850"/>
            <a:ext cx="2330100" cy="935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03</a:t>
            </a:r>
            <a:endParaRPr/>
          </a:p>
        </p:txBody>
      </p:sp>
      <p:grpSp>
        <p:nvGrpSpPr>
          <p:cNvPr id="2626" name="Google Shape;2626;p38"/>
          <p:cNvGrpSpPr/>
          <p:nvPr/>
        </p:nvGrpSpPr>
        <p:grpSpPr>
          <a:xfrm>
            <a:off x="435284" y="2391181"/>
            <a:ext cx="2351004" cy="4425656"/>
            <a:chOff x="5492025" y="895275"/>
            <a:chExt cx="2055612" cy="3869595"/>
          </a:xfrm>
        </p:grpSpPr>
        <p:sp>
          <p:nvSpPr>
            <p:cNvPr id="2627" name="Google Shape;2627;p38"/>
            <p:cNvSpPr/>
            <p:nvPr/>
          </p:nvSpPr>
          <p:spPr>
            <a:xfrm>
              <a:off x="5492025" y="895275"/>
              <a:ext cx="2055612" cy="3869595"/>
            </a:xfrm>
            <a:custGeom>
              <a:avLst/>
              <a:gdLst/>
              <a:ahLst/>
              <a:cxnLst/>
              <a:rect l="l" t="t" r="r" b="b"/>
              <a:pathLst>
                <a:path w="16887" h="31789" extrusionOk="0">
                  <a:moveTo>
                    <a:pt x="3773" y="0"/>
                  </a:moveTo>
                  <a:cubicBezTo>
                    <a:pt x="1687" y="0"/>
                    <a:pt x="1" y="1687"/>
                    <a:pt x="1" y="3759"/>
                  </a:cubicBezTo>
                  <a:lnTo>
                    <a:pt x="1" y="15729"/>
                  </a:lnTo>
                  <a:lnTo>
                    <a:pt x="14" y="15729"/>
                  </a:lnTo>
                  <a:lnTo>
                    <a:pt x="14" y="31788"/>
                  </a:lnTo>
                  <a:lnTo>
                    <a:pt x="2874" y="31788"/>
                  </a:lnTo>
                  <a:lnTo>
                    <a:pt x="2874" y="13157"/>
                  </a:lnTo>
                  <a:lnTo>
                    <a:pt x="2861" y="13157"/>
                  </a:lnTo>
                  <a:lnTo>
                    <a:pt x="2861" y="3759"/>
                  </a:lnTo>
                  <a:cubicBezTo>
                    <a:pt x="2861" y="3269"/>
                    <a:pt x="3269" y="2860"/>
                    <a:pt x="3773" y="2860"/>
                  </a:cubicBezTo>
                  <a:cubicBezTo>
                    <a:pt x="4276" y="2860"/>
                    <a:pt x="4684" y="3269"/>
                    <a:pt x="4684" y="3759"/>
                  </a:cubicBezTo>
                  <a:lnTo>
                    <a:pt x="4671" y="12748"/>
                  </a:lnTo>
                  <a:cubicBezTo>
                    <a:pt x="4671" y="14817"/>
                    <a:pt x="6374" y="16507"/>
                    <a:pt x="8443" y="16507"/>
                  </a:cubicBezTo>
                  <a:cubicBezTo>
                    <a:pt x="10525" y="16507"/>
                    <a:pt x="12215" y="14817"/>
                    <a:pt x="12215" y="12748"/>
                  </a:cubicBezTo>
                  <a:lnTo>
                    <a:pt x="12215" y="3759"/>
                  </a:lnTo>
                  <a:cubicBezTo>
                    <a:pt x="12215" y="3269"/>
                    <a:pt x="12624" y="2860"/>
                    <a:pt x="13114" y="2860"/>
                  </a:cubicBezTo>
                  <a:cubicBezTo>
                    <a:pt x="13618" y="2860"/>
                    <a:pt x="14026" y="3269"/>
                    <a:pt x="14026" y="3759"/>
                  </a:cubicBezTo>
                  <a:lnTo>
                    <a:pt x="14026" y="13157"/>
                  </a:lnTo>
                  <a:lnTo>
                    <a:pt x="14026" y="31788"/>
                  </a:lnTo>
                  <a:lnTo>
                    <a:pt x="16886" y="31788"/>
                  </a:lnTo>
                  <a:lnTo>
                    <a:pt x="16886" y="15729"/>
                  </a:lnTo>
                  <a:lnTo>
                    <a:pt x="16886" y="3759"/>
                  </a:lnTo>
                  <a:cubicBezTo>
                    <a:pt x="16886" y="1687"/>
                    <a:pt x="15200" y="0"/>
                    <a:pt x="13114" y="0"/>
                  </a:cubicBezTo>
                  <a:cubicBezTo>
                    <a:pt x="11045" y="0"/>
                    <a:pt x="9355" y="1687"/>
                    <a:pt x="9355" y="3759"/>
                  </a:cubicBezTo>
                  <a:lnTo>
                    <a:pt x="9355" y="12748"/>
                  </a:lnTo>
                  <a:cubicBezTo>
                    <a:pt x="9355" y="13209"/>
                    <a:pt x="9002" y="13591"/>
                    <a:pt x="8564" y="13647"/>
                  </a:cubicBezTo>
                  <a:lnTo>
                    <a:pt x="8336" y="13647"/>
                  </a:lnTo>
                  <a:cubicBezTo>
                    <a:pt x="7884" y="13591"/>
                    <a:pt x="7531" y="13209"/>
                    <a:pt x="7531" y="12748"/>
                  </a:cubicBezTo>
                  <a:lnTo>
                    <a:pt x="7531" y="3759"/>
                  </a:lnTo>
                  <a:cubicBezTo>
                    <a:pt x="7531" y="1687"/>
                    <a:pt x="5842" y="0"/>
                    <a:pt x="3773" y="0"/>
                  </a:cubicBezTo>
                  <a:close/>
                </a:path>
              </a:pathLst>
            </a:custGeom>
            <a:solidFill>
              <a:schemeClr val="accent5"/>
            </a:solidFill>
            <a:ln>
              <a:noFill/>
            </a:ln>
            <a:effectLst>
              <a:outerShdw dist="57150" dir="6300000" algn="bl" rotWithShape="0">
                <a:schemeClr val="dk1">
                  <a:alpha val="35000"/>
                </a:scheme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endParaRPr/>
            </a:p>
          </p:txBody>
        </p:sp>
        <p:grpSp>
          <p:nvGrpSpPr>
            <p:cNvPr id="2628" name="Google Shape;2628;p38"/>
            <p:cNvGrpSpPr/>
            <p:nvPr/>
          </p:nvGrpSpPr>
          <p:grpSpPr>
            <a:xfrm>
              <a:off x="5659156" y="1062406"/>
              <a:ext cx="1720973" cy="3496726"/>
              <a:chOff x="5659156" y="1062406"/>
              <a:chExt cx="1720973" cy="3496726"/>
            </a:xfrm>
          </p:grpSpPr>
          <p:sp>
            <p:nvSpPr>
              <p:cNvPr id="2629" name="Google Shape;2629;p38"/>
              <p:cNvSpPr/>
              <p:nvPr/>
            </p:nvSpPr>
            <p:spPr>
              <a:xfrm>
                <a:off x="5661103" y="2645951"/>
                <a:ext cx="13268" cy="53073"/>
              </a:xfrm>
              <a:custGeom>
                <a:avLst/>
                <a:gdLst/>
                <a:ahLst/>
                <a:cxnLst/>
                <a:rect l="l" t="t" r="r" b="b"/>
                <a:pathLst>
                  <a:path w="109" h="436" extrusionOk="0">
                    <a:moveTo>
                      <a:pt x="1" y="0"/>
                    </a:moveTo>
                    <a:lnTo>
                      <a:pt x="1" y="435"/>
                    </a:lnTo>
                    <a:lnTo>
                      <a:pt x="109" y="435"/>
                    </a:lnTo>
                    <a:lnTo>
                      <a:pt x="109"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0" name="Google Shape;2630;p38"/>
              <p:cNvSpPr/>
              <p:nvPr/>
            </p:nvSpPr>
            <p:spPr>
              <a:xfrm>
                <a:off x="7366861" y="3756465"/>
                <a:ext cx="13268" cy="53438"/>
              </a:xfrm>
              <a:custGeom>
                <a:avLst/>
                <a:gdLst/>
                <a:ahLst/>
                <a:cxnLst/>
                <a:rect l="l" t="t" r="r" b="b"/>
                <a:pathLst>
                  <a:path w="109" h="439" extrusionOk="0">
                    <a:moveTo>
                      <a:pt x="0" y="0"/>
                    </a:moveTo>
                    <a:lnTo>
                      <a:pt x="0" y="438"/>
                    </a:lnTo>
                    <a:lnTo>
                      <a:pt x="108" y="438"/>
                    </a:lnTo>
                    <a:lnTo>
                      <a:pt x="108"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1" name="Google Shape;2631;p38"/>
              <p:cNvSpPr/>
              <p:nvPr/>
            </p:nvSpPr>
            <p:spPr>
              <a:xfrm>
                <a:off x="7366861" y="3862732"/>
                <a:ext cx="13268" cy="54534"/>
              </a:xfrm>
              <a:custGeom>
                <a:avLst/>
                <a:gdLst/>
                <a:ahLst/>
                <a:cxnLst/>
                <a:rect l="l" t="t" r="r" b="b"/>
                <a:pathLst>
                  <a:path w="109" h="448" extrusionOk="0">
                    <a:moveTo>
                      <a:pt x="0" y="0"/>
                    </a:moveTo>
                    <a:lnTo>
                      <a:pt x="0" y="448"/>
                    </a:lnTo>
                    <a:lnTo>
                      <a:pt x="108" y="448"/>
                    </a:lnTo>
                    <a:lnTo>
                      <a:pt x="108"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2" name="Google Shape;2632;p38"/>
              <p:cNvSpPr/>
              <p:nvPr/>
            </p:nvSpPr>
            <p:spPr>
              <a:xfrm>
                <a:off x="7366861" y="3648615"/>
                <a:ext cx="13268" cy="53438"/>
              </a:xfrm>
              <a:custGeom>
                <a:avLst/>
                <a:gdLst/>
                <a:ahLst/>
                <a:cxnLst/>
                <a:rect l="l" t="t" r="r" b="b"/>
                <a:pathLst>
                  <a:path w="109" h="439" extrusionOk="0">
                    <a:moveTo>
                      <a:pt x="0" y="0"/>
                    </a:moveTo>
                    <a:lnTo>
                      <a:pt x="0" y="438"/>
                    </a:lnTo>
                    <a:lnTo>
                      <a:pt x="108" y="438"/>
                    </a:lnTo>
                    <a:lnTo>
                      <a:pt x="108"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3" name="Google Shape;2633;p38"/>
              <p:cNvSpPr/>
              <p:nvPr/>
            </p:nvSpPr>
            <p:spPr>
              <a:xfrm>
                <a:off x="7366861" y="4506059"/>
                <a:ext cx="13268" cy="53073"/>
              </a:xfrm>
              <a:custGeom>
                <a:avLst/>
                <a:gdLst/>
                <a:ahLst/>
                <a:cxnLst/>
                <a:rect l="l" t="t" r="r" b="b"/>
                <a:pathLst>
                  <a:path w="109" h="436" extrusionOk="0">
                    <a:moveTo>
                      <a:pt x="0" y="0"/>
                    </a:moveTo>
                    <a:lnTo>
                      <a:pt x="0" y="435"/>
                    </a:lnTo>
                    <a:lnTo>
                      <a:pt x="108" y="435"/>
                    </a:lnTo>
                    <a:lnTo>
                      <a:pt x="108"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4" name="Google Shape;2634;p38"/>
              <p:cNvSpPr/>
              <p:nvPr/>
            </p:nvSpPr>
            <p:spPr>
              <a:xfrm>
                <a:off x="7366861" y="3970461"/>
                <a:ext cx="13268" cy="53073"/>
              </a:xfrm>
              <a:custGeom>
                <a:avLst/>
                <a:gdLst/>
                <a:ahLst/>
                <a:cxnLst/>
                <a:rect l="l" t="t" r="r" b="b"/>
                <a:pathLst>
                  <a:path w="109" h="436" extrusionOk="0">
                    <a:moveTo>
                      <a:pt x="0" y="1"/>
                    </a:moveTo>
                    <a:lnTo>
                      <a:pt x="0" y="436"/>
                    </a:lnTo>
                    <a:lnTo>
                      <a:pt x="108" y="436"/>
                    </a:lnTo>
                    <a:lnTo>
                      <a:pt x="10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5" name="Google Shape;2635;p38"/>
              <p:cNvSpPr/>
              <p:nvPr/>
            </p:nvSpPr>
            <p:spPr>
              <a:xfrm>
                <a:off x="7366861" y="4078311"/>
                <a:ext cx="13268" cy="53073"/>
              </a:xfrm>
              <a:custGeom>
                <a:avLst/>
                <a:gdLst/>
                <a:ahLst/>
                <a:cxnLst/>
                <a:rect l="l" t="t" r="r" b="b"/>
                <a:pathLst>
                  <a:path w="109" h="436" extrusionOk="0">
                    <a:moveTo>
                      <a:pt x="0" y="1"/>
                    </a:moveTo>
                    <a:lnTo>
                      <a:pt x="0" y="435"/>
                    </a:lnTo>
                    <a:lnTo>
                      <a:pt x="108" y="435"/>
                    </a:lnTo>
                    <a:lnTo>
                      <a:pt x="10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6" name="Google Shape;2636;p38"/>
              <p:cNvSpPr/>
              <p:nvPr/>
            </p:nvSpPr>
            <p:spPr>
              <a:xfrm>
                <a:off x="7366861" y="4184213"/>
                <a:ext cx="13268" cy="53438"/>
              </a:xfrm>
              <a:custGeom>
                <a:avLst/>
                <a:gdLst/>
                <a:ahLst/>
                <a:cxnLst/>
                <a:rect l="l" t="t" r="r" b="b"/>
                <a:pathLst>
                  <a:path w="109" h="439" extrusionOk="0">
                    <a:moveTo>
                      <a:pt x="0" y="0"/>
                    </a:moveTo>
                    <a:lnTo>
                      <a:pt x="0" y="438"/>
                    </a:lnTo>
                    <a:lnTo>
                      <a:pt x="108" y="438"/>
                    </a:lnTo>
                    <a:lnTo>
                      <a:pt x="108"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7" name="Google Shape;2637;p38"/>
              <p:cNvSpPr/>
              <p:nvPr/>
            </p:nvSpPr>
            <p:spPr>
              <a:xfrm>
                <a:off x="7366861" y="4398209"/>
                <a:ext cx="13268" cy="54656"/>
              </a:xfrm>
              <a:custGeom>
                <a:avLst/>
                <a:gdLst/>
                <a:ahLst/>
                <a:cxnLst/>
                <a:rect l="l" t="t" r="r" b="b"/>
                <a:pathLst>
                  <a:path w="109" h="449" extrusionOk="0">
                    <a:moveTo>
                      <a:pt x="0" y="1"/>
                    </a:moveTo>
                    <a:lnTo>
                      <a:pt x="0" y="448"/>
                    </a:lnTo>
                    <a:lnTo>
                      <a:pt x="108" y="448"/>
                    </a:lnTo>
                    <a:lnTo>
                      <a:pt x="10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8" name="Google Shape;2638;p38"/>
              <p:cNvSpPr/>
              <p:nvPr/>
            </p:nvSpPr>
            <p:spPr>
              <a:xfrm>
                <a:off x="7366861" y="4291941"/>
                <a:ext cx="13268" cy="53073"/>
              </a:xfrm>
              <a:custGeom>
                <a:avLst/>
                <a:gdLst/>
                <a:ahLst/>
                <a:cxnLst/>
                <a:rect l="l" t="t" r="r" b="b"/>
                <a:pathLst>
                  <a:path w="109" h="436" extrusionOk="0">
                    <a:moveTo>
                      <a:pt x="0" y="1"/>
                    </a:moveTo>
                    <a:lnTo>
                      <a:pt x="0" y="436"/>
                    </a:lnTo>
                    <a:lnTo>
                      <a:pt x="108" y="436"/>
                    </a:lnTo>
                    <a:lnTo>
                      <a:pt x="10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9" name="Google Shape;2639;p38"/>
              <p:cNvSpPr/>
              <p:nvPr/>
            </p:nvSpPr>
            <p:spPr>
              <a:xfrm>
                <a:off x="7366861" y="2896221"/>
                <a:ext cx="13268" cy="54656"/>
              </a:xfrm>
              <a:custGeom>
                <a:avLst/>
                <a:gdLst/>
                <a:ahLst/>
                <a:cxnLst/>
                <a:rect l="l" t="t" r="r" b="b"/>
                <a:pathLst>
                  <a:path w="109" h="449" extrusionOk="0">
                    <a:moveTo>
                      <a:pt x="0" y="0"/>
                    </a:moveTo>
                    <a:lnTo>
                      <a:pt x="0" y="448"/>
                    </a:lnTo>
                    <a:lnTo>
                      <a:pt x="108" y="448"/>
                    </a:lnTo>
                    <a:lnTo>
                      <a:pt x="108"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0" name="Google Shape;2640;p38"/>
              <p:cNvSpPr/>
              <p:nvPr/>
            </p:nvSpPr>
            <p:spPr>
              <a:xfrm>
                <a:off x="7366861" y="3004071"/>
                <a:ext cx="13268" cy="52951"/>
              </a:xfrm>
              <a:custGeom>
                <a:avLst/>
                <a:gdLst/>
                <a:ahLst/>
                <a:cxnLst/>
                <a:rect l="l" t="t" r="r" b="b"/>
                <a:pathLst>
                  <a:path w="109" h="435" extrusionOk="0">
                    <a:moveTo>
                      <a:pt x="0" y="0"/>
                    </a:moveTo>
                    <a:lnTo>
                      <a:pt x="0" y="435"/>
                    </a:lnTo>
                    <a:lnTo>
                      <a:pt x="108" y="435"/>
                    </a:lnTo>
                    <a:lnTo>
                      <a:pt x="108"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1" name="Google Shape;2641;p38"/>
              <p:cNvSpPr/>
              <p:nvPr/>
            </p:nvSpPr>
            <p:spPr>
              <a:xfrm>
                <a:off x="7366861" y="2789954"/>
                <a:ext cx="13268" cy="53073"/>
              </a:xfrm>
              <a:custGeom>
                <a:avLst/>
                <a:gdLst/>
                <a:ahLst/>
                <a:cxnLst/>
                <a:rect l="l" t="t" r="r" b="b"/>
                <a:pathLst>
                  <a:path w="109" h="436" extrusionOk="0">
                    <a:moveTo>
                      <a:pt x="0" y="1"/>
                    </a:moveTo>
                    <a:lnTo>
                      <a:pt x="0" y="435"/>
                    </a:lnTo>
                    <a:lnTo>
                      <a:pt x="108" y="435"/>
                    </a:lnTo>
                    <a:lnTo>
                      <a:pt x="108" y="164"/>
                    </a:lnTo>
                    <a:lnTo>
                      <a:pt x="108" y="14"/>
                    </a:lnTo>
                    <a:lnTo>
                      <a:pt x="10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2" name="Google Shape;2642;p38"/>
              <p:cNvSpPr/>
              <p:nvPr/>
            </p:nvSpPr>
            <p:spPr>
              <a:xfrm>
                <a:off x="7366861" y="3111434"/>
                <a:ext cx="13268" cy="53438"/>
              </a:xfrm>
              <a:custGeom>
                <a:avLst/>
                <a:gdLst/>
                <a:ahLst/>
                <a:cxnLst/>
                <a:rect l="l" t="t" r="r" b="b"/>
                <a:pathLst>
                  <a:path w="109" h="439" extrusionOk="0">
                    <a:moveTo>
                      <a:pt x="0" y="1"/>
                    </a:moveTo>
                    <a:lnTo>
                      <a:pt x="0" y="439"/>
                    </a:lnTo>
                    <a:lnTo>
                      <a:pt x="108" y="439"/>
                    </a:lnTo>
                    <a:lnTo>
                      <a:pt x="10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3" name="Google Shape;2643;p38"/>
              <p:cNvSpPr/>
              <p:nvPr/>
            </p:nvSpPr>
            <p:spPr>
              <a:xfrm>
                <a:off x="7366861" y="3217702"/>
                <a:ext cx="13268" cy="55021"/>
              </a:xfrm>
              <a:custGeom>
                <a:avLst/>
                <a:gdLst/>
                <a:ahLst/>
                <a:cxnLst/>
                <a:rect l="l" t="t" r="r" b="b"/>
                <a:pathLst>
                  <a:path w="109" h="452" extrusionOk="0">
                    <a:moveTo>
                      <a:pt x="0" y="1"/>
                    </a:moveTo>
                    <a:lnTo>
                      <a:pt x="0" y="452"/>
                    </a:lnTo>
                    <a:lnTo>
                      <a:pt x="108" y="452"/>
                    </a:lnTo>
                    <a:lnTo>
                      <a:pt x="10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4" name="Google Shape;2644;p38"/>
              <p:cNvSpPr/>
              <p:nvPr/>
            </p:nvSpPr>
            <p:spPr>
              <a:xfrm>
                <a:off x="7366861" y="3325552"/>
                <a:ext cx="13268" cy="53073"/>
              </a:xfrm>
              <a:custGeom>
                <a:avLst/>
                <a:gdLst/>
                <a:ahLst/>
                <a:cxnLst/>
                <a:rect l="l" t="t" r="r" b="b"/>
                <a:pathLst>
                  <a:path w="109" h="436" extrusionOk="0">
                    <a:moveTo>
                      <a:pt x="0" y="0"/>
                    </a:moveTo>
                    <a:lnTo>
                      <a:pt x="0" y="435"/>
                    </a:lnTo>
                    <a:lnTo>
                      <a:pt x="108" y="435"/>
                    </a:lnTo>
                    <a:lnTo>
                      <a:pt x="108"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5" name="Google Shape;2645;p38"/>
              <p:cNvSpPr/>
              <p:nvPr/>
            </p:nvSpPr>
            <p:spPr>
              <a:xfrm>
                <a:off x="7366861" y="3539182"/>
                <a:ext cx="13268" cy="56603"/>
              </a:xfrm>
              <a:custGeom>
                <a:avLst/>
                <a:gdLst/>
                <a:ahLst/>
                <a:cxnLst/>
                <a:rect l="l" t="t" r="r" b="b"/>
                <a:pathLst>
                  <a:path w="109" h="465" extrusionOk="0">
                    <a:moveTo>
                      <a:pt x="0" y="1"/>
                    </a:moveTo>
                    <a:lnTo>
                      <a:pt x="0" y="30"/>
                    </a:lnTo>
                    <a:lnTo>
                      <a:pt x="0" y="439"/>
                    </a:lnTo>
                    <a:lnTo>
                      <a:pt x="0" y="465"/>
                    </a:lnTo>
                    <a:lnTo>
                      <a:pt x="108" y="465"/>
                    </a:lnTo>
                    <a:lnTo>
                      <a:pt x="108" y="439"/>
                    </a:lnTo>
                    <a:lnTo>
                      <a:pt x="108" y="30"/>
                    </a:lnTo>
                    <a:lnTo>
                      <a:pt x="10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6" name="Google Shape;2646;p38"/>
              <p:cNvSpPr/>
              <p:nvPr/>
            </p:nvSpPr>
            <p:spPr>
              <a:xfrm>
                <a:off x="7366861" y="3431819"/>
                <a:ext cx="13268" cy="54534"/>
              </a:xfrm>
              <a:custGeom>
                <a:avLst/>
                <a:gdLst/>
                <a:ahLst/>
                <a:cxnLst/>
                <a:rect l="l" t="t" r="r" b="b"/>
                <a:pathLst>
                  <a:path w="109" h="448" extrusionOk="0">
                    <a:moveTo>
                      <a:pt x="0" y="0"/>
                    </a:moveTo>
                    <a:lnTo>
                      <a:pt x="0" y="448"/>
                    </a:lnTo>
                    <a:lnTo>
                      <a:pt x="108" y="448"/>
                    </a:lnTo>
                    <a:lnTo>
                      <a:pt x="108"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7" name="Google Shape;2647;p38"/>
              <p:cNvSpPr/>
              <p:nvPr/>
            </p:nvSpPr>
            <p:spPr>
              <a:xfrm>
                <a:off x="5833347" y="1069101"/>
                <a:ext cx="54656" cy="29945"/>
              </a:xfrm>
              <a:custGeom>
                <a:avLst/>
                <a:gdLst/>
                <a:ahLst/>
                <a:cxnLst/>
                <a:rect l="l" t="t" r="r" b="b"/>
                <a:pathLst>
                  <a:path w="449" h="246" extrusionOk="0">
                    <a:moveTo>
                      <a:pt x="423" y="1"/>
                    </a:moveTo>
                    <a:cubicBezTo>
                      <a:pt x="285" y="43"/>
                      <a:pt x="138" y="83"/>
                      <a:pt x="1" y="151"/>
                    </a:cubicBezTo>
                    <a:lnTo>
                      <a:pt x="40" y="246"/>
                    </a:lnTo>
                    <a:cubicBezTo>
                      <a:pt x="178" y="190"/>
                      <a:pt x="315" y="138"/>
                      <a:pt x="449" y="109"/>
                    </a:cubicBezTo>
                    <a:lnTo>
                      <a:pt x="423"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8" name="Google Shape;2648;p38"/>
              <p:cNvSpPr/>
              <p:nvPr/>
            </p:nvSpPr>
            <p:spPr>
              <a:xfrm>
                <a:off x="5659156" y="1720827"/>
                <a:ext cx="13633" cy="53073"/>
              </a:xfrm>
              <a:custGeom>
                <a:avLst/>
                <a:gdLst/>
                <a:ahLst/>
                <a:cxnLst/>
                <a:rect l="l" t="t" r="r" b="b"/>
                <a:pathLst>
                  <a:path w="112" h="436" extrusionOk="0">
                    <a:moveTo>
                      <a:pt x="0" y="1"/>
                    </a:moveTo>
                    <a:lnTo>
                      <a:pt x="0" y="436"/>
                    </a:lnTo>
                    <a:lnTo>
                      <a:pt x="111" y="436"/>
                    </a:lnTo>
                    <a:lnTo>
                      <a:pt x="111"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9" name="Google Shape;2649;p38"/>
              <p:cNvSpPr/>
              <p:nvPr/>
            </p:nvSpPr>
            <p:spPr>
              <a:xfrm>
                <a:off x="5659156" y="1826729"/>
                <a:ext cx="13633" cy="55021"/>
              </a:xfrm>
              <a:custGeom>
                <a:avLst/>
                <a:gdLst/>
                <a:ahLst/>
                <a:cxnLst/>
                <a:rect l="l" t="t" r="r" b="b"/>
                <a:pathLst>
                  <a:path w="112" h="452" extrusionOk="0">
                    <a:moveTo>
                      <a:pt x="0" y="0"/>
                    </a:moveTo>
                    <a:lnTo>
                      <a:pt x="0" y="451"/>
                    </a:lnTo>
                    <a:lnTo>
                      <a:pt x="111" y="451"/>
                    </a:lnTo>
                    <a:lnTo>
                      <a:pt x="111"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0" name="Google Shape;2650;p38"/>
              <p:cNvSpPr/>
              <p:nvPr/>
            </p:nvSpPr>
            <p:spPr>
              <a:xfrm>
                <a:off x="5659156" y="1506831"/>
                <a:ext cx="13633" cy="53073"/>
              </a:xfrm>
              <a:custGeom>
                <a:avLst/>
                <a:gdLst/>
                <a:ahLst/>
                <a:cxnLst/>
                <a:rect l="l" t="t" r="r" b="b"/>
                <a:pathLst>
                  <a:path w="112" h="436" extrusionOk="0">
                    <a:moveTo>
                      <a:pt x="0" y="0"/>
                    </a:moveTo>
                    <a:lnTo>
                      <a:pt x="0" y="435"/>
                    </a:lnTo>
                    <a:lnTo>
                      <a:pt x="111" y="435"/>
                    </a:lnTo>
                    <a:lnTo>
                      <a:pt x="111"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1" name="Google Shape;2651;p38"/>
              <p:cNvSpPr/>
              <p:nvPr/>
            </p:nvSpPr>
            <p:spPr>
              <a:xfrm>
                <a:off x="5682649" y="1190097"/>
                <a:ext cx="38222" cy="55021"/>
              </a:xfrm>
              <a:custGeom>
                <a:avLst/>
                <a:gdLst/>
                <a:ahLst/>
                <a:cxnLst/>
                <a:rect l="l" t="t" r="r" b="b"/>
                <a:pathLst>
                  <a:path w="314" h="452" extrusionOk="0">
                    <a:moveTo>
                      <a:pt x="216" y="0"/>
                    </a:moveTo>
                    <a:cubicBezTo>
                      <a:pt x="134" y="138"/>
                      <a:pt x="69" y="259"/>
                      <a:pt x="0" y="396"/>
                    </a:cubicBezTo>
                    <a:lnTo>
                      <a:pt x="108" y="452"/>
                    </a:lnTo>
                    <a:cubicBezTo>
                      <a:pt x="164" y="314"/>
                      <a:pt x="232" y="193"/>
                      <a:pt x="314" y="69"/>
                    </a:cubicBezTo>
                    <a:lnTo>
                      <a:pt x="21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2" name="Google Shape;2652;p38"/>
              <p:cNvSpPr/>
              <p:nvPr/>
            </p:nvSpPr>
            <p:spPr>
              <a:xfrm>
                <a:off x="5659156" y="1398981"/>
                <a:ext cx="13633" cy="53438"/>
              </a:xfrm>
              <a:custGeom>
                <a:avLst/>
                <a:gdLst/>
                <a:ahLst/>
                <a:cxnLst/>
                <a:rect l="l" t="t" r="r" b="b"/>
                <a:pathLst>
                  <a:path w="112" h="439" extrusionOk="0">
                    <a:moveTo>
                      <a:pt x="0" y="1"/>
                    </a:moveTo>
                    <a:lnTo>
                      <a:pt x="0" y="439"/>
                    </a:lnTo>
                    <a:lnTo>
                      <a:pt x="111" y="439"/>
                    </a:lnTo>
                    <a:lnTo>
                      <a:pt x="111"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3" name="Google Shape;2653;p38"/>
              <p:cNvSpPr/>
              <p:nvPr/>
            </p:nvSpPr>
            <p:spPr>
              <a:xfrm>
                <a:off x="5743878" y="1114140"/>
                <a:ext cx="49908" cy="44674"/>
              </a:xfrm>
              <a:custGeom>
                <a:avLst/>
                <a:gdLst/>
                <a:ahLst/>
                <a:cxnLst/>
                <a:rect l="l" t="t" r="r" b="b"/>
                <a:pathLst>
                  <a:path w="410" h="367" extrusionOk="0">
                    <a:moveTo>
                      <a:pt x="340" y="0"/>
                    </a:moveTo>
                    <a:cubicBezTo>
                      <a:pt x="220" y="82"/>
                      <a:pt x="108" y="177"/>
                      <a:pt x="1" y="285"/>
                    </a:cubicBezTo>
                    <a:lnTo>
                      <a:pt x="82" y="366"/>
                    </a:lnTo>
                    <a:cubicBezTo>
                      <a:pt x="177" y="258"/>
                      <a:pt x="285" y="164"/>
                      <a:pt x="409" y="82"/>
                    </a:cubicBezTo>
                    <a:lnTo>
                      <a:pt x="340"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4" name="Google Shape;2654;p38"/>
              <p:cNvSpPr/>
              <p:nvPr/>
            </p:nvSpPr>
            <p:spPr>
              <a:xfrm>
                <a:off x="5659156" y="1291131"/>
                <a:ext cx="19963" cy="55021"/>
              </a:xfrm>
              <a:custGeom>
                <a:avLst/>
                <a:gdLst/>
                <a:ahLst/>
                <a:cxnLst/>
                <a:rect l="l" t="t" r="r" b="b"/>
                <a:pathLst>
                  <a:path w="164" h="452" extrusionOk="0">
                    <a:moveTo>
                      <a:pt x="56" y="1"/>
                    </a:moveTo>
                    <a:cubicBezTo>
                      <a:pt x="30" y="151"/>
                      <a:pt x="17" y="301"/>
                      <a:pt x="0" y="452"/>
                    </a:cubicBezTo>
                    <a:lnTo>
                      <a:pt x="111" y="452"/>
                    </a:lnTo>
                    <a:cubicBezTo>
                      <a:pt x="125" y="301"/>
                      <a:pt x="138" y="164"/>
                      <a:pt x="164" y="30"/>
                    </a:cubicBezTo>
                    <a:lnTo>
                      <a:pt x="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5" name="Google Shape;2655;p38"/>
              <p:cNvSpPr/>
              <p:nvPr/>
            </p:nvSpPr>
            <p:spPr>
              <a:xfrm>
                <a:off x="5659156" y="1613098"/>
                <a:ext cx="13633" cy="52951"/>
              </a:xfrm>
              <a:custGeom>
                <a:avLst/>
                <a:gdLst/>
                <a:ahLst/>
                <a:cxnLst/>
                <a:rect l="l" t="t" r="r" b="b"/>
                <a:pathLst>
                  <a:path w="112" h="435" extrusionOk="0">
                    <a:moveTo>
                      <a:pt x="0" y="0"/>
                    </a:moveTo>
                    <a:lnTo>
                      <a:pt x="0" y="435"/>
                    </a:lnTo>
                    <a:lnTo>
                      <a:pt x="111" y="435"/>
                    </a:lnTo>
                    <a:lnTo>
                      <a:pt x="111"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6" name="Google Shape;2656;p38"/>
              <p:cNvSpPr/>
              <p:nvPr/>
            </p:nvSpPr>
            <p:spPr>
              <a:xfrm>
                <a:off x="5659156" y="2470055"/>
                <a:ext cx="13633" cy="53073"/>
              </a:xfrm>
              <a:custGeom>
                <a:avLst/>
                <a:gdLst/>
                <a:ahLst/>
                <a:cxnLst/>
                <a:rect l="l" t="t" r="r" b="b"/>
                <a:pathLst>
                  <a:path w="112" h="436" extrusionOk="0">
                    <a:moveTo>
                      <a:pt x="0" y="1"/>
                    </a:moveTo>
                    <a:lnTo>
                      <a:pt x="0" y="435"/>
                    </a:lnTo>
                    <a:lnTo>
                      <a:pt x="111" y="435"/>
                    </a:lnTo>
                    <a:lnTo>
                      <a:pt x="111"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7" name="Google Shape;2657;p38"/>
              <p:cNvSpPr/>
              <p:nvPr/>
            </p:nvSpPr>
            <p:spPr>
              <a:xfrm>
                <a:off x="5659156" y="2576323"/>
                <a:ext cx="13633" cy="54656"/>
              </a:xfrm>
              <a:custGeom>
                <a:avLst/>
                <a:gdLst/>
                <a:ahLst/>
                <a:cxnLst/>
                <a:rect l="l" t="t" r="r" b="b"/>
                <a:pathLst>
                  <a:path w="112" h="449" extrusionOk="0">
                    <a:moveTo>
                      <a:pt x="0" y="0"/>
                    </a:moveTo>
                    <a:lnTo>
                      <a:pt x="0" y="448"/>
                    </a:lnTo>
                    <a:lnTo>
                      <a:pt x="111" y="448"/>
                    </a:lnTo>
                    <a:lnTo>
                      <a:pt x="111"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8" name="Google Shape;2658;p38"/>
              <p:cNvSpPr/>
              <p:nvPr/>
            </p:nvSpPr>
            <p:spPr>
              <a:xfrm>
                <a:off x="5659156" y="1934579"/>
                <a:ext cx="13633" cy="52951"/>
              </a:xfrm>
              <a:custGeom>
                <a:avLst/>
                <a:gdLst/>
                <a:ahLst/>
                <a:cxnLst/>
                <a:rect l="l" t="t" r="r" b="b"/>
                <a:pathLst>
                  <a:path w="112" h="435" extrusionOk="0">
                    <a:moveTo>
                      <a:pt x="0" y="0"/>
                    </a:moveTo>
                    <a:lnTo>
                      <a:pt x="0" y="435"/>
                    </a:lnTo>
                    <a:lnTo>
                      <a:pt x="111" y="435"/>
                    </a:lnTo>
                    <a:lnTo>
                      <a:pt x="111"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9" name="Google Shape;2659;p38"/>
              <p:cNvSpPr/>
              <p:nvPr/>
            </p:nvSpPr>
            <p:spPr>
              <a:xfrm>
                <a:off x="5659156" y="2683808"/>
                <a:ext cx="13633" cy="53317"/>
              </a:xfrm>
              <a:custGeom>
                <a:avLst/>
                <a:gdLst/>
                <a:ahLst/>
                <a:cxnLst/>
                <a:rect l="l" t="t" r="r" b="b"/>
                <a:pathLst>
                  <a:path w="112" h="438" extrusionOk="0">
                    <a:moveTo>
                      <a:pt x="0" y="0"/>
                    </a:moveTo>
                    <a:lnTo>
                      <a:pt x="0" y="438"/>
                    </a:lnTo>
                    <a:lnTo>
                      <a:pt x="111" y="438"/>
                    </a:lnTo>
                    <a:lnTo>
                      <a:pt x="111"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0" name="Google Shape;2660;p38"/>
              <p:cNvSpPr/>
              <p:nvPr/>
            </p:nvSpPr>
            <p:spPr>
              <a:xfrm>
                <a:off x="5659156" y="2040725"/>
                <a:ext cx="13633" cy="54656"/>
              </a:xfrm>
              <a:custGeom>
                <a:avLst/>
                <a:gdLst/>
                <a:ahLst/>
                <a:cxnLst/>
                <a:rect l="l" t="t" r="r" b="b"/>
                <a:pathLst>
                  <a:path w="112" h="449" extrusionOk="0">
                    <a:moveTo>
                      <a:pt x="0" y="1"/>
                    </a:moveTo>
                    <a:lnTo>
                      <a:pt x="0" y="449"/>
                    </a:lnTo>
                    <a:lnTo>
                      <a:pt x="111" y="449"/>
                    </a:lnTo>
                    <a:lnTo>
                      <a:pt x="111"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1" name="Google Shape;2661;p38"/>
              <p:cNvSpPr/>
              <p:nvPr/>
            </p:nvSpPr>
            <p:spPr>
              <a:xfrm>
                <a:off x="5659156" y="2148575"/>
                <a:ext cx="13633" cy="53073"/>
              </a:xfrm>
              <a:custGeom>
                <a:avLst/>
                <a:gdLst/>
                <a:ahLst/>
                <a:cxnLst/>
                <a:rect l="l" t="t" r="r" b="b"/>
                <a:pathLst>
                  <a:path w="112" h="436" extrusionOk="0">
                    <a:moveTo>
                      <a:pt x="0" y="1"/>
                    </a:moveTo>
                    <a:lnTo>
                      <a:pt x="0" y="435"/>
                    </a:lnTo>
                    <a:lnTo>
                      <a:pt x="111" y="435"/>
                    </a:lnTo>
                    <a:lnTo>
                      <a:pt x="111"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2" name="Google Shape;2662;p38"/>
              <p:cNvSpPr/>
              <p:nvPr/>
            </p:nvSpPr>
            <p:spPr>
              <a:xfrm>
                <a:off x="5659156" y="2362205"/>
                <a:ext cx="13633" cy="55021"/>
              </a:xfrm>
              <a:custGeom>
                <a:avLst/>
                <a:gdLst/>
                <a:ahLst/>
                <a:cxnLst/>
                <a:rect l="l" t="t" r="r" b="b"/>
                <a:pathLst>
                  <a:path w="112" h="452" extrusionOk="0">
                    <a:moveTo>
                      <a:pt x="0" y="1"/>
                    </a:moveTo>
                    <a:lnTo>
                      <a:pt x="0" y="452"/>
                    </a:lnTo>
                    <a:lnTo>
                      <a:pt x="111" y="452"/>
                    </a:lnTo>
                    <a:lnTo>
                      <a:pt x="111"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3" name="Google Shape;2663;p38"/>
              <p:cNvSpPr/>
              <p:nvPr/>
            </p:nvSpPr>
            <p:spPr>
              <a:xfrm>
                <a:off x="5659156" y="2256060"/>
                <a:ext cx="13633" cy="53438"/>
              </a:xfrm>
              <a:custGeom>
                <a:avLst/>
                <a:gdLst/>
                <a:ahLst/>
                <a:cxnLst/>
                <a:rect l="l" t="t" r="r" b="b"/>
                <a:pathLst>
                  <a:path w="112" h="439" extrusionOk="0">
                    <a:moveTo>
                      <a:pt x="0" y="0"/>
                    </a:moveTo>
                    <a:lnTo>
                      <a:pt x="0" y="438"/>
                    </a:lnTo>
                    <a:lnTo>
                      <a:pt x="111" y="438"/>
                    </a:lnTo>
                    <a:lnTo>
                      <a:pt x="111"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4" name="Google Shape;2664;p38"/>
              <p:cNvSpPr/>
              <p:nvPr/>
            </p:nvSpPr>
            <p:spPr>
              <a:xfrm>
                <a:off x="6228107" y="1965984"/>
                <a:ext cx="13268" cy="53438"/>
              </a:xfrm>
              <a:custGeom>
                <a:avLst/>
                <a:gdLst/>
                <a:ahLst/>
                <a:cxnLst/>
                <a:rect l="l" t="t" r="r" b="b"/>
                <a:pathLst>
                  <a:path w="109" h="439" extrusionOk="0">
                    <a:moveTo>
                      <a:pt x="0" y="0"/>
                    </a:moveTo>
                    <a:lnTo>
                      <a:pt x="0" y="438"/>
                    </a:lnTo>
                    <a:lnTo>
                      <a:pt x="108" y="438"/>
                    </a:lnTo>
                    <a:lnTo>
                      <a:pt x="108"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5" name="Google Shape;2665;p38"/>
              <p:cNvSpPr/>
              <p:nvPr/>
            </p:nvSpPr>
            <p:spPr>
              <a:xfrm>
                <a:off x="6228107" y="1430386"/>
                <a:ext cx="14851" cy="53438"/>
              </a:xfrm>
              <a:custGeom>
                <a:avLst/>
                <a:gdLst/>
                <a:ahLst/>
                <a:cxnLst/>
                <a:rect l="l" t="t" r="r" b="b"/>
                <a:pathLst>
                  <a:path w="122" h="439" extrusionOk="0">
                    <a:moveTo>
                      <a:pt x="0" y="1"/>
                    </a:moveTo>
                    <a:lnTo>
                      <a:pt x="0" y="439"/>
                    </a:lnTo>
                    <a:lnTo>
                      <a:pt x="121" y="439"/>
                    </a:lnTo>
                    <a:lnTo>
                      <a:pt x="121"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6" name="Google Shape;2666;p38"/>
              <p:cNvSpPr/>
              <p:nvPr/>
            </p:nvSpPr>
            <p:spPr>
              <a:xfrm>
                <a:off x="6228107" y="1538236"/>
                <a:ext cx="14851" cy="53438"/>
              </a:xfrm>
              <a:custGeom>
                <a:avLst/>
                <a:gdLst/>
                <a:ahLst/>
                <a:cxnLst/>
                <a:rect l="l" t="t" r="r" b="b"/>
                <a:pathLst>
                  <a:path w="122" h="439" extrusionOk="0">
                    <a:moveTo>
                      <a:pt x="0" y="1"/>
                    </a:moveTo>
                    <a:lnTo>
                      <a:pt x="0" y="439"/>
                    </a:lnTo>
                    <a:lnTo>
                      <a:pt x="121" y="439"/>
                    </a:lnTo>
                    <a:lnTo>
                      <a:pt x="121"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7" name="Google Shape;2667;p38"/>
              <p:cNvSpPr/>
              <p:nvPr/>
            </p:nvSpPr>
            <p:spPr>
              <a:xfrm>
                <a:off x="6228107" y="1644504"/>
                <a:ext cx="14851" cy="54656"/>
              </a:xfrm>
              <a:custGeom>
                <a:avLst/>
                <a:gdLst/>
                <a:ahLst/>
                <a:cxnLst/>
                <a:rect l="l" t="t" r="r" b="b"/>
                <a:pathLst>
                  <a:path w="122" h="449" extrusionOk="0">
                    <a:moveTo>
                      <a:pt x="0" y="0"/>
                    </a:moveTo>
                    <a:lnTo>
                      <a:pt x="0" y="448"/>
                    </a:lnTo>
                    <a:lnTo>
                      <a:pt x="121" y="448"/>
                    </a:lnTo>
                    <a:lnTo>
                      <a:pt x="121"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8" name="Google Shape;2668;p38"/>
              <p:cNvSpPr/>
              <p:nvPr/>
            </p:nvSpPr>
            <p:spPr>
              <a:xfrm>
                <a:off x="6228107" y="2393733"/>
                <a:ext cx="13268" cy="55021"/>
              </a:xfrm>
              <a:custGeom>
                <a:avLst/>
                <a:gdLst/>
                <a:ahLst/>
                <a:cxnLst/>
                <a:rect l="l" t="t" r="r" b="b"/>
                <a:pathLst>
                  <a:path w="109" h="452" extrusionOk="0">
                    <a:moveTo>
                      <a:pt x="0" y="0"/>
                    </a:moveTo>
                    <a:lnTo>
                      <a:pt x="0" y="438"/>
                    </a:lnTo>
                    <a:lnTo>
                      <a:pt x="0" y="451"/>
                    </a:lnTo>
                    <a:lnTo>
                      <a:pt x="108" y="451"/>
                    </a:lnTo>
                    <a:lnTo>
                      <a:pt x="108" y="438"/>
                    </a:lnTo>
                    <a:lnTo>
                      <a:pt x="108"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9" name="Google Shape;2669;p38"/>
              <p:cNvSpPr/>
              <p:nvPr/>
            </p:nvSpPr>
            <p:spPr>
              <a:xfrm>
                <a:off x="6448554" y="2715578"/>
                <a:ext cx="54656" cy="21546"/>
              </a:xfrm>
              <a:custGeom>
                <a:avLst/>
                <a:gdLst/>
                <a:ahLst/>
                <a:cxnLst/>
                <a:rect l="l" t="t" r="r" b="b"/>
                <a:pathLst>
                  <a:path w="449" h="177" extrusionOk="0">
                    <a:moveTo>
                      <a:pt x="26" y="1"/>
                    </a:moveTo>
                    <a:lnTo>
                      <a:pt x="0" y="108"/>
                    </a:lnTo>
                    <a:cubicBezTo>
                      <a:pt x="134" y="148"/>
                      <a:pt x="285" y="164"/>
                      <a:pt x="435" y="177"/>
                    </a:cubicBezTo>
                    <a:lnTo>
                      <a:pt x="448" y="66"/>
                    </a:lnTo>
                    <a:cubicBezTo>
                      <a:pt x="298" y="53"/>
                      <a:pt x="164" y="40"/>
                      <a:pt x="26"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0" name="Google Shape;2670;p38"/>
              <p:cNvSpPr/>
              <p:nvPr/>
            </p:nvSpPr>
            <p:spPr>
              <a:xfrm>
                <a:off x="6228107" y="1752354"/>
                <a:ext cx="14851" cy="52951"/>
              </a:xfrm>
              <a:custGeom>
                <a:avLst/>
                <a:gdLst/>
                <a:ahLst/>
                <a:cxnLst/>
                <a:rect l="l" t="t" r="r" b="b"/>
                <a:pathLst>
                  <a:path w="122" h="435" extrusionOk="0">
                    <a:moveTo>
                      <a:pt x="0" y="0"/>
                    </a:moveTo>
                    <a:lnTo>
                      <a:pt x="0" y="435"/>
                    </a:lnTo>
                    <a:lnTo>
                      <a:pt x="121" y="435"/>
                    </a:lnTo>
                    <a:lnTo>
                      <a:pt x="121"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1" name="Google Shape;2671;p38"/>
              <p:cNvSpPr/>
              <p:nvPr/>
            </p:nvSpPr>
            <p:spPr>
              <a:xfrm>
                <a:off x="6234437" y="2499878"/>
                <a:ext cx="26780" cy="54656"/>
              </a:xfrm>
              <a:custGeom>
                <a:avLst/>
                <a:gdLst/>
                <a:ahLst/>
                <a:cxnLst/>
                <a:rect l="l" t="t" r="r" b="b"/>
                <a:pathLst>
                  <a:path w="220" h="449" extrusionOk="0">
                    <a:moveTo>
                      <a:pt x="112" y="1"/>
                    </a:moveTo>
                    <a:lnTo>
                      <a:pt x="1" y="14"/>
                    </a:lnTo>
                    <a:cubicBezTo>
                      <a:pt x="30" y="164"/>
                      <a:pt x="69" y="315"/>
                      <a:pt x="125" y="449"/>
                    </a:cubicBezTo>
                    <a:lnTo>
                      <a:pt x="220" y="409"/>
                    </a:lnTo>
                    <a:cubicBezTo>
                      <a:pt x="177" y="272"/>
                      <a:pt x="138" y="138"/>
                      <a:pt x="112"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2" name="Google Shape;2672;p38"/>
              <p:cNvSpPr/>
              <p:nvPr/>
            </p:nvSpPr>
            <p:spPr>
              <a:xfrm>
                <a:off x="6349103" y="2672244"/>
                <a:ext cx="52951" cy="38222"/>
              </a:xfrm>
              <a:custGeom>
                <a:avLst/>
                <a:gdLst/>
                <a:ahLst/>
                <a:cxnLst/>
                <a:rect l="l" t="t" r="r" b="b"/>
                <a:pathLst>
                  <a:path w="435" h="314" extrusionOk="0">
                    <a:moveTo>
                      <a:pt x="69" y="0"/>
                    </a:moveTo>
                    <a:lnTo>
                      <a:pt x="0" y="82"/>
                    </a:lnTo>
                    <a:cubicBezTo>
                      <a:pt x="121" y="177"/>
                      <a:pt x="258" y="245"/>
                      <a:pt x="396" y="314"/>
                    </a:cubicBezTo>
                    <a:lnTo>
                      <a:pt x="435" y="219"/>
                    </a:lnTo>
                    <a:cubicBezTo>
                      <a:pt x="314" y="151"/>
                      <a:pt x="190" y="82"/>
                      <a:pt x="69"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3" name="Google Shape;2673;p38"/>
              <p:cNvSpPr/>
              <p:nvPr/>
            </p:nvSpPr>
            <p:spPr>
              <a:xfrm>
                <a:off x="6274241" y="2596164"/>
                <a:ext cx="43457" cy="49908"/>
              </a:xfrm>
              <a:custGeom>
                <a:avLst/>
                <a:gdLst/>
                <a:ahLst/>
                <a:cxnLst/>
                <a:rect l="l" t="t" r="r" b="b"/>
                <a:pathLst>
                  <a:path w="357" h="410" extrusionOk="0">
                    <a:moveTo>
                      <a:pt x="95" y="1"/>
                    </a:moveTo>
                    <a:lnTo>
                      <a:pt x="1" y="53"/>
                    </a:lnTo>
                    <a:cubicBezTo>
                      <a:pt x="82" y="190"/>
                      <a:pt x="177" y="298"/>
                      <a:pt x="275" y="409"/>
                    </a:cubicBezTo>
                    <a:lnTo>
                      <a:pt x="357" y="341"/>
                    </a:lnTo>
                    <a:cubicBezTo>
                      <a:pt x="259" y="230"/>
                      <a:pt x="177" y="122"/>
                      <a:pt x="95"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4" name="Google Shape;2674;p38"/>
              <p:cNvSpPr/>
              <p:nvPr/>
            </p:nvSpPr>
            <p:spPr>
              <a:xfrm>
                <a:off x="5939614" y="1062406"/>
                <a:ext cx="54656" cy="16798"/>
              </a:xfrm>
              <a:custGeom>
                <a:avLst/>
                <a:gdLst/>
                <a:ahLst/>
                <a:cxnLst/>
                <a:rect l="l" t="t" r="r" b="b"/>
                <a:pathLst>
                  <a:path w="449" h="138" extrusionOk="0">
                    <a:moveTo>
                      <a:pt x="1" y="0"/>
                    </a:moveTo>
                    <a:lnTo>
                      <a:pt x="1" y="111"/>
                    </a:lnTo>
                    <a:lnTo>
                      <a:pt x="96" y="111"/>
                    </a:lnTo>
                    <a:cubicBezTo>
                      <a:pt x="203" y="111"/>
                      <a:pt x="328" y="111"/>
                      <a:pt x="435" y="138"/>
                    </a:cubicBezTo>
                    <a:lnTo>
                      <a:pt x="449" y="30"/>
                    </a:lnTo>
                    <a:cubicBezTo>
                      <a:pt x="341" y="0"/>
                      <a:pt x="216" y="0"/>
                      <a:pt x="96"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5" name="Google Shape;2675;p38"/>
              <p:cNvSpPr/>
              <p:nvPr/>
            </p:nvSpPr>
            <p:spPr>
              <a:xfrm>
                <a:off x="6228107" y="1323023"/>
                <a:ext cx="14851" cy="54656"/>
              </a:xfrm>
              <a:custGeom>
                <a:avLst/>
                <a:gdLst/>
                <a:ahLst/>
                <a:cxnLst/>
                <a:rect l="l" t="t" r="r" b="b"/>
                <a:pathLst>
                  <a:path w="122" h="449" extrusionOk="0">
                    <a:moveTo>
                      <a:pt x="108" y="0"/>
                    </a:moveTo>
                    <a:lnTo>
                      <a:pt x="0" y="13"/>
                    </a:lnTo>
                    <a:lnTo>
                      <a:pt x="0" y="245"/>
                    </a:lnTo>
                    <a:lnTo>
                      <a:pt x="0" y="448"/>
                    </a:lnTo>
                    <a:lnTo>
                      <a:pt x="121" y="448"/>
                    </a:lnTo>
                    <a:lnTo>
                      <a:pt x="121" y="245"/>
                    </a:lnTo>
                    <a:cubicBezTo>
                      <a:pt x="121" y="164"/>
                      <a:pt x="108" y="82"/>
                      <a:pt x="108"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6" name="Google Shape;2676;p38"/>
              <p:cNvSpPr/>
              <p:nvPr/>
            </p:nvSpPr>
            <p:spPr>
              <a:xfrm>
                <a:off x="6198284" y="1218338"/>
                <a:ext cx="31527" cy="55021"/>
              </a:xfrm>
              <a:custGeom>
                <a:avLst/>
                <a:gdLst/>
                <a:ahLst/>
                <a:cxnLst/>
                <a:rect l="l" t="t" r="r" b="b"/>
                <a:pathLst>
                  <a:path w="259" h="452" extrusionOk="0">
                    <a:moveTo>
                      <a:pt x="95" y="1"/>
                    </a:moveTo>
                    <a:lnTo>
                      <a:pt x="0" y="56"/>
                    </a:lnTo>
                    <a:cubicBezTo>
                      <a:pt x="53" y="177"/>
                      <a:pt x="108" y="314"/>
                      <a:pt x="147" y="452"/>
                    </a:cubicBezTo>
                    <a:lnTo>
                      <a:pt x="259" y="422"/>
                    </a:lnTo>
                    <a:cubicBezTo>
                      <a:pt x="216" y="272"/>
                      <a:pt x="164" y="138"/>
                      <a:pt x="95"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7" name="Google Shape;2677;p38"/>
              <p:cNvSpPr/>
              <p:nvPr/>
            </p:nvSpPr>
            <p:spPr>
              <a:xfrm>
                <a:off x="6133403" y="1133981"/>
                <a:ext cx="46622" cy="47839"/>
              </a:xfrm>
              <a:custGeom>
                <a:avLst/>
                <a:gdLst/>
                <a:ahLst/>
                <a:cxnLst/>
                <a:rect l="l" t="t" r="r" b="b"/>
                <a:pathLst>
                  <a:path w="383" h="393" extrusionOk="0">
                    <a:moveTo>
                      <a:pt x="69" y="1"/>
                    </a:moveTo>
                    <a:lnTo>
                      <a:pt x="1" y="82"/>
                    </a:lnTo>
                    <a:cubicBezTo>
                      <a:pt x="108" y="177"/>
                      <a:pt x="206" y="272"/>
                      <a:pt x="288" y="393"/>
                    </a:cubicBezTo>
                    <a:lnTo>
                      <a:pt x="383" y="327"/>
                    </a:lnTo>
                    <a:cubicBezTo>
                      <a:pt x="288" y="203"/>
                      <a:pt x="177" y="95"/>
                      <a:pt x="69"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8" name="Google Shape;2678;p38"/>
              <p:cNvSpPr/>
              <p:nvPr/>
            </p:nvSpPr>
            <p:spPr>
              <a:xfrm>
                <a:off x="6042352" y="1079083"/>
                <a:ext cx="54534" cy="33110"/>
              </a:xfrm>
              <a:custGeom>
                <a:avLst/>
                <a:gdLst/>
                <a:ahLst/>
                <a:cxnLst/>
                <a:rect l="l" t="t" r="r" b="b"/>
                <a:pathLst>
                  <a:path w="448" h="272" extrusionOk="0">
                    <a:moveTo>
                      <a:pt x="39" y="1"/>
                    </a:moveTo>
                    <a:lnTo>
                      <a:pt x="0" y="95"/>
                    </a:lnTo>
                    <a:cubicBezTo>
                      <a:pt x="137" y="151"/>
                      <a:pt x="271" y="206"/>
                      <a:pt x="396" y="272"/>
                    </a:cubicBezTo>
                    <a:lnTo>
                      <a:pt x="448" y="177"/>
                    </a:lnTo>
                    <a:cubicBezTo>
                      <a:pt x="327" y="108"/>
                      <a:pt x="177" y="43"/>
                      <a:pt x="39"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9" name="Google Shape;2679;p38"/>
              <p:cNvSpPr/>
              <p:nvPr/>
            </p:nvSpPr>
            <p:spPr>
              <a:xfrm>
                <a:off x="6228107" y="2287830"/>
                <a:ext cx="13268" cy="53073"/>
              </a:xfrm>
              <a:custGeom>
                <a:avLst/>
                <a:gdLst/>
                <a:ahLst/>
                <a:cxnLst/>
                <a:rect l="l" t="t" r="r" b="b"/>
                <a:pathLst>
                  <a:path w="109" h="436" extrusionOk="0">
                    <a:moveTo>
                      <a:pt x="0" y="1"/>
                    </a:moveTo>
                    <a:lnTo>
                      <a:pt x="0" y="435"/>
                    </a:lnTo>
                    <a:lnTo>
                      <a:pt x="108" y="435"/>
                    </a:lnTo>
                    <a:lnTo>
                      <a:pt x="10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0" name="Google Shape;2680;p38"/>
              <p:cNvSpPr/>
              <p:nvPr/>
            </p:nvSpPr>
            <p:spPr>
              <a:xfrm>
                <a:off x="6228107" y="2073834"/>
                <a:ext cx="13268" cy="52951"/>
              </a:xfrm>
              <a:custGeom>
                <a:avLst/>
                <a:gdLst/>
                <a:ahLst/>
                <a:cxnLst/>
                <a:rect l="l" t="t" r="r" b="b"/>
                <a:pathLst>
                  <a:path w="109" h="435" extrusionOk="0">
                    <a:moveTo>
                      <a:pt x="0" y="0"/>
                    </a:moveTo>
                    <a:lnTo>
                      <a:pt x="0" y="435"/>
                    </a:lnTo>
                    <a:lnTo>
                      <a:pt x="108" y="435"/>
                    </a:lnTo>
                    <a:lnTo>
                      <a:pt x="108"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1" name="Google Shape;2681;p38"/>
              <p:cNvSpPr/>
              <p:nvPr/>
            </p:nvSpPr>
            <p:spPr>
              <a:xfrm>
                <a:off x="6228107" y="1858134"/>
                <a:ext cx="13268" cy="55021"/>
              </a:xfrm>
              <a:custGeom>
                <a:avLst/>
                <a:gdLst/>
                <a:ahLst/>
                <a:cxnLst/>
                <a:rect l="l" t="t" r="r" b="b"/>
                <a:pathLst>
                  <a:path w="109" h="452" extrusionOk="0">
                    <a:moveTo>
                      <a:pt x="0" y="1"/>
                    </a:moveTo>
                    <a:lnTo>
                      <a:pt x="0" y="452"/>
                    </a:lnTo>
                    <a:lnTo>
                      <a:pt x="108" y="452"/>
                    </a:lnTo>
                    <a:lnTo>
                      <a:pt x="10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2" name="Google Shape;2682;p38"/>
              <p:cNvSpPr/>
              <p:nvPr/>
            </p:nvSpPr>
            <p:spPr>
              <a:xfrm>
                <a:off x="6228107" y="2179980"/>
                <a:ext cx="13268" cy="53073"/>
              </a:xfrm>
              <a:custGeom>
                <a:avLst/>
                <a:gdLst/>
                <a:ahLst/>
                <a:cxnLst/>
                <a:rect l="l" t="t" r="r" b="b"/>
                <a:pathLst>
                  <a:path w="109" h="436" extrusionOk="0">
                    <a:moveTo>
                      <a:pt x="0" y="1"/>
                    </a:moveTo>
                    <a:lnTo>
                      <a:pt x="0" y="436"/>
                    </a:lnTo>
                    <a:lnTo>
                      <a:pt x="108" y="436"/>
                    </a:lnTo>
                    <a:lnTo>
                      <a:pt x="10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3" name="Google Shape;2683;p38"/>
              <p:cNvSpPr/>
              <p:nvPr/>
            </p:nvSpPr>
            <p:spPr>
              <a:xfrm>
                <a:off x="7151161" y="1069101"/>
                <a:ext cx="55021" cy="29945"/>
              </a:xfrm>
              <a:custGeom>
                <a:avLst/>
                <a:gdLst/>
                <a:ahLst/>
                <a:cxnLst/>
                <a:rect l="l" t="t" r="r" b="b"/>
                <a:pathLst>
                  <a:path w="452" h="246" extrusionOk="0">
                    <a:moveTo>
                      <a:pt x="30" y="1"/>
                    </a:moveTo>
                    <a:lnTo>
                      <a:pt x="1" y="109"/>
                    </a:lnTo>
                    <a:cubicBezTo>
                      <a:pt x="138" y="138"/>
                      <a:pt x="275" y="190"/>
                      <a:pt x="409" y="246"/>
                    </a:cubicBezTo>
                    <a:lnTo>
                      <a:pt x="452" y="151"/>
                    </a:lnTo>
                    <a:cubicBezTo>
                      <a:pt x="314" y="83"/>
                      <a:pt x="180" y="43"/>
                      <a:pt x="30"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4" name="Google Shape;2684;p38"/>
              <p:cNvSpPr/>
              <p:nvPr/>
            </p:nvSpPr>
            <p:spPr>
              <a:xfrm>
                <a:off x="7366861" y="1720827"/>
                <a:ext cx="13268" cy="53073"/>
              </a:xfrm>
              <a:custGeom>
                <a:avLst/>
                <a:gdLst/>
                <a:ahLst/>
                <a:cxnLst/>
                <a:rect l="l" t="t" r="r" b="b"/>
                <a:pathLst>
                  <a:path w="109" h="436" extrusionOk="0">
                    <a:moveTo>
                      <a:pt x="0" y="1"/>
                    </a:moveTo>
                    <a:lnTo>
                      <a:pt x="0" y="436"/>
                    </a:lnTo>
                    <a:lnTo>
                      <a:pt x="108" y="436"/>
                    </a:lnTo>
                    <a:lnTo>
                      <a:pt x="10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5" name="Google Shape;2685;p38"/>
              <p:cNvSpPr/>
              <p:nvPr/>
            </p:nvSpPr>
            <p:spPr>
              <a:xfrm>
                <a:off x="7366861" y="1826729"/>
                <a:ext cx="13268" cy="55021"/>
              </a:xfrm>
              <a:custGeom>
                <a:avLst/>
                <a:gdLst/>
                <a:ahLst/>
                <a:cxnLst/>
                <a:rect l="l" t="t" r="r" b="b"/>
                <a:pathLst>
                  <a:path w="109" h="452" extrusionOk="0">
                    <a:moveTo>
                      <a:pt x="0" y="0"/>
                    </a:moveTo>
                    <a:lnTo>
                      <a:pt x="0" y="451"/>
                    </a:lnTo>
                    <a:lnTo>
                      <a:pt x="108" y="451"/>
                    </a:lnTo>
                    <a:lnTo>
                      <a:pt x="108"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6" name="Google Shape;2686;p38"/>
              <p:cNvSpPr/>
              <p:nvPr/>
            </p:nvSpPr>
            <p:spPr>
              <a:xfrm>
                <a:off x="7366861" y="1506831"/>
                <a:ext cx="13268" cy="53073"/>
              </a:xfrm>
              <a:custGeom>
                <a:avLst/>
                <a:gdLst/>
                <a:ahLst/>
                <a:cxnLst/>
                <a:rect l="l" t="t" r="r" b="b"/>
                <a:pathLst>
                  <a:path w="109" h="436" extrusionOk="0">
                    <a:moveTo>
                      <a:pt x="0" y="0"/>
                    </a:moveTo>
                    <a:lnTo>
                      <a:pt x="0" y="435"/>
                    </a:lnTo>
                    <a:lnTo>
                      <a:pt x="108" y="435"/>
                    </a:lnTo>
                    <a:lnTo>
                      <a:pt x="108"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7" name="Google Shape;2687;p38"/>
              <p:cNvSpPr/>
              <p:nvPr/>
            </p:nvSpPr>
            <p:spPr>
              <a:xfrm>
                <a:off x="7318657" y="1190097"/>
                <a:ext cx="38344" cy="55021"/>
              </a:xfrm>
              <a:custGeom>
                <a:avLst/>
                <a:gdLst/>
                <a:ahLst/>
                <a:cxnLst/>
                <a:rect l="l" t="t" r="r" b="b"/>
                <a:pathLst>
                  <a:path w="315" h="452" extrusionOk="0">
                    <a:moveTo>
                      <a:pt x="96" y="0"/>
                    </a:moveTo>
                    <a:lnTo>
                      <a:pt x="1" y="69"/>
                    </a:lnTo>
                    <a:cubicBezTo>
                      <a:pt x="82" y="193"/>
                      <a:pt x="151" y="314"/>
                      <a:pt x="207" y="452"/>
                    </a:cubicBezTo>
                    <a:lnTo>
                      <a:pt x="315" y="396"/>
                    </a:lnTo>
                    <a:cubicBezTo>
                      <a:pt x="259" y="259"/>
                      <a:pt x="177" y="138"/>
                      <a:pt x="96"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8" name="Google Shape;2688;p38"/>
              <p:cNvSpPr/>
              <p:nvPr/>
            </p:nvSpPr>
            <p:spPr>
              <a:xfrm>
                <a:off x="7366861" y="1398981"/>
                <a:ext cx="13268" cy="53438"/>
              </a:xfrm>
              <a:custGeom>
                <a:avLst/>
                <a:gdLst/>
                <a:ahLst/>
                <a:cxnLst/>
                <a:rect l="l" t="t" r="r" b="b"/>
                <a:pathLst>
                  <a:path w="109" h="439" extrusionOk="0">
                    <a:moveTo>
                      <a:pt x="0" y="1"/>
                    </a:moveTo>
                    <a:lnTo>
                      <a:pt x="0" y="439"/>
                    </a:lnTo>
                    <a:lnTo>
                      <a:pt x="108" y="439"/>
                    </a:lnTo>
                    <a:lnTo>
                      <a:pt x="10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9" name="Google Shape;2689;p38"/>
              <p:cNvSpPr/>
              <p:nvPr/>
            </p:nvSpPr>
            <p:spPr>
              <a:xfrm>
                <a:off x="7245864" y="1114140"/>
                <a:ext cx="49908" cy="44674"/>
              </a:xfrm>
              <a:custGeom>
                <a:avLst/>
                <a:gdLst/>
                <a:ahLst/>
                <a:cxnLst/>
                <a:rect l="l" t="t" r="r" b="b"/>
                <a:pathLst>
                  <a:path w="410" h="367" extrusionOk="0">
                    <a:moveTo>
                      <a:pt x="69" y="0"/>
                    </a:moveTo>
                    <a:lnTo>
                      <a:pt x="1" y="82"/>
                    </a:lnTo>
                    <a:cubicBezTo>
                      <a:pt x="122" y="164"/>
                      <a:pt x="233" y="258"/>
                      <a:pt x="327" y="366"/>
                    </a:cubicBezTo>
                    <a:lnTo>
                      <a:pt x="409" y="285"/>
                    </a:lnTo>
                    <a:cubicBezTo>
                      <a:pt x="314" y="177"/>
                      <a:pt x="190" y="82"/>
                      <a:pt x="69"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0" name="Google Shape;2690;p38"/>
              <p:cNvSpPr/>
              <p:nvPr/>
            </p:nvSpPr>
            <p:spPr>
              <a:xfrm>
                <a:off x="7360044" y="1291131"/>
                <a:ext cx="20085" cy="55021"/>
              </a:xfrm>
              <a:custGeom>
                <a:avLst/>
                <a:gdLst/>
                <a:ahLst/>
                <a:cxnLst/>
                <a:rect l="l" t="t" r="r" b="b"/>
                <a:pathLst>
                  <a:path w="165" h="452" extrusionOk="0">
                    <a:moveTo>
                      <a:pt x="112" y="1"/>
                    </a:moveTo>
                    <a:lnTo>
                      <a:pt x="1" y="30"/>
                    </a:lnTo>
                    <a:cubicBezTo>
                      <a:pt x="30" y="164"/>
                      <a:pt x="56" y="301"/>
                      <a:pt x="56" y="452"/>
                    </a:cubicBezTo>
                    <a:lnTo>
                      <a:pt x="164" y="452"/>
                    </a:lnTo>
                    <a:cubicBezTo>
                      <a:pt x="164" y="301"/>
                      <a:pt x="138" y="151"/>
                      <a:pt x="112"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1" name="Google Shape;2691;p38"/>
              <p:cNvSpPr/>
              <p:nvPr/>
            </p:nvSpPr>
            <p:spPr>
              <a:xfrm>
                <a:off x="7366861" y="1613098"/>
                <a:ext cx="13268" cy="52951"/>
              </a:xfrm>
              <a:custGeom>
                <a:avLst/>
                <a:gdLst/>
                <a:ahLst/>
                <a:cxnLst/>
                <a:rect l="l" t="t" r="r" b="b"/>
                <a:pathLst>
                  <a:path w="109" h="435" extrusionOk="0">
                    <a:moveTo>
                      <a:pt x="0" y="0"/>
                    </a:moveTo>
                    <a:lnTo>
                      <a:pt x="0" y="435"/>
                    </a:lnTo>
                    <a:lnTo>
                      <a:pt x="108" y="435"/>
                    </a:lnTo>
                    <a:lnTo>
                      <a:pt x="108"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2" name="Google Shape;2692;p38"/>
              <p:cNvSpPr/>
              <p:nvPr/>
            </p:nvSpPr>
            <p:spPr>
              <a:xfrm>
                <a:off x="7366861" y="2470055"/>
                <a:ext cx="13268" cy="53073"/>
              </a:xfrm>
              <a:custGeom>
                <a:avLst/>
                <a:gdLst/>
                <a:ahLst/>
                <a:cxnLst/>
                <a:rect l="l" t="t" r="r" b="b"/>
                <a:pathLst>
                  <a:path w="109" h="436" extrusionOk="0">
                    <a:moveTo>
                      <a:pt x="0" y="1"/>
                    </a:moveTo>
                    <a:lnTo>
                      <a:pt x="0" y="435"/>
                    </a:lnTo>
                    <a:lnTo>
                      <a:pt x="108" y="435"/>
                    </a:lnTo>
                    <a:lnTo>
                      <a:pt x="10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3" name="Google Shape;2693;p38"/>
              <p:cNvSpPr/>
              <p:nvPr/>
            </p:nvSpPr>
            <p:spPr>
              <a:xfrm>
                <a:off x="7366861" y="2576323"/>
                <a:ext cx="13268" cy="54656"/>
              </a:xfrm>
              <a:custGeom>
                <a:avLst/>
                <a:gdLst/>
                <a:ahLst/>
                <a:cxnLst/>
                <a:rect l="l" t="t" r="r" b="b"/>
                <a:pathLst>
                  <a:path w="109" h="449" extrusionOk="0">
                    <a:moveTo>
                      <a:pt x="0" y="0"/>
                    </a:moveTo>
                    <a:lnTo>
                      <a:pt x="0" y="448"/>
                    </a:lnTo>
                    <a:lnTo>
                      <a:pt x="108" y="448"/>
                    </a:lnTo>
                    <a:lnTo>
                      <a:pt x="108"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4" name="Google Shape;2694;p38"/>
              <p:cNvSpPr/>
              <p:nvPr/>
            </p:nvSpPr>
            <p:spPr>
              <a:xfrm>
                <a:off x="7366861" y="1934579"/>
                <a:ext cx="13268" cy="52951"/>
              </a:xfrm>
              <a:custGeom>
                <a:avLst/>
                <a:gdLst/>
                <a:ahLst/>
                <a:cxnLst/>
                <a:rect l="l" t="t" r="r" b="b"/>
                <a:pathLst>
                  <a:path w="109" h="435" extrusionOk="0">
                    <a:moveTo>
                      <a:pt x="0" y="0"/>
                    </a:moveTo>
                    <a:lnTo>
                      <a:pt x="0" y="435"/>
                    </a:lnTo>
                    <a:lnTo>
                      <a:pt x="108" y="435"/>
                    </a:lnTo>
                    <a:lnTo>
                      <a:pt x="108"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5" name="Google Shape;2695;p38"/>
              <p:cNvSpPr/>
              <p:nvPr/>
            </p:nvSpPr>
            <p:spPr>
              <a:xfrm>
                <a:off x="7366861" y="2683808"/>
                <a:ext cx="13268" cy="53317"/>
              </a:xfrm>
              <a:custGeom>
                <a:avLst/>
                <a:gdLst/>
                <a:ahLst/>
                <a:cxnLst/>
                <a:rect l="l" t="t" r="r" b="b"/>
                <a:pathLst>
                  <a:path w="109" h="438" extrusionOk="0">
                    <a:moveTo>
                      <a:pt x="0" y="0"/>
                    </a:moveTo>
                    <a:lnTo>
                      <a:pt x="0" y="438"/>
                    </a:lnTo>
                    <a:lnTo>
                      <a:pt x="108" y="438"/>
                    </a:lnTo>
                    <a:lnTo>
                      <a:pt x="108"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6" name="Google Shape;2696;p38"/>
              <p:cNvSpPr/>
              <p:nvPr/>
            </p:nvSpPr>
            <p:spPr>
              <a:xfrm>
                <a:off x="7366861" y="2040725"/>
                <a:ext cx="13268" cy="54656"/>
              </a:xfrm>
              <a:custGeom>
                <a:avLst/>
                <a:gdLst/>
                <a:ahLst/>
                <a:cxnLst/>
                <a:rect l="l" t="t" r="r" b="b"/>
                <a:pathLst>
                  <a:path w="109" h="449" extrusionOk="0">
                    <a:moveTo>
                      <a:pt x="0" y="1"/>
                    </a:moveTo>
                    <a:lnTo>
                      <a:pt x="0" y="449"/>
                    </a:lnTo>
                    <a:lnTo>
                      <a:pt x="108" y="449"/>
                    </a:lnTo>
                    <a:lnTo>
                      <a:pt x="10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7" name="Google Shape;2697;p38"/>
              <p:cNvSpPr/>
              <p:nvPr/>
            </p:nvSpPr>
            <p:spPr>
              <a:xfrm>
                <a:off x="7366861" y="2148575"/>
                <a:ext cx="13268" cy="53073"/>
              </a:xfrm>
              <a:custGeom>
                <a:avLst/>
                <a:gdLst/>
                <a:ahLst/>
                <a:cxnLst/>
                <a:rect l="l" t="t" r="r" b="b"/>
                <a:pathLst>
                  <a:path w="109" h="436" extrusionOk="0">
                    <a:moveTo>
                      <a:pt x="0" y="1"/>
                    </a:moveTo>
                    <a:lnTo>
                      <a:pt x="0" y="435"/>
                    </a:lnTo>
                    <a:lnTo>
                      <a:pt x="108" y="435"/>
                    </a:lnTo>
                    <a:lnTo>
                      <a:pt x="10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8" name="Google Shape;2698;p38"/>
              <p:cNvSpPr/>
              <p:nvPr/>
            </p:nvSpPr>
            <p:spPr>
              <a:xfrm>
                <a:off x="7366861" y="2362205"/>
                <a:ext cx="13268" cy="55021"/>
              </a:xfrm>
              <a:custGeom>
                <a:avLst/>
                <a:gdLst/>
                <a:ahLst/>
                <a:cxnLst/>
                <a:rect l="l" t="t" r="r" b="b"/>
                <a:pathLst>
                  <a:path w="109" h="452" extrusionOk="0">
                    <a:moveTo>
                      <a:pt x="0" y="1"/>
                    </a:moveTo>
                    <a:lnTo>
                      <a:pt x="0" y="452"/>
                    </a:lnTo>
                    <a:lnTo>
                      <a:pt x="108" y="452"/>
                    </a:lnTo>
                    <a:lnTo>
                      <a:pt x="10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9" name="Google Shape;2699;p38"/>
              <p:cNvSpPr/>
              <p:nvPr/>
            </p:nvSpPr>
            <p:spPr>
              <a:xfrm>
                <a:off x="7366861" y="2256060"/>
                <a:ext cx="13268" cy="53438"/>
              </a:xfrm>
              <a:custGeom>
                <a:avLst/>
                <a:gdLst/>
                <a:ahLst/>
                <a:cxnLst/>
                <a:rect l="l" t="t" r="r" b="b"/>
                <a:pathLst>
                  <a:path w="109" h="439" extrusionOk="0">
                    <a:moveTo>
                      <a:pt x="0" y="0"/>
                    </a:moveTo>
                    <a:lnTo>
                      <a:pt x="0" y="438"/>
                    </a:lnTo>
                    <a:lnTo>
                      <a:pt x="108" y="438"/>
                    </a:lnTo>
                    <a:lnTo>
                      <a:pt x="108"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0" name="Google Shape;2700;p38"/>
              <p:cNvSpPr/>
              <p:nvPr/>
            </p:nvSpPr>
            <p:spPr>
              <a:xfrm>
                <a:off x="6798275" y="1965984"/>
                <a:ext cx="13268" cy="53438"/>
              </a:xfrm>
              <a:custGeom>
                <a:avLst/>
                <a:gdLst/>
                <a:ahLst/>
                <a:cxnLst/>
                <a:rect l="l" t="t" r="r" b="b"/>
                <a:pathLst>
                  <a:path w="109" h="439" extrusionOk="0">
                    <a:moveTo>
                      <a:pt x="0" y="0"/>
                    </a:moveTo>
                    <a:lnTo>
                      <a:pt x="0" y="438"/>
                    </a:lnTo>
                    <a:lnTo>
                      <a:pt x="108" y="438"/>
                    </a:lnTo>
                    <a:lnTo>
                      <a:pt x="108"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1" name="Google Shape;2701;p38"/>
              <p:cNvSpPr/>
              <p:nvPr/>
            </p:nvSpPr>
            <p:spPr>
              <a:xfrm>
                <a:off x="6798275" y="1430386"/>
                <a:ext cx="13268" cy="53438"/>
              </a:xfrm>
              <a:custGeom>
                <a:avLst/>
                <a:gdLst/>
                <a:ahLst/>
                <a:cxnLst/>
                <a:rect l="l" t="t" r="r" b="b"/>
                <a:pathLst>
                  <a:path w="109" h="439" extrusionOk="0">
                    <a:moveTo>
                      <a:pt x="0" y="1"/>
                    </a:moveTo>
                    <a:lnTo>
                      <a:pt x="0" y="439"/>
                    </a:lnTo>
                    <a:lnTo>
                      <a:pt x="108" y="439"/>
                    </a:lnTo>
                    <a:lnTo>
                      <a:pt x="10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2" name="Google Shape;2702;p38"/>
              <p:cNvSpPr/>
              <p:nvPr/>
            </p:nvSpPr>
            <p:spPr>
              <a:xfrm>
                <a:off x="6798275" y="1538236"/>
                <a:ext cx="13268" cy="53438"/>
              </a:xfrm>
              <a:custGeom>
                <a:avLst/>
                <a:gdLst/>
                <a:ahLst/>
                <a:cxnLst/>
                <a:rect l="l" t="t" r="r" b="b"/>
                <a:pathLst>
                  <a:path w="109" h="439" extrusionOk="0">
                    <a:moveTo>
                      <a:pt x="0" y="1"/>
                    </a:moveTo>
                    <a:lnTo>
                      <a:pt x="0" y="439"/>
                    </a:lnTo>
                    <a:lnTo>
                      <a:pt x="108" y="439"/>
                    </a:lnTo>
                    <a:lnTo>
                      <a:pt x="10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3" name="Google Shape;2703;p38"/>
              <p:cNvSpPr/>
              <p:nvPr/>
            </p:nvSpPr>
            <p:spPr>
              <a:xfrm>
                <a:off x="6798275" y="1644504"/>
                <a:ext cx="13268" cy="54656"/>
              </a:xfrm>
              <a:custGeom>
                <a:avLst/>
                <a:gdLst/>
                <a:ahLst/>
                <a:cxnLst/>
                <a:rect l="l" t="t" r="r" b="b"/>
                <a:pathLst>
                  <a:path w="109" h="449" extrusionOk="0">
                    <a:moveTo>
                      <a:pt x="0" y="0"/>
                    </a:moveTo>
                    <a:lnTo>
                      <a:pt x="0" y="448"/>
                    </a:lnTo>
                    <a:lnTo>
                      <a:pt x="108" y="448"/>
                    </a:lnTo>
                    <a:lnTo>
                      <a:pt x="108"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4" name="Google Shape;2704;p38"/>
              <p:cNvSpPr/>
              <p:nvPr/>
            </p:nvSpPr>
            <p:spPr>
              <a:xfrm>
                <a:off x="6798275" y="2393733"/>
                <a:ext cx="13268" cy="55021"/>
              </a:xfrm>
              <a:custGeom>
                <a:avLst/>
                <a:gdLst/>
                <a:ahLst/>
                <a:cxnLst/>
                <a:rect l="l" t="t" r="r" b="b"/>
                <a:pathLst>
                  <a:path w="109" h="452" extrusionOk="0">
                    <a:moveTo>
                      <a:pt x="0" y="0"/>
                    </a:moveTo>
                    <a:lnTo>
                      <a:pt x="0" y="438"/>
                    </a:lnTo>
                    <a:lnTo>
                      <a:pt x="0" y="451"/>
                    </a:lnTo>
                    <a:lnTo>
                      <a:pt x="108" y="451"/>
                    </a:lnTo>
                    <a:lnTo>
                      <a:pt x="108" y="438"/>
                    </a:lnTo>
                    <a:lnTo>
                      <a:pt x="108"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5" name="Google Shape;2705;p38"/>
              <p:cNvSpPr/>
              <p:nvPr/>
            </p:nvSpPr>
            <p:spPr>
              <a:xfrm>
                <a:off x="6536441" y="2715578"/>
                <a:ext cx="54656" cy="21546"/>
              </a:xfrm>
              <a:custGeom>
                <a:avLst/>
                <a:gdLst/>
                <a:ahLst/>
                <a:cxnLst/>
                <a:rect l="l" t="t" r="r" b="b"/>
                <a:pathLst>
                  <a:path w="449" h="177" extrusionOk="0">
                    <a:moveTo>
                      <a:pt x="422" y="1"/>
                    </a:moveTo>
                    <a:cubicBezTo>
                      <a:pt x="285" y="40"/>
                      <a:pt x="148" y="53"/>
                      <a:pt x="1" y="66"/>
                    </a:cubicBezTo>
                    <a:lnTo>
                      <a:pt x="14" y="177"/>
                    </a:lnTo>
                    <a:cubicBezTo>
                      <a:pt x="164" y="164"/>
                      <a:pt x="311" y="148"/>
                      <a:pt x="448" y="108"/>
                    </a:cubicBezTo>
                    <a:lnTo>
                      <a:pt x="422"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6" name="Google Shape;2706;p38"/>
              <p:cNvSpPr/>
              <p:nvPr/>
            </p:nvSpPr>
            <p:spPr>
              <a:xfrm>
                <a:off x="6798275" y="1752354"/>
                <a:ext cx="13268" cy="52951"/>
              </a:xfrm>
              <a:custGeom>
                <a:avLst/>
                <a:gdLst/>
                <a:ahLst/>
                <a:cxnLst/>
                <a:rect l="l" t="t" r="r" b="b"/>
                <a:pathLst>
                  <a:path w="109" h="435" extrusionOk="0">
                    <a:moveTo>
                      <a:pt x="0" y="0"/>
                    </a:moveTo>
                    <a:lnTo>
                      <a:pt x="0" y="435"/>
                    </a:lnTo>
                    <a:lnTo>
                      <a:pt x="108" y="435"/>
                    </a:lnTo>
                    <a:lnTo>
                      <a:pt x="108"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7" name="Google Shape;2707;p38"/>
              <p:cNvSpPr/>
              <p:nvPr/>
            </p:nvSpPr>
            <p:spPr>
              <a:xfrm>
                <a:off x="6778312" y="2499878"/>
                <a:ext cx="28484" cy="54656"/>
              </a:xfrm>
              <a:custGeom>
                <a:avLst/>
                <a:gdLst/>
                <a:ahLst/>
                <a:cxnLst/>
                <a:rect l="l" t="t" r="r" b="b"/>
                <a:pathLst>
                  <a:path w="234" h="449" extrusionOk="0">
                    <a:moveTo>
                      <a:pt x="122" y="1"/>
                    </a:moveTo>
                    <a:cubicBezTo>
                      <a:pt x="96" y="138"/>
                      <a:pt x="57" y="272"/>
                      <a:pt x="1" y="409"/>
                    </a:cubicBezTo>
                    <a:lnTo>
                      <a:pt x="96" y="449"/>
                    </a:lnTo>
                    <a:cubicBezTo>
                      <a:pt x="151" y="315"/>
                      <a:pt x="204" y="164"/>
                      <a:pt x="233" y="14"/>
                    </a:cubicBezTo>
                    <a:lnTo>
                      <a:pt x="122"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8" name="Google Shape;2708;p38"/>
              <p:cNvSpPr/>
              <p:nvPr/>
            </p:nvSpPr>
            <p:spPr>
              <a:xfrm>
                <a:off x="6637474" y="2672244"/>
                <a:ext cx="53073" cy="38222"/>
              </a:xfrm>
              <a:custGeom>
                <a:avLst/>
                <a:gdLst/>
                <a:ahLst/>
                <a:cxnLst/>
                <a:rect l="l" t="t" r="r" b="b"/>
                <a:pathLst>
                  <a:path w="436" h="314" extrusionOk="0">
                    <a:moveTo>
                      <a:pt x="367" y="0"/>
                    </a:moveTo>
                    <a:cubicBezTo>
                      <a:pt x="259" y="82"/>
                      <a:pt x="135" y="151"/>
                      <a:pt x="1" y="219"/>
                    </a:cubicBezTo>
                    <a:lnTo>
                      <a:pt x="53" y="314"/>
                    </a:lnTo>
                    <a:cubicBezTo>
                      <a:pt x="190" y="245"/>
                      <a:pt x="315" y="177"/>
                      <a:pt x="436" y="82"/>
                    </a:cubicBezTo>
                    <a:lnTo>
                      <a:pt x="367"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9" name="Google Shape;2709;p38"/>
              <p:cNvSpPr/>
              <p:nvPr/>
            </p:nvSpPr>
            <p:spPr>
              <a:xfrm>
                <a:off x="6721831" y="2596164"/>
                <a:ext cx="43578" cy="49908"/>
              </a:xfrm>
              <a:custGeom>
                <a:avLst/>
                <a:gdLst/>
                <a:ahLst/>
                <a:cxnLst/>
                <a:rect l="l" t="t" r="r" b="b"/>
                <a:pathLst>
                  <a:path w="358" h="410" extrusionOk="0">
                    <a:moveTo>
                      <a:pt x="259" y="1"/>
                    </a:moveTo>
                    <a:cubicBezTo>
                      <a:pt x="194" y="122"/>
                      <a:pt x="96" y="230"/>
                      <a:pt x="1" y="341"/>
                    </a:cubicBezTo>
                    <a:lnTo>
                      <a:pt x="83" y="409"/>
                    </a:lnTo>
                    <a:cubicBezTo>
                      <a:pt x="177" y="298"/>
                      <a:pt x="275" y="190"/>
                      <a:pt x="357" y="53"/>
                    </a:cubicBezTo>
                    <a:lnTo>
                      <a:pt x="259"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0" name="Google Shape;2710;p38"/>
              <p:cNvSpPr/>
              <p:nvPr/>
            </p:nvSpPr>
            <p:spPr>
              <a:xfrm>
                <a:off x="7045380" y="1062406"/>
                <a:ext cx="54534" cy="16798"/>
              </a:xfrm>
              <a:custGeom>
                <a:avLst/>
                <a:gdLst/>
                <a:ahLst/>
                <a:cxnLst/>
                <a:rect l="l" t="t" r="r" b="b"/>
                <a:pathLst>
                  <a:path w="448" h="138" extrusionOk="0">
                    <a:moveTo>
                      <a:pt x="353" y="0"/>
                    </a:moveTo>
                    <a:cubicBezTo>
                      <a:pt x="245" y="0"/>
                      <a:pt x="121" y="0"/>
                      <a:pt x="0" y="30"/>
                    </a:cubicBezTo>
                    <a:lnTo>
                      <a:pt x="13" y="138"/>
                    </a:lnTo>
                    <a:cubicBezTo>
                      <a:pt x="134" y="111"/>
                      <a:pt x="245" y="111"/>
                      <a:pt x="353" y="111"/>
                    </a:cubicBezTo>
                    <a:lnTo>
                      <a:pt x="448" y="111"/>
                    </a:lnTo>
                    <a:lnTo>
                      <a:pt x="448"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1" name="Google Shape;2711;p38"/>
              <p:cNvSpPr/>
              <p:nvPr/>
            </p:nvSpPr>
            <p:spPr>
              <a:xfrm>
                <a:off x="6798275" y="1323023"/>
                <a:ext cx="14851" cy="54656"/>
              </a:xfrm>
              <a:custGeom>
                <a:avLst/>
                <a:gdLst/>
                <a:ahLst/>
                <a:cxnLst/>
                <a:rect l="l" t="t" r="r" b="b"/>
                <a:pathLst>
                  <a:path w="122" h="449" extrusionOk="0">
                    <a:moveTo>
                      <a:pt x="13" y="0"/>
                    </a:moveTo>
                    <a:cubicBezTo>
                      <a:pt x="0" y="82"/>
                      <a:pt x="0" y="164"/>
                      <a:pt x="0" y="245"/>
                    </a:cubicBezTo>
                    <a:lnTo>
                      <a:pt x="0" y="448"/>
                    </a:lnTo>
                    <a:lnTo>
                      <a:pt x="108" y="448"/>
                    </a:lnTo>
                    <a:lnTo>
                      <a:pt x="108" y="245"/>
                    </a:lnTo>
                    <a:cubicBezTo>
                      <a:pt x="108" y="177"/>
                      <a:pt x="108" y="95"/>
                      <a:pt x="121" y="13"/>
                    </a:cubicBezTo>
                    <a:lnTo>
                      <a:pt x="13"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2" name="Google Shape;2712;p38"/>
              <p:cNvSpPr/>
              <p:nvPr/>
            </p:nvSpPr>
            <p:spPr>
              <a:xfrm>
                <a:off x="6809839" y="1218338"/>
                <a:ext cx="33110" cy="55021"/>
              </a:xfrm>
              <a:custGeom>
                <a:avLst/>
                <a:gdLst/>
                <a:ahLst/>
                <a:cxnLst/>
                <a:rect l="l" t="t" r="r" b="b"/>
                <a:pathLst>
                  <a:path w="272" h="452" extrusionOk="0">
                    <a:moveTo>
                      <a:pt x="177" y="1"/>
                    </a:moveTo>
                    <a:cubicBezTo>
                      <a:pt x="108" y="138"/>
                      <a:pt x="43" y="272"/>
                      <a:pt x="0" y="422"/>
                    </a:cubicBezTo>
                    <a:lnTo>
                      <a:pt x="108" y="452"/>
                    </a:lnTo>
                    <a:cubicBezTo>
                      <a:pt x="151" y="314"/>
                      <a:pt x="206" y="177"/>
                      <a:pt x="271" y="56"/>
                    </a:cubicBezTo>
                    <a:lnTo>
                      <a:pt x="177"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3" name="Google Shape;2713;p38"/>
              <p:cNvSpPr/>
              <p:nvPr/>
            </p:nvSpPr>
            <p:spPr>
              <a:xfrm>
                <a:off x="6861086" y="1133981"/>
                <a:ext cx="46743" cy="47839"/>
              </a:xfrm>
              <a:custGeom>
                <a:avLst/>
                <a:gdLst/>
                <a:ahLst/>
                <a:cxnLst/>
                <a:rect l="l" t="t" r="r" b="b"/>
                <a:pathLst>
                  <a:path w="384" h="393" extrusionOk="0">
                    <a:moveTo>
                      <a:pt x="302" y="1"/>
                    </a:moveTo>
                    <a:cubicBezTo>
                      <a:pt x="194" y="95"/>
                      <a:pt x="83" y="203"/>
                      <a:pt x="1" y="327"/>
                    </a:cubicBezTo>
                    <a:lnTo>
                      <a:pt x="83" y="393"/>
                    </a:lnTo>
                    <a:cubicBezTo>
                      <a:pt x="164" y="272"/>
                      <a:pt x="275" y="177"/>
                      <a:pt x="383" y="82"/>
                    </a:cubicBezTo>
                    <a:lnTo>
                      <a:pt x="302"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4" name="Google Shape;2714;p38"/>
              <p:cNvSpPr/>
              <p:nvPr/>
            </p:nvSpPr>
            <p:spPr>
              <a:xfrm>
                <a:off x="6942278" y="1079083"/>
                <a:ext cx="55021" cy="33110"/>
              </a:xfrm>
              <a:custGeom>
                <a:avLst/>
                <a:gdLst/>
                <a:ahLst/>
                <a:cxnLst/>
                <a:rect l="l" t="t" r="r" b="b"/>
                <a:pathLst>
                  <a:path w="452" h="272" extrusionOk="0">
                    <a:moveTo>
                      <a:pt x="409" y="1"/>
                    </a:moveTo>
                    <a:cubicBezTo>
                      <a:pt x="275" y="43"/>
                      <a:pt x="138" y="108"/>
                      <a:pt x="1" y="177"/>
                    </a:cubicBezTo>
                    <a:lnTo>
                      <a:pt x="56" y="272"/>
                    </a:lnTo>
                    <a:cubicBezTo>
                      <a:pt x="180" y="206"/>
                      <a:pt x="314" y="151"/>
                      <a:pt x="452" y="95"/>
                    </a:cubicBezTo>
                    <a:lnTo>
                      <a:pt x="409"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5" name="Google Shape;2715;p38"/>
              <p:cNvSpPr/>
              <p:nvPr/>
            </p:nvSpPr>
            <p:spPr>
              <a:xfrm>
                <a:off x="6798275" y="2287830"/>
                <a:ext cx="13268" cy="53073"/>
              </a:xfrm>
              <a:custGeom>
                <a:avLst/>
                <a:gdLst/>
                <a:ahLst/>
                <a:cxnLst/>
                <a:rect l="l" t="t" r="r" b="b"/>
                <a:pathLst>
                  <a:path w="109" h="436" extrusionOk="0">
                    <a:moveTo>
                      <a:pt x="0" y="1"/>
                    </a:moveTo>
                    <a:lnTo>
                      <a:pt x="0" y="435"/>
                    </a:lnTo>
                    <a:lnTo>
                      <a:pt x="108" y="435"/>
                    </a:lnTo>
                    <a:lnTo>
                      <a:pt x="10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6" name="Google Shape;2716;p38"/>
              <p:cNvSpPr/>
              <p:nvPr/>
            </p:nvSpPr>
            <p:spPr>
              <a:xfrm>
                <a:off x="6798275" y="2073834"/>
                <a:ext cx="13268" cy="52951"/>
              </a:xfrm>
              <a:custGeom>
                <a:avLst/>
                <a:gdLst/>
                <a:ahLst/>
                <a:cxnLst/>
                <a:rect l="l" t="t" r="r" b="b"/>
                <a:pathLst>
                  <a:path w="109" h="435" extrusionOk="0">
                    <a:moveTo>
                      <a:pt x="0" y="0"/>
                    </a:moveTo>
                    <a:lnTo>
                      <a:pt x="0" y="435"/>
                    </a:lnTo>
                    <a:lnTo>
                      <a:pt x="108" y="435"/>
                    </a:lnTo>
                    <a:lnTo>
                      <a:pt x="108"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7" name="Google Shape;2717;p38"/>
              <p:cNvSpPr/>
              <p:nvPr/>
            </p:nvSpPr>
            <p:spPr>
              <a:xfrm>
                <a:off x="6798275" y="1858134"/>
                <a:ext cx="13268" cy="55021"/>
              </a:xfrm>
              <a:custGeom>
                <a:avLst/>
                <a:gdLst/>
                <a:ahLst/>
                <a:cxnLst/>
                <a:rect l="l" t="t" r="r" b="b"/>
                <a:pathLst>
                  <a:path w="109" h="452" extrusionOk="0">
                    <a:moveTo>
                      <a:pt x="0" y="1"/>
                    </a:moveTo>
                    <a:lnTo>
                      <a:pt x="0" y="452"/>
                    </a:lnTo>
                    <a:lnTo>
                      <a:pt x="108" y="452"/>
                    </a:lnTo>
                    <a:lnTo>
                      <a:pt x="10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8" name="Google Shape;2718;p38"/>
              <p:cNvSpPr/>
              <p:nvPr/>
            </p:nvSpPr>
            <p:spPr>
              <a:xfrm>
                <a:off x="6798275" y="2179980"/>
                <a:ext cx="13268" cy="53073"/>
              </a:xfrm>
              <a:custGeom>
                <a:avLst/>
                <a:gdLst/>
                <a:ahLst/>
                <a:cxnLst/>
                <a:rect l="l" t="t" r="r" b="b"/>
                <a:pathLst>
                  <a:path w="109" h="436" extrusionOk="0">
                    <a:moveTo>
                      <a:pt x="0" y="1"/>
                    </a:moveTo>
                    <a:lnTo>
                      <a:pt x="0" y="436"/>
                    </a:lnTo>
                    <a:lnTo>
                      <a:pt x="108" y="436"/>
                    </a:lnTo>
                    <a:lnTo>
                      <a:pt x="10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9" name="Google Shape;2719;p38"/>
              <p:cNvSpPr/>
              <p:nvPr/>
            </p:nvSpPr>
            <p:spPr>
              <a:xfrm>
                <a:off x="5661103" y="3756465"/>
                <a:ext cx="13268" cy="53438"/>
              </a:xfrm>
              <a:custGeom>
                <a:avLst/>
                <a:gdLst/>
                <a:ahLst/>
                <a:cxnLst/>
                <a:rect l="l" t="t" r="r" b="b"/>
                <a:pathLst>
                  <a:path w="109" h="439" extrusionOk="0">
                    <a:moveTo>
                      <a:pt x="1" y="0"/>
                    </a:moveTo>
                    <a:lnTo>
                      <a:pt x="1" y="438"/>
                    </a:lnTo>
                    <a:lnTo>
                      <a:pt x="109" y="438"/>
                    </a:lnTo>
                    <a:lnTo>
                      <a:pt x="109"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0" name="Google Shape;2720;p38"/>
              <p:cNvSpPr/>
              <p:nvPr/>
            </p:nvSpPr>
            <p:spPr>
              <a:xfrm>
                <a:off x="5661103" y="3862732"/>
                <a:ext cx="13268" cy="54534"/>
              </a:xfrm>
              <a:custGeom>
                <a:avLst/>
                <a:gdLst/>
                <a:ahLst/>
                <a:cxnLst/>
                <a:rect l="l" t="t" r="r" b="b"/>
                <a:pathLst>
                  <a:path w="109" h="448" extrusionOk="0">
                    <a:moveTo>
                      <a:pt x="1" y="0"/>
                    </a:moveTo>
                    <a:lnTo>
                      <a:pt x="1" y="448"/>
                    </a:lnTo>
                    <a:lnTo>
                      <a:pt x="109" y="448"/>
                    </a:lnTo>
                    <a:lnTo>
                      <a:pt x="109"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1" name="Google Shape;2721;p38"/>
              <p:cNvSpPr/>
              <p:nvPr/>
            </p:nvSpPr>
            <p:spPr>
              <a:xfrm>
                <a:off x="5661103" y="3648615"/>
                <a:ext cx="13268" cy="53438"/>
              </a:xfrm>
              <a:custGeom>
                <a:avLst/>
                <a:gdLst/>
                <a:ahLst/>
                <a:cxnLst/>
                <a:rect l="l" t="t" r="r" b="b"/>
                <a:pathLst>
                  <a:path w="109" h="439" extrusionOk="0">
                    <a:moveTo>
                      <a:pt x="1" y="0"/>
                    </a:moveTo>
                    <a:lnTo>
                      <a:pt x="1" y="438"/>
                    </a:lnTo>
                    <a:lnTo>
                      <a:pt x="109" y="438"/>
                    </a:lnTo>
                    <a:lnTo>
                      <a:pt x="109"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2" name="Google Shape;2722;p38"/>
              <p:cNvSpPr/>
              <p:nvPr/>
            </p:nvSpPr>
            <p:spPr>
              <a:xfrm>
                <a:off x="5661103" y="4506059"/>
                <a:ext cx="13268" cy="53073"/>
              </a:xfrm>
              <a:custGeom>
                <a:avLst/>
                <a:gdLst/>
                <a:ahLst/>
                <a:cxnLst/>
                <a:rect l="l" t="t" r="r" b="b"/>
                <a:pathLst>
                  <a:path w="109" h="436" extrusionOk="0">
                    <a:moveTo>
                      <a:pt x="1" y="0"/>
                    </a:moveTo>
                    <a:lnTo>
                      <a:pt x="1" y="435"/>
                    </a:lnTo>
                    <a:lnTo>
                      <a:pt x="109" y="435"/>
                    </a:lnTo>
                    <a:lnTo>
                      <a:pt x="109"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3" name="Google Shape;2723;p38"/>
              <p:cNvSpPr/>
              <p:nvPr/>
            </p:nvSpPr>
            <p:spPr>
              <a:xfrm>
                <a:off x="5661103" y="3970461"/>
                <a:ext cx="13268" cy="53073"/>
              </a:xfrm>
              <a:custGeom>
                <a:avLst/>
                <a:gdLst/>
                <a:ahLst/>
                <a:cxnLst/>
                <a:rect l="l" t="t" r="r" b="b"/>
                <a:pathLst>
                  <a:path w="109" h="436" extrusionOk="0">
                    <a:moveTo>
                      <a:pt x="1" y="1"/>
                    </a:moveTo>
                    <a:lnTo>
                      <a:pt x="1" y="436"/>
                    </a:lnTo>
                    <a:lnTo>
                      <a:pt x="109" y="436"/>
                    </a:lnTo>
                    <a:lnTo>
                      <a:pt x="109"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4" name="Google Shape;2724;p38"/>
              <p:cNvSpPr/>
              <p:nvPr/>
            </p:nvSpPr>
            <p:spPr>
              <a:xfrm>
                <a:off x="5661103" y="4078311"/>
                <a:ext cx="13268" cy="53073"/>
              </a:xfrm>
              <a:custGeom>
                <a:avLst/>
                <a:gdLst/>
                <a:ahLst/>
                <a:cxnLst/>
                <a:rect l="l" t="t" r="r" b="b"/>
                <a:pathLst>
                  <a:path w="109" h="436" extrusionOk="0">
                    <a:moveTo>
                      <a:pt x="1" y="1"/>
                    </a:moveTo>
                    <a:lnTo>
                      <a:pt x="1" y="435"/>
                    </a:lnTo>
                    <a:lnTo>
                      <a:pt x="109" y="435"/>
                    </a:lnTo>
                    <a:lnTo>
                      <a:pt x="109"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5" name="Google Shape;2725;p38"/>
              <p:cNvSpPr/>
              <p:nvPr/>
            </p:nvSpPr>
            <p:spPr>
              <a:xfrm>
                <a:off x="5661103" y="4184213"/>
                <a:ext cx="13268" cy="53438"/>
              </a:xfrm>
              <a:custGeom>
                <a:avLst/>
                <a:gdLst/>
                <a:ahLst/>
                <a:cxnLst/>
                <a:rect l="l" t="t" r="r" b="b"/>
                <a:pathLst>
                  <a:path w="109" h="439" extrusionOk="0">
                    <a:moveTo>
                      <a:pt x="1" y="0"/>
                    </a:moveTo>
                    <a:lnTo>
                      <a:pt x="1" y="438"/>
                    </a:lnTo>
                    <a:lnTo>
                      <a:pt x="109" y="438"/>
                    </a:lnTo>
                    <a:lnTo>
                      <a:pt x="109"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6" name="Google Shape;2726;p38"/>
              <p:cNvSpPr/>
              <p:nvPr/>
            </p:nvSpPr>
            <p:spPr>
              <a:xfrm>
                <a:off x="5661103" y="4398209"/>
                <a:ext cx="13268" cy="54656"/>
              </a:xfrm>
              <a:custGeom>
                <a:avLst/>
                <a:gdLst/>
                <a:ahLst/>
                <a:cxnLst/>
                <a:rect l="l" t="t" r="r" b="b"/>
                <a:pathLst>
                  <a:path w="109" h="449" extrusionOk="0">
                    <a:moveTo>
                      <a:pt x="1" y="1"/>
                    </a:moveTo>
                    <a:lnTo>
                      <a:pt x="1" y="448"/>
                    </a:lnTo>
                    <a:lnTo>
                      <a:pt x="109" y="448"/>
                    </a:lnTo>
                    <a:lnTo>
                      <a:pt x="109"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7" name="Google Shape;2727;p38"/>
              <p:cNvSpPr/>
              <p:nvPr/>
            </p:nvSpPr>
            <p:spPr>
              <a:xfrm>
                <a:off x="5661103" y="4291941"/>
                <a:ext cx="13268" cy="53073"/>
              </a:xfrm>
              <a:custGeom>
                <a:avLst/>
                <a:gdLst/>
                <a:ahLst/>
                <a:cxnLst/>
                <a:rect l="l" t="t" r="r" b="b"/>
                <a:pathLst>
                  <a:path w="109" h="436" extrusionOk="0">
                    <a:moveTo>
                      <a:pt x="1" y="1"/>
                    </a:moveTo>
                    <a:lnTo>
                      <a:pt x="1" y="436"/>
                    </a:lnTo>
                    <a:lnTo>
                      <a:pt x="109" y="436"/>
                    </a:lnTo>
                    <a:lnTo>
                      <a:pt x="109"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8" name="Google Shape;2728;p38"/>
              <p:cNvSpPr/>
              <p:nvPr/>
            </p:nvSpPr>
            <p:spPr>
              <a:xfrm>
                <a:off x="5661103" y="2896221"/>
                <a:ext cx="13268" cy="54656"/>
              </a:xfrm>
              <a:custGeom>
                <a:avLst/>
                <a:gdLst/>
                <a:ahLst/>
                <a:cxnLst/>
                <a:rect l="l" t="t" r="r" b="b"/>
                <a:pathLst>
                  <a:path w="109" h="449" extrusionOk="0">
                    <a:moveTo>
                      <a:pt x="1" y="0"/>
                    </a:moveTo>
                    <a:lnTo>
                      <a:pt x="1" y="448"/>
                    </a:lnTo>
                    <a:lnTo>
                      <a:pt x="109" y="448"/>
                    </a:lnTo>
                    <a:lnTo>
                      <a:pt x="109"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9" name="Google Shape;2729;p38"/>
              <p:cNvSpPr/>
              <p:nvPr/>
            </p:nvSpPr>
            <p:spPr>
              <a:xfrm>
                <a:off x="5661103" y="3004071"/>
                <a:ext cx="13268" cy="52951"/>
              </a:xfrm>
              <a:custGeom>
                <a:avLst/>
                <a:gdLst/>
                <a:ahLst/>
                <a:cxnLst/>
                <a:rect l="l" t="t" r="r" b="b"/>
                <a:pathLst>
                  <a:path w="109" h="435" extrusionOk="0">
                    <a:moveTo>
                      <a:pt x="1" y="0"/>
                    </a:moveTo>
                    <a:lnTo>
                      <a:pt x="1" y="435"/>
                    </a:lnTo>
                    <a:lnTo>
                      <a:pt x="109" y="435"/>
                    </a:lnTo>
                    <a:lnTo>
                      <a:pt x="109"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0" name="Google Shape;2730;p38"/>
              <p:cNvSpPr/>
              <p:nvPr/>
            </p:nvSpPr>
            <p:spPr>
              <a:xfrm>
                <a:off x="5659156" y="2789954"/>
                <a:ext cx="15216" cy="53073"/>
              </a:xfrm>
              <a:custGeom>
                <a:avLst/>
                <a:gdLst/>
                <a:ahLst/>
                <a:cxnLst/>
                <a:rect l="l" t="t" r="r" b="b"/>
                <a:pathLst>
                  <a:path w="125" h="436" extrusionOk="0">
                    <a:moveTo>
                      <a:pt x="17" y="1"/>
                    </a:moveTo>
                    <a:lnTo>
                      <a:pt x="17" y="14"/>
                    </a:lnTo>
                    <a:lnTo>
                      <a:pt x="0" y="14"/>
                    </a:lnTo>
                    <a:lnTo>
                      <a:pt x="0" y="164"/>
                    </a:lnTo>
                    <a:lnTo>
                      <a:pt x="17" y="164"/>
                    </a:lnTo>
                    <a:lnTo>
                      <a:pt x="17" y="435"/>
                    </a:lnTo>
                    <a:lnTo>
                      <a:pt x="125" y="435"/>
                    </a:lnTo>
                    <a:lnTo>
                      <a:pt x="12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1" name="Google Shape;2731;p38"/>
              <p:cNvSpPr/>
              <p:nvPr/>
            </p:nvSpPr>
            <p:spPr>
              <a:xfrm>
                <a:off x="5661103" y="3111434"/>
                <a:ext cx="13268" cy="53438"/>
              </a:xfrm>
              <a:custGeom>
                <a:avLst/>
                <a:gdLst/>
                <a:ahLst/>
                <a:cxnLst/>
                <a:rect l="l" t="t" r="r" b="b"/>
                <a:pathLst>
                  <a:path w="109" h="439" extrusionOk="0">
                    <a:moveTo>
                      <a:pt x="1" y="1"/>
                    </a:moveTo>
                    <a:lnTo>
                      <a:pt x="1" y="439"/>
                    </a:lnTo>
                    <a:lnTo>
                      <a:pt x="109" y="439"/>
                    </a:lnTo>
                    <a:lnTo>
                      <a:pt x="109"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2" name="Google Shape;2732;p38"/>
              <p:cNvSpPr/>
              <p:nvPr/>
            </p:nvSpPr>
            <p:spPr>
              <a:xfrm>
                <a:off x="5661103" y="3217702"/>
                <a:ext cx="13268" cy="55021"/>
              </a:xfrm>
              <a:custGeom>
                <a:avLst/>
                <a:gdLst/>
                <a:ahLst/>
                <a:cxnLst/>
                <a:rect l="l" t="t" r="r" b="b"/>
                <a:pathLst>
                  <a:path w="109" h="452" extrusionOk="0">
                    <a:moveTo>
                      <a:pt x="1" y="1"/>
                    </a:moveTo>
                    <a:lnTo>
                      <a:pt x="1" y="452"/>
                    </a:lnTo>
                    <a:lnTo>
                      <a:pt x="109" y="452"/>
                    </a:lnTo>
                    <a:lnTo>
                      <a:pt x="109"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3" name="Google Shape;2733;p38"/>
              <p:cNvSpPr/>
              <p:nvPr/>
            </p:nvSpPr>
            <p:spPr>
              <a:xfrm>
                <a:off x="5661103" y="3325552"/>
                <a:ext cx="13268" cy="53073"/>
              </a:xfrm>
              <a:custGeom>
                <a:avLst/>
                <a:gdLst/>
                <a:ahLst/>
                <a:cxnLst/>
                <a:rect l="l" t="t" r="r" b="b"/>
                <a:pathLst>
                  <a:path w="109" h="436" extrusionOk="0">
                    <a:moveTo>
                      <a:pt x="1" y="0"/>
                    </a:moveTo>
                    <a:lnTo>
                      <a:pt x="1" y="435"/>
                    </a:lnTo>
                    <a:lnTo>
                      <a:pt x="109" y="435"/>
                    </a:lnTo>
                    <a:lnTo>
                      <a:pt x="109"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4" name="Google Shape;2734;p38"/>
              <p:cNvSpPr/>
              <p:nvPr/>
            </p:nvSpPr>
            <p:spPr>
              <a:xfrm>
                <a:off x="5661103" y="3539182"/>
                <a:ext cx="13268" cy="56603"/>
              </a:xfrm>
              <a:custGeom>
                <a:avLst/>
                <a:gdLst/>
                <a:ahLst/>
                <a:cxnLst/>
                <a:rect l="l" t="t" r="r" b="b"/>
                <a:pathLst>
                  <a:path w="109" h="465" extrusionOk="0">
                    <a:moveTo>
                      <a:pt x="1" y="1"/>
                    </a:moveTo>
                    <a:lnTo>
                      <a:pt x="1" y="30"/>
                    </a:lnTo>
                    <a:lnTo>
                      <a:pt x="1" y="439"/>
                    </a:lnTo>
                    <a:lnTo>
                      <a:pt x="1" y="465"/>
                    </a:lnTo>
                    <a:lnTo>
                      <a:pt x="109" y="465"/>
                    </a:lnTo>
                    <a:lnTo>
                      <a:pt x="109" y="439"/>
                    </a:lnTo>
                    <a:lnTo>
                      <a:pt x="109" y="30"/>
                    </a:lnTo>
                    <a:lnTo>
                      <a:pt x="109"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5" name="Google Shape;2735;p38"/>
              <p:cNvSpPr/>
              <p:nvPr/>
            </p:nvSpPr>
            <p:spPr>
              <a:xfrm>
                <a:off x="5661103" y="3431819"/>
                <a:ext cx="13268" cy="54534"/>
              </a:xfrm>
              <a:custGeom>
                <a:avLst/>
                <a:gdLst/>
                <a:ahLst/>
                <a:cxnLst/>
                <a:rect l="l" t="t" r="r" b="b"/>
                <a:pathLst>
                  <a:path w="109" h="448" extrusionOk="0">
                    <a:moveTo>
                      <a:pt x="1" y="0"/>
                    </a:moveTo>
                    <a:lnTo>
                      <a:pt x="1" y="448"/>
                    </a:lnTo>
                    <a:lnTo>
                      <a:pt x="109" y="448"/>
                    </a:lnTo>
                    <a:lnTo>
                      <a:pt x="109"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2736" name="Google Shape;2736;p38"/>
          <p:cNvGrpSpPr/>
          <p:nvPr/>
        </p:nvGrpSpPr>
        <p:grpSpPr>
          <a:xfrm>
            <a:off x="1080275" y="482975"/>
            <a:ext cx="2714372" cy="4003230"/>
            <a:chOff x="1080275" y="482975"/>
            <a:chExt cx="2714372" cy="4003230"/>
          </a:xfrm>
        </p:grpSpPr>
        <p:grpSp>
          <p:nvGrpSpPr>
            <p:cNvPr id="2737" name="Google Shape;2737;p38"/>
            <p:cNvGrpSpPr/>
            <p:nvPr/>
          </p:nvGrpSpPr>
          <p:grpSpPr>
            <a:xfrm rot="-754058">
              <a:off x="1692569" y="1032547"/>
              <a:ext cx="1764045" cy="3301286"/>
              <a:chOff x="5120779" y="818439"/>
              <a:chExt cx="1836564" cy="3437000"/>
            </a:xfrm>
          </p:grpSpPr>
          <p:sp>
            <p:nvSpPr>
              <p:cNvPr id="2738" name="Google Shape;2738;p38"/>
              <p:cNvSpPr/>
              <p:nvPr/>
            </p:nvSpPr>
            <p:spPr>
              <a:xfrm>
                <a:off x="5120779" y="818439"/>
                <a:ext cx="1836564" cy="3437000"/>
              </a:xfrm>
              <a:custGeom>
                <a:avLst/>
                <a:gdLst/>
                <a:ahLst/>
                <a:cxnLst/>
                <a:rect l="l" t="t" r="r" b="b"/>
                <a:pathLst>
                  <a:path w="37357" h="69911" extrusionOk="0">
                    <a:moveTo>
                      <a:pt x="3283" y="0"/>
                    </a:moveTo>
                    <a:cubicBezTo>
                      <a:pt x="1520" y="0"/>
                      <a:pt x="1" y="1520"/>
                      <a:pt x="1" y="3435"/>
                    </a:cubicBezTo>
                    <a:lnTo>
                      <a:pt x="1" y="66627"/>
                    </a:lnTo>
                    <a:cubicBezTo>
                      <a:pt x="1" y="68390"/>
                      <a:pt x="1520" y="69910"/>
                      <a:pt x="3283" y="69910"/>
                    </a:cubicBezTo>
                    <a:lnTo>
                      <a:pt x="34074" y="69910"/>
                    </a:lnTo>
                    <a:cubicBezTo>
                      <a:pt x="35837" y="69910"/>
                      <a:pt x="37357" y="68390"/>
                      <a:pt x="37357" y="66627"/>
                    </a:cubicBezTo>
                    <a:lnTo>
                      <a:pt x="37357" y="3435"/>
                    </a:lnTo>
                    <a:cubicBezTo>
                      <a:pt x="37357" y="1520"/>
                      <a:pt x="35837" y="0"/>
                      <a:pt x="3407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9" name="Google Shape;2739;p38"/>
              <p:cNvSpPr/>
              <p:nvPr/>
            </p:nvSpPr>
            <p:spPr>
              <a:xfrm>
                <a:off x="5819675" y="947325"/>
                <a:ext cx="438600" cy="72300"/>
              </a:xfrm>
              <a:prstGeom prst="roundRect">
                <a:avLst>
                  <a:gd name="adj" fmla="val 16667"/>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0" name="Google Shape;2740;p38"/>
              <p:cNvSpPr/>
              <p:nvPr/>
            </p:nvSpPr>
            <p:spPr>
              <a:xfrm>
                <a:off x="5878717" y="3947980"/>
                <a:ext cx="320700" cy="193800"/>
              </a:xfrm>
              <a:prstGeom prst="roundRect">
                <a:avLst>
                  <a:gd name="adj" fmla="val 16667"/>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741" name="Google Shape;2741;p38"/>
            <p:cNvSpPr/>
            <p:nvPr/>
          </p:nvSpPr>
          <p:spPr>
            <a:xfrm>
              <a:off x="1080275" y="482975"/>
              <a:ext cx="1559700" cy="397200"/>
            </a:xfrm>
            <a:prstGeom prst="wedgeRectCallout">
              <a:avLst>
                <a:gd name="adj1" fmla="val -11597"/>
                <a:gd name="adj2" fmla="val 110983"/>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600" b="1">
                  <a:solidFill>
                    <a:schemeClr val="accent5"/>
                  </a:solidFill>
                  <a:latin typeface="Poppins"/>
                  <a:ea typeface="Poppins"/>
                  <a:cs typeface="Poppins"/>
                  <a:sym typeface="Poppins"/>
                </a:rPr>
                <a:t>ACCIDENT!</a:t>
              </a:r>
              <a:endParaRPr sz="1600" b="1">
                <a:solidFill>
                  <a:schemeClr val="accent5"/>
                </a:solidFill>
                <a:latin typeface="Poppins"/>
                <a:ea typeface="Poppins"/>
                <a:cs typeface="Poppins"/>
                <a:sym typeface="Poppins"/>
              </a:endParaRPr>
            </a:p>
          </p:txBody>
        </p:sp>
      </p:grpSp>
      <p:pic>
        <p:nvPicPr>
          <p:cNvPr id="2742" name="Google Shape;2742;p38"/>
          <p:cNvPicPr preferRelativeResize="0">
            <a:picLocks noGrp="1"/>
          </p:cNvPicPr>
          <p:nvPr>
            <p:ph type="pic" idx="3"/>
          </p:nvPr>
        </p:nvPicPr>
        <p:blipFill rotWithShape="1">
          <a:blip r:embed="rId3">
            <a:alphaModFix/>
          </a:blip>
          <a:srcRect t="-30" b="30"/>
          <a:stretch/>
        </p:blipFill>
        <p:spPr>
          <a:xfrm rot="-754210">
            <a:off x="1800180" y="1317963"/>
            <a:ext cx="1532149" cy="2655476"/>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746"/>
        <p:cNvGrpSpPr/>
        <p:nvPr/>
      </p:nvGrpSpPr>
      <p:grpSpPr>
        <a:xfrm>
          <a:off x="0" y="0"/>
          <a:ext cx="0" cy="0"/>
          <a:chOff x="0" y="0"/>
          <a:chExt cx="0" cy="0"/>
        </a:xfrm>
      </p:grpSpPr>
      <p:sp>
        <p:nvSpPr>
          <p:cNvPr id="2747" name="Google Shape;2747;p39"/>
          <p:cNvSpPr/>
          <p:nvPr/>
        </p:nvSpPr>
        <p:spPr>
          <a:xfrm>
            <a:off x="1497913" y="1278825"/>
            <a:ext cx="3213600" cy="3213600"/>
          </a:xfrm>
          <a:prstGeom prst="ellipse">
            <a:avLst/>
          </a:prstGeom>
          <a:solidFill>
            <a:srgbClr val="897FBB">
              <a:alpha val="291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8" name="Google Shape;2748;p39"/>
          <p:cNvSpPr txBox="1">
            <a:spLocks noGrp="1"/>
          </p:cNvSpPr>
          <p:nvPr>
            <p:ph type="title"/>
          </p:nvPr>
        </p:nvSpPr>
        <p:spPr>
          <a:xfrm>
            <a:off x="4392250" y="2750213"/>
            <a:ext cx="4020000" cy="15651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sz="3200" b="1" dirty="0">
                <a:latin typeface="微軟正黑體" panose="020B0604030504040204" pitchFamily="34" charset="-120"/>
                <a:ea typeface="微軟正黑體" panose="020B0604030504040204" pitchFamily="34" charset="-120"/>
              </a:rPr>
              <a:t>Excel</a:t>
            </a:r>
            <a:endParaRPr sz="3200" b="1" dirty="0">
              <a:latin typeface="微軟正黑體" panose="020B0604030504040204" pitchFamily="34" charset="-120"/>
              <a:ea typeface="微軟正黑體" panose="020B0604030504040204" pitchFamily="34" charset="-120"/>
            </a:endParaRPr>
          </a:p>
          <a:p>
            <a:pPr marL="0" lvl="0" indent="0" algn="ctr" rtl="0">
              <a:spcBef>
                <a:spcPts val="0"/>
              </a:spcBef>
              <a:spcAft>
                <a:spcPts val="0"/>
              </a:spcAft>
              <a:buNone/>
            </a:pPr>
            <a:r>
              <a:rPr lang="en" sz="3200" b="1" dirty="0">
                <a:latin typeface="微軟正黑體" panose="020B0604030504040204" pitchFamily="34" charset="-120"/>
                <a:ea typeface="微軟正黑體" panose="020B0604030504040204" pitchFamily="34" charset="-120"/>
              </a:rPr>
              <a:t>儀表板設計分析</a:t>
            </a:r>
            <a:endParaRPr sz="3200" b="1" dirty="0">
              <a:latin typeface="微軟正黑體" panose="020B0604030504040204" pitchFamily="34" charset="-120"/>
              <a:ea typeface="微軟正黑體" panose="020B0604030504040204" pitchFamily="34" charset="-120"/>
            </a:endParaRPr>
          </a:p>
          <a:p>
            <a:pPr marL="0" lvl="0" indent="0" algn="ctr" rtl="0">
              <a:spcBef>
                <a:spcPts val="0"/>
              </a:spcBef>
              <a:spcAft>
                <a:spcPts val="0"/>
              </a:spcAft>
              <a:buNone/>
            </a:pPr>
            <a:r>
              <a:rPr lang="en" sz="3200" b="1" dirty="0">
                <a:latin typeface="微軟正黑體" panose="020B0604030504040204" pitchFamily="34" charset="-120"/>
                <a:ea typeface="微軟正黑體" panose="020B0604030504040204" pitchFamily="34" charset="-120"/>
              </a:rPr>
              <a:t>和解釋</a:t>
            </a:r>
            <a:endParaRPr sz="6800" b="1" dirty="0">
              <a:latin typeface="微軟正黑體" panose="020B0604030504040204" pitchFamily="34" charset="-120"/>
              <a:ea typeface="微軟正黑體" panose="020B0604030504040204" pitchFamily="34" charset="-120"/>
            </a:endParaRPr>
          </a:p>
        </p:txBody>
      </p:sp>
      <p:grpSp>
        <p:nvGrpSpPr>
          <p:cNvPr id="2749" name="Google Shape;2749;p39"/>
          <p:cNvGrpSpPr/>
          <p:nvPr/>
        </p:nvGrpSpPr>
        <p:grpSpPr>
          <a:xfrm>
            <a:off x="435284" y="2391181"/>
            <a:ext cx="2351004" cy="4425656"/>
            <a:chOff x="5492025" y="895275"/>
            <a:chExt cx="2055612" cy="3869595"/>
          </a:xfrm>
        </p:grpSpPr>
        <p:sp>
          <p:nvSpPr>
            <p:cNvPr id="2750" name="Google Shape;2750;p39"/>
            <p:cNvSpPr/>
            <p:nvPr/>
          </p:nvSpPr>
          <p:spPr>
            <a:xfrm>
              <a:off x="5492025" y="895275"/>
              <a:ext cx="2055612" cy="3869595"/>
            </a:xfrm>
            <a:custGeom>
              <a:avLst/>
              <a:gdLst/>
              <a:ahLst/>
              <a:cxnLst/>
              <a:rect l="l" t="t" r="r" b="b"/>
              <a:pathLst>
                <a:path w="16887" h="31789" extrusionOk="0">
                  <a:moveTo>
                    <a:pt x="3773" y="0"/>
                  </a:moveTo>
                  <a:cubicBezTo>
                    <a:pt x="1687" y="0"/>
                    <a:pt x="1" y="1687"/>
                    <a:pt x="1" y="3759"/>
                  </a:cubicBezTo>
                  <a:lnTo>
                    <a:pt x="1" y="15729"/>
                  </a:lnTo>
                  <a:lnTo>
                    <a:pt x="14" y="15729"/>
                  </a:lnTo>
                  <a:lnTo>
                    <a:pt x="14" y="31788"/>
                  </a:lnTo>
                  <a:lnTo>
                    <a:pt x="2874" y="31788"/>
                  </a:lnTo>
                  <a:lnTo>
                    <a:pt x="2874" y="13157"/>
                  </a:lnTo>
                  <a:lnTo>
                    <a:pt x="2861" y="13157"/>
                  </a:lnTo>
                  <a:lnTo>
                    <a:pt x="2861" y="3759"/>
                  </a:lnTo>
                  <a:cubicBezTo>
                    <a:pt x="2861" y="3269"/>
                    <a:pt x="3269" y="2860"/>
                    <a:pt x="3773" y="2860"/>
                  </a:cubicBezTo>
                  <a:cubicBezTo>
                    <a:pt x="4276" y="2860"/>
                    <a:pt x="4684" y="3269"/>
                    <a:pt x="4684" y="3759"/>
                  </a:cubicBezTo>
                  <a:lnTo>
                    <a:pt x="4671" y="12748"/>
                  </a:lnTo>
                  <a:cubicBezTo>
                    <a:pt x="4671" y="14817"/>
                    <a:pt x="6374" y="16507"/>
                    <a:pt x="8443" y="16507"/>
                  </a:cubicBezTo>
                  <a:cubicBezTo>
                    <a:pt x="10525" y="16507"/>
                    <a:pt x="12215" y="14817"/>
                    <a:pt x="12215" y="12748"/>
                  </a:cubicBezTo>
                  <a:lnTo>
                    <a:pt x="12215" y="3759"/>
                  </a:lnTo>
                  <a:cubicBezTo>
                    <a:pt x="12215" y="3269"/>
                    <a:pt x="12624" y="2860"/>
                    <a:pt x="13114" y="2860"/>
                  </a:cubicBezTo>
                  <a:cubicBezTo>
                    <a:pt x="13618" y="2860"/>
                    <a:pt x="14026" y="3269"/>
                    <a:pt x="14026" y="3759"/>
                  </a:cubicBezTo>
                  <a:lnTo>
                    <a:pt x="14026" y="13157"/>
                  </a:lnTo>
                  <a:lnTo>
                    <a:pt x="14026" y="31788"/>
                  </a:lnTo>
                  <a:lnTo>
                    <a:pt x="16886" y="31788"/>
                  </a:lnTo>
                  <a:lnTo>
                    <a:pt x="16886" y="15729"/>
                  </a:lnTo>
                  <a:lnTo>
                    <a:pt x="16886" y="3759"/>
                  </a:lnTo>
                  <a:cubicBezTo>
                    <a:pt x="16886" y="1687"/>
                    <a:pt x="15200" y="0"/>
                    <a:pt x="13114" y="0"/>
                  </a:cubicBezTo>
                  <a:cubicBezTo>
                    <a:pt x="11045" y="0"/>
                    <a:pt x="9355" y="1687"/>
                    <a:pt x="9355" y="3759"/>
                  </a:cubicBezTo>
                  <a:lnTo>
                    <a:pt x="9355" y="12748"/>
                  </a:lnTo>
                  <a:cubicBezTo>
                    <a:pt x="9355" y="13209"/>
                    <a:pt x="9002" y="13591"/>
                    <a:pt x="8564" y="13647"/>
                  </a:cubicBezTo>
                  <a:lnTo>
                    <a:pt x="8336" y="13647"/>
                  </a:lnTo>
                  <a:cubicBezTo>
                    <a:pt x="7884" y="13591"/>
                    <a:pt x="7531" y="13209"/>
                    <a:pt x="7531" y="12748"/>
                  </a:cubicBezTo>
                  <a:lnTo>
                    <a:pt x="7531" y="3759"/>
                  </a:lnTo>
                  <a:cubicBezTo>
                    <a:pt x="7531" y="1687"/>
                    <a:pt x="5842" y="0"/>
                    <a:pt x="3773" y="0"/>
                  </a:cubicBezTo>
                  <a:close/>
                </a:path>
              </a:pathLst>
            </a:custGeom>
            <a:solidFill>
              <a:schemeClr val="accent5"/>
            </a:solidFill>
            <a:ln>
              <a:noFill/>
            </a:ln>
            <a:effectLst>
              <a:outerShdw dist="57150" dir="6300000" algn="bl" rotWithShape="0">
                <a:schemeClr val="dk1">
                  <a:alpha val="35000"/>
                </a:scheme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endParaRPr/>
            </a:p>
          </p:txBody>
        </p:sp>
        <p:grpSp>
          <p:nvGrpSpPr>
            <p:cNvPr id="2751" name="Google Shape;2751;p39"/>
            <p:cNvGrpSpPr/>
            <p:nvPr/>
          </p:nvGrpSpPr>
          <p:grpSpPr>
            <a:xfrm>
              <a:off x="5659156" y="1062406"/>
              <a:ext cx="1720973" cy="3496726"/>
              <a:chOff x="5659156" y="1062406"/>
              <a:chExt cx="1720973" cy="3496726"/>
            </a:xfrm>
          </p:grpSpPr>
          <p:sp>
            <p:nvSpPr>
              <p:cNvPr id="2752" name="Google Shape;2752;p39"/>
              <p:cNvSpPr/>
              <p:nvPr/>
            </p:nvSpPr>
            <p:spPr>
              <a:xfrm>
                <a:off x="5661103" y="2645951"/>
                <a:ext cx="13268" cy="53073"/>
              </a:xfrm>
              <a:custGeom>
                <a:avLst/>
                <a:gdLst/>
                <a:ahLst/>
                <a:cxnLst/>
                <a:rect l="l" t="t" r="r" b="b"/>
                <a:pathLst>
                  <a:path w="109" h="436" extrusionOk="0">
                    <a:moveTo>
                      <a:pt x="1" y="0"/>
                    </a:moveTo>
                    <a:lnTo>
                      <a:pt x="1" y="435"/>
                    </a:lnTo>
                    <a:lnTo>
                      <a:pt x="109" y="435"/>
                    </a:lnTo>
                    <a:lnTo>
                      <a:pt x="109"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3" name="Google Shape;2753;p39"/>
              <p:cNvSpPr/>
              <p:nvPr/>
            </p:nvSpPr>
            <p:spPr>
              <a:xfrm>
                <a:off x="7366861" y="3756465"/>
                <a:ext cx="13268" cy="53438"/>
              </a:xfrm>
              <a:custGeom>
                <a:avLst/>
                <a:gdLst/>
                <a:ahLst/>
                <a:cxnLst/>
                <a:rect l="l" t="t" r="r" b="b"/>
                <a:pathLst>
                  <a:path w="109" h="439" extrusionOk="0">
                    <a:moveTo>
                      <a:pt x="0" y="0"/>
                    </a:moveTo>
                    <a:lnTo>
                      <a:pt x="0" y="438"/>
                    </a:lnTo>
                    <a:lnTo>
                      <a:pt x="108" y="438"/>
                    </a:lnTo>
                    <a:lnTo>
                      <a:pt x="108"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4" name="Google Shape;2754;p39"/>
              <p:cNvSpPr/>
              <p:nvPr/>
            </p:nvSpPr>
            <p:spPr>
              <a:xfrm>
                <a:off x="7366861" y="3862732"/>
                <a:ext cx="13268" cy="54534"/>
              </a:xfrm>
              <a:custGeom>
                <a:avLst/>
                <a:gdLst/>
                <a:ahLst/>
                <a:cxnLst/>
                <a:rect l="l" t="t" r="r" b="b"/>
                <a:pathLst>
                  <a:path w="109" h="448" extrusionOk="0">
                    <a:moveTo>
                      <a:pt x="0" y="0"/>
                    </a:moveTo>
                    <a:lnTo>
                      <a:pt x="0" y="448"/>
                    </a:lnTo>
                    <a:lnTo>
                      <a:pt x="108" y="448"/>
                    </a:lnTo>
                    <a:lnTo>
                      <a:pt x="108"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5" name="Google Shape;2755;p39"/>
              <p:cNvSpPr/>
              <p:nvPr/>
            </p:nvSpPr>
            <p:spPr>
              <a:xfrm>
                <a:off x="7366861" y="3648615"/>
                <a:ext cx="13268" cy="53438"/>
              </a:xfrm>
              <a:custGeom>
                <a:avLst/>
                <a:gdLst/>
                <a:ahLst/>
                <a:cxnLst/>
                <a:rect l="l" t="t" r="r" b="b"/>
                <a:pathLst>
                  <a:path w="109" h="439" extrusionOk="0">
                    <a:moveTo>
                      <a:pt x="0" y="0"/>
                    </a:moveTo>
                    <a:lnTo>
                      <a:pt x="0" y="438"/>
                    </a:lnTo>
                    <a:lnTo>
                      <a:pt x="108" y="438"/>
                    </a:lnTo>
                    <a:lnTo>
                      <a:pt x="108"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6" name="Google Shape;2756;p39"/>
              <p:cNvSpPr/>
              <p:nvPr/>
            </p:nvSpPr>
            <p:spPr>
              <a:xfrm>
                <a:off x="7366861" y="4506059"/>
                <a:ext cx="13268" cy="53073"/>
              </a:xfrm>
              <a:custGeom>
                <a:avLst/>
                <a:gdLst/>
                <a:ahLst/>
                <a:cxnLst/>
                <a:rect l="l" t="t" r="r" b="b"/>
                <a:pathLst>
                  <a:path w="109" h="436" extrusionOk="0">
                    <a:moveTo>
                      <a:pt x="0" y="0"/>
                    </a:moveTo>
                    <a:lnTo>
                      <a:pt x="0" y="435"/>
                    </a:lnTo>
                    <a:lnTo>
                      <a:pt x="108" y="435"/>
                    </a:lnTo>
                    <a:lnTo>
                      <a:pt x="108"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7" name="Google Shape;2757;p39"/>
              <p:cNvSpPr/>
              <p:nvPr/>
            </p:nvSpPr>
            <p:spPr>
              <a:xfrm>
                <a:off x="7366861" y="3970461"/>
                <a:ext cx="13268" cy="53073"/>
              </a:xfrm>
              <a:custGeom>
                <a:avLst/>
                <a:gdLst/>
                <a:ahLst/>
                <a:cxnLst/>
                <a:rect l="l" t="t" r="r" b="b"/>
                <a:pathLst>
                  <a:path w="109" h="436" extrusionOk="0">
                    <a:moveTo>
                      <a:pt x="0" y="1"/>
                    </a:moveTo>
                    <a:lnTo>
                      <a:pt x="0" y="436"/>
                    </a:lnTo>
                    <a:lnTo>
                      <a:pt x="108" y="436"/>
                    </a:lnTo>
                    <a:lnTo>
                      <a:pt x="10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8" name="Google Shape;2758;p39"/>
              <p:cNvSpPr/>
              <p:nvPr/>
            </p:nvSpPr>
            <p:spPr>
              <a:xfrm>
                <a:off x="7366861" y="4078311"/>
                <a:ext cx="13268" cy="53073"/>
              </a:xfrm>
              <a:custGeom>
                <a:avLst/>
                <a:gdLst/>
                <a:ahLst/>
                <a:cxnLst/>
                <a:rect l="l" t="t" r="r" b="b"/>
                <a:pathLst>
                  <a:path w="109" h="436" extrusionOk="0">
                    <a:moveTo>
                      <a:pt x="0" y="1"/>
                    </a:moveTo>
                    <a:lnTo>
                      <a:pt x="0" y="435"/>
                    </a:lnTo>
                    <a:lnTo>
                      <a:pt x="108" y="435"/>
                    </a:lnTo>
                    <a:lnTo>
                      <a:pt x="10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9" name="Google Shape;2759;p39"/>
              <p:cNvSpPr/>
              <p:nvPr/>
            </p:nvSpPr>
            <p:spPr>
              <a:xfrm>
                <a:off x="7366861" y="4184213"/>
                <a:ext cx="13268" cy="53438"/>
              </a:xfrm>
              <a:custGeom>
                <a:avLst/>
                <a:gdLst/>
                <a:ahLst/>
                <a:cxnLst/>
                <a:rect l="l" t="t" r="r" b="b"/>
                <a:pathLst>
                  <a:path w="109" h="439" extrusionOk="0">
                    <a:moveTo>
                      <a:pt x="0" y="0"/>
                    </a:moveTo>
                    <a:lnTo>
                      <a:pt x="0" y="438"/>
                    </a:lnTo>
                    <a:lnTo>
                      <a:pt x="108" y="438"/>
                    </a:lnTo>
                    <a:lnTo>
                      <a:pt x="108"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0" name="Google Shape;2760;p39"/>
              <p:cNvSpPr/>
              <p:nvPr/>
            </p:nvSpPr>
            <p:spPr>
              <a:xfrm>
                <a:off x="7366861" y="4398209"/>
                <a:ext cx="13268" cy="54656"/>
              </a:xfrm>
              <a:custGeom>
                <a:avLst/>
                <a:gdLst/>
                <a:ahLst/>
                <a:cxnLst/>
                <a:rect l="l" t="t" r="r" b="b"/>
                <a:pathLst>
                  <a:path w="109" h="449" extrusionOk="0">
                    <a:moveTo>
                      <a:pt x="0" y="1"/>
                    </a:moveTo>
                    <a:lnTo>
                      <a:pt x="0" y="448"/>
                    </a:lnTo>
                    <a:lnTo>
                      <a:pt x="108" y="448"/>
                    </a:lnTo>
                    <a:lnTo>
                      <a:pt x="10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1" name="Google Shape;2761;p39"/>
              <p:cNvSpPr/>
              <p:nvPr/>
            </p:nvSpPr>
            <p:spPr>
              <a:xfrm>
                <a:off x="7366861" y="4291941"/>
                <a:ext cx="13268" cy="53073"/>
              </a:xfrm>
              <a:custGeom>
                <a:avLst/>
                <a:gdLst/>
                <a:ahLst/>
                <a:cxnLst/>
                <a:rect l="l" t="t" r="r" b="b"/>
                <a:pathLst>
                  <a:path w="109" h="436" extrusionOk="0">
                    <a:moveTo>
                      <a:pt x="0" y="1"/>
                    </a:moveTo>
                    <a:lnTo>
                      <a:pt x="0" y="436"/>
                    </a:lnTo>
                    <a:lnTo>
                      <a:pt x="108" y="436"/>
                    </a:lnTo>
                    <a:lnTo>
                      <a:pt x="10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2" name="Google Shape;2762;p39"/>
              <p:cNvSpPr/>
              <p:nvPr/>
            </p:nvSpPr>
            <p:spPr>
              <a:xfrm>
                <a:off x="7366861" y="2896221"/>
                <a:ext cx="13268" cy="54656"/>
              </a:xfrm>
              <a:custGeom>
                <a:avLst/>
                <a:gdLst/>
                <a:ahLst/>
                <a:cxnLst/>
                <a:rect l="l" t="t" r="r" b="b"/>
                <a:pathLst>
                  <a:path w="109" h="449" extrusionOk="0">
                    <a:moveTo>
                      <a:pt x="0" y="0"/>
                    </a:moveTo>
                    <a:lnTo>
                      <a:pt x="0" y="448"/>
                    </a:lnTo>
                    <a:lnTo>
                      <a:pt x="108" y="448"/>
                    </a:lnTo>
                    <a:lnTo>
                      <a:pt x="108"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3" name="Google Shape;2763;p39"/>
              <p:cNvSpPr/>
              <p:nvPr/>
            </p:nvSpPr>
            <p:spPr>
              <a:xfrm>
                <a:off x="7366861" y="3004071"/>
                <a:ext cx="13268" cy="52951"/>
              </a:xfrm>
              <a:custGeom>
                <a:avLst/>
                <a:gdLst/>
                <a:ahLst/>
                <a:cxnLst/>
                <a:rect l="l" t="t" r="r" b="b"/>
                <a:pathLst>
                  <a:path w="109" h="435" extrusionOk="0">
                    <a:moveTo>
                      <a:pt x="0" y="0"/>
                    </a:moveTo>
                    <a:lnTo>
                      <a:pt x="0" y="435"/>
                    </a:lnTo>
                    <a:lnTo>
                      <a:pt x="108" y="435"/>
                    </a:lnTo>
                    <a:lnTo>
                      <a:pt x="108"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4" name="Google Shape;2764;p39"/>
              <p:cNvSpPr/>
              <p:nvPr/>
            </p:nvSpPr>
            <p:spPr>
              <a:xfrm>
                <a:off x="7366861" y="2789954"/>
                <a:ext cx="13268" cy="53073"/>
              </a:xfrm>
              <a:custGeom>
                <a:avLst/>
                <a:gdLst/>
                <a:ahLst/>
                <a:cxnLst/>
                <a:rect l="l" t="t" r="r" b="b"/>
                <a:pathLst>
                  <a:path w="109" h="436" extrusionOk="0">
                    <a:moveTo>
                      <a:pt x="0" y="1"/>
                    </a:moveTo>
                    <a:lnTo>
                      <a:pt x="0" y="435"/>
                    </a:lnTo>
                    <a:lnTo>
                      <a:pt x="108" y="435"/>
                    </a:lnTo>
                    <a:lnTo>
                      <a:pt x="108" y="164"/>
                    </a:lnTo>
                    <a:lnTo>
                      <a:pt x="108" y="14"/>
                    </a:lnTo>
                    <a:lnTo>
                      <a:pt x="10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5" name="Google Shape;2765;p39"/>
              <p:cNvSpPr/>
              <p:nvPr/>
            </p:nvSpPr>
            <p:spPr>
              <a:xfrm>
                <a:off x="7366861" y="3111434"/>
                <a:ext cx="13268" cy="53438"/>
              </a:xfrm>
              <a:custGeom>
                <a:avLst/>
                <a:gdLst/>
                <a:ahLst/>
                <a:cxnLst/>
                <a:rect l="l" t="t" r="r" b="b"/>
                <a:pathLst>
                  <a:path w="109" h="439" extrusionOk="0">
                    <a:moveTo>
                      <a:pt x="0" y="1"/>
                    </a:moveTo>
                    <a:lnTo>
                      <a:pt x="0" y="439"/>
                    </a:lnTo>
                    <a:lnTo>
                      <a:pt x="108" y="439"/>
                    </a:lnTo>
                    <a:lnTo>
                      <a:pt x="10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6" name="Google Shape;2766;p39"/>
              <p:cNvSpPr/>
              <p:nvPr/>
            </p:nvSpPr>
            <p:spPr>
              <a:xfrm>
                <a:off x="7366861" y="3217702"/>
                <a:ext cx="13268" cy="55021"/>
              </a:xfrm>
              <a:custGeom>
                <a:avLst/>
                <a:gdLst/>
                <a:ahLst/>
                <a:cxnLst/>
                <a:rect l="l" t="t" r="r" b="b"/>
                <a:pathLst>
                  <a:path w="109" h="452" extrusionOk="0">
                    <a:moveTo>
                      <a:pt x="0" y="1"/>
                    </a:moveTo>
                    <a:lnTo>
                      <a:pt x="0" y="452"/>
                    </a:lnTo>
                    <a:lnTo>
                      <a:pt x="108" y="452"/>
                    </a:lnTo>
                    <a:lnTo>
                      <a:pt x="10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7" name="Google Shape;2767;p39"/>
              <p:cNvSpPr/>
              <p:nvPr/>
            </p:nvSpPr>
            <p:spPr>
              <a:xfrm>
                <a:off x="7366861" y="3325552"/>
                <a:ext cx="13268" cy="53073"/>
              </a:xfrm>
              <a:custGeom>
                <a:avLst/>
                <a:gdLst/>
                <a:ahLst/>
                <a:cxnLst/>
                <a:rect l="l" t="t" r="r" b="b"/>
                <a:pathLst>
                  <a:path w="109" h="436" extrusionOk="0">
                    <a:moveTo>
                      <a:pt x="0" y="0"/>
                    </a:moveTo>
                    <a:lnTo>
                      <a:pt x="0" y="435"/>
                    </a:lnTo>
                    <a:lnTo>
                      <a:pt x="108" y="435"/>
                    </a:lnTo>
                    <a:lnTo>
                      <a:pt x="108"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8" name="Google Shape;2768;p39"/>
              <p:cNvSpPr/>
              <p:nvPr/>
            </p:nvSpPr>
            <p:spPr>
              <a:xfrm>
                <a:off x="7366861" y="3539182"/>
                <a:ext cx="13268" cy="56603"/>
              </a:xfrm>
              <a:custGeom>
                <a:avLst/>
                <a:gdLst/>
                <a:ahLst/>
                <a:cxnLst/>
                <a:rect l="l" t="t" r="r" b="b"/>
                <a:pathLst>
                  <a:path w="109" h="465" extrusionOk="0">
                    <a:moveTo>
                      <a:pt x="0" y="1"/>
                    </a:moveTo>
                    <a:lnTo>
                      <a:pt x="0" y="30"/>
                    </a:lnTo>
                    <a:lnTo>
                      <a:pt x="0" y="439"/>
                    </a:lnTo>
                    <a:lnTo>
                      <a:pt x="0" y="465"/>
                    </a:lnTo>
                    <a:lnTo>
                      <a:pt x="108" y="465"/>
                    </a:lnTo>
                    <a:lnTo>
                      <a:pt x="108" y="439"/>
                    </a:lnTo>
                    <a:lnTo>
                      <a:pt x="108" y="30"/>
                    </a:lnTo>
                    <a:lnTo>
                      <a:pt x="10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9" name="Google Shape;2769;p39"/>
              <p:cNvSpPr/>
              <p:nvPr/>
            </p:nvSpPr>
            <p:spPr>
              <a:xfrm>
                <a:off x="7366861" y="3431819"/>
                <a:ext cx="13268" cy="54534"/>
              </a:xfrm>
              <a:custGeom>
                <a:avLst/>
                <a:gdLst/>
                <a:ahLst/>
                <a:cxnLst/>
                <a:rect l="l" t="t" r="r" b="b"/>
                <a:pathLst>
                  <a:path w="109" h="448" extrusionOk="0">
                    <a:moveTo>
                      <a:pt x="0" y="0"/>
                    </a:moveTo>
                    <a:lnTo>
                      <a:pt x="0" y="448"/>
                    </a:lnTo>
                    <a:lnTo>
                      <a:pt x="108" y="448"/>
                    </a:lnTo>
                    <a:lnTo>
                      <a:pt x="108"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0" name="Google Shape;2770;p39"/>
              <p:cNvSpPr/>
              <p:nvPr/>
            </p:nvSpPr>
            <p:spPr>
              <a:xfrm>
                <a:off x="5833347" y="1069101"/>
                <a:ext cx="54656" cy="29945"/>
              </a:xfrm>
              <a:custGeom>
                <a:avLst/>
                <a:gdLst/>
                <a:ahLst/>
                <a:cxnLst/>
                <a:rect l="l" t="t" r="r" b="b"/>
                <a:pathLst>
                  <a:path w="449" h="246" extrusionOk="0">
                    <a:moveTo>
                      <a:pt x="423" y="1"/>
                    </a:moveTo>
                    <a:cubicBezTo>
                      <a:pt x="285" y="43"/>
                      <a:pt x="138" y="83"/>
                      <a:pt x="1" y="151"/>
                    </a:cubicBezTo>
                    <a:lnTo>
                      <a:pt x="40" y="246"/>
                    </a:lnTo>
                    <a:cubicBezTo>
                      <a:pt x="178" y="190"/>
                      <a:pt x="315" y="138"/>
                      <a:pt x="449" y="109"/>
                    </a:cubicBezTo>
                    <a:lnTo>
                      <a:pt x="423"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1" name="Google Shape;2771;p39"/>
              <p:cNvSpPr/>
              <p:nvPr/>
            </p:nvSpPr>
            <p:spPr>
              <a:xfrm>
                <a:off x="5659156" y="1720827"/>
                <a:ext cx="13633" cy="53073"/>
              </a:xfrm>
              <a:custGeom>
                <a:avLst/>
                <a:gdLst/>
                <a:ahLst/>
                <a:cxnLst/>
                <a:rect l="l" t="t" r="r" b="b"/>
                <a:pathLst>
                  <a:path w="112" h="436" extrusionOk="0">
                    <a:moveTo>
                      <a:pt x="0" y="1"/>
                    </a:moveTo>
                    <a:lnTo>
                      <a:pt x="0" y="436"/>
                    </a:lnTo>
                    <a:lnTo>
                      <a:pt x="111" y="436"/>
                    </a:lnTo>
                    <a:lnTo>
                      <a:pt x="111"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2" name="Google Shape;2772;p39"/>
              <p:cNvSpPr/>
              <p:nvPr/>
            </p:nvSpPr>
            <p:spPr>
              <a:xfrm>
                <a:off x="5659156" y="1826729"/>
                <a:ext cx="13633" cy="55021"/>
              </a:xfrm>
              <a:custGeom>
                <a:avLst/>
                <a:gdLst/>
                <a:ahLst/>
                <a:cxnLst/>
                <a:rect l="l" t="t" r="r" b="b"/>
                <a:pathLst>
                  <a:path w="112" h="452" extrusionOk="0">
                    <a:moveTo>
                      <a:pt x="0" y="0"/>
                    </a:moveTo>
                    <a:lnTo>
                      <a:pt x="0" y="451"/>
                    </a:lnTo>
                    <a:lnTo>
                      <a:pt x="111" y="451"/>
                    </a:lnTo>
                    <a:lnTo>
                      <a:pt x="111"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3" name="Google Shape;2773;p39"/>
              <p:cNvSpPr/>
              <p:nvPr/>
            </p:nvSpPr>
            <p:spPr>
              <a:xfrm>
                <a:off x="5659156" y="1506831"/>
                <a:ext cx="13633" cy="53073"/>
              </a:xfrm>
              <a:custGeom>
                <a:avLst/>
                <a:gdLst/>
                <a:ahLst/>
                <a:cxnLst/>
                <a:rect l="l" t="t" r="r" b="b"/>
                <a:pathLst>
                  <a:path w="112" h="436" extrusionOk="0">
                    <a:moveTo>
                      <a:pt x="0" y="0"/>
                    </a:moveTo>
                    <a:lnTo>
                      <a:pt x="0" y="435"/>
                    </a:lnTo>
                    <a:lnTo>
                      <a:pt x="111" y="435"/>
                    </a:lnTo>
                    <a:lnTo>
                      <a:pt x="111"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4" name="Google Shape;2774;p39"/>
              <p:cNvSpPr/>
              <p:nvPr/>
            </p:nvSpPr>
            <p:spPr>
              <a:xfrm>
                <a:off x="5682649" y="1190097"/>
                <a:ext cx="38222" cy="55021"/>
              </a:xfrm>
              <a:custGeom>
                <a:avLst/>
                <a:gdLst/>
                <a:ahLst/>
                <a:cxnLst/>
                <a:rect l="l" t="t" r="r" b="b"/>
                <a:pathLst>
                  <a:path w="314" h="452" extrusionOk="0">
                    <a:moveTo>
                      <a:pt x="216" y="0"/>
                    </a:moveTo>
                    <a:cubicBezTo>
                      <a:pt x="134" y="138"/>
                      <a:pt x="69" y="259"/>
                      <a:pt x="0" y="396"/>
                    </a:cubicBezTo>
                    <a:lnTo>
                      <a:pt x="108" y="452"/>
                    </a:lnTo>
                    <a:cubicBezTo>
                      <a:pt x="164" y="314"/>
                      <a:pt x="232" y="193"/>
                      <a:pt x="314" y="69"/>
                    </a:cubicBezTo>
                    <a:lnTo>
                      <a:pt x="21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5" name="Google Shape;2775;p39"/>
              <p:cNvSpPr/>
              <p:nvPr/>
            </p:nvSpPr>
            <p:spPr>
              <a:xfrm>
                <a:off x="5659156" y="1398981"/>
                <a:ext cx="13633" cy="53438"/>
              </a:xfrm>
              <a:custGeom>
                <a:avLst/>
                <a:gdLst/>
                <a:ahLst/>
                <a:cxnLst/>
                <a:rect l="l" t="t" r="r" b="b"/>
                <a:pathLst>
                  <a:path w="112" h="439" extrusionOk="0">
                    <a:moveTo>
                      <a:pt x="0" y="1"/>
                    </a:moveTo>
                    <a:lnTo>
                      <a:pt x="0" y="439"/>
                    </a:lnTo>
                    <a:lnTo>
                      <a:pt x="111" y="439"/>
                    </a:lnTo>
                    <a:lnTo>
                      <a:pt x="111"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6" name="Google Shape;2776;p39"/>
              <p:cNvSpPr/>
              <p:nvPr/>
            </p:nvSpPr>
            <p:spPr>
              <a:xfrm>
                <a:off x="5743878" y="1114140"/>
                <a:ext cx="49908" cy="44674"/>
              </a:xfrm>
              <a:custGeom>
                <a:avLst/>
                <a:gdLst/>
                <a:ahLst/>
                <a:cxnLst/>
                <a:rect l="l" t="t" r="r" b="b"/>
                <a:pathLst>
                  <a:path w="410" h="367" extrusionOk="0">
                    <a:moveTo>
                      <a:pt x="340" y="0"/>
                    </a:moveTo>
                    <a:cubicBezTo>
                      <a:pt x="220" y="82"/>
                      <a:pt x="108" y="177"/>
                      <a:pt x="1" y="285"/>
                    </a:cubicBezTo>
                    <a:lnTo>
                      <a:pt x="82" y="366"/>
                    </a:lnTo>
                    <a:cubicBezTo>
                      <a:pt x="177" y="258"/>
                      <a:pt x="285" y="164"/>
                      <a:pt x="409" y="82"/>
                    </a:cubicBezTo>
                    <a:lnTo>
                      <a:pt x="340"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7" name="Google Shape;2777;p39"/>
              <p:cNvSpPr/>
              <p:nvPr/>
            </p:nvSpPr>
            <p:spPr>
              <a:xfrm>
                <a:off x="5659156" y="1291131"/>
                <a:ext cx="19963" cy="55021"/>
              </a:xfrm>
              <a:custGeom>
                <a:avLst/>
                <a:gdLst/>
                <a:ahLst/>
                <a:cxnLst/>
                <a:rect l="l" t="t" r="r" b="b"/>
                <a:pathLst>
                  <a:path w="164" h="452" extrusionOk="0">
                    <a:moveTo>
                      <a:pt x="56" y="1"/>
                    </a:moveTo>
                    <a:cubicBezTo>
                      <a:pt x="30" y="151"/>
                      <a:pt x="17" y="301"/>
                      <a:pt x="0" y="452"/>
                    </a:cubicBezTo>
                    <a:lnTo>
                      <a:pt x="111" y="452"/>
                    </a:lnTo>
                    <a:cubicBezTo>
                      <a:pt x="125" y="301"/>
                      <a:pt x="138" y="164"/>
                      <a:pt x="164" y="30"/>
                    </a:cubicBezTo>
                    <a:lnTo>
                      <a:pt x="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8" name="Google Shape;2778;p39"/>
              <p:cNvSpPr/>
              <p:nvPr/>
            </p:nvSpPr>
            <p:spPr>
              <a:xfrm>
                <a:off x="5659156" y="1613098"/>
                <a:ext cx="13633" cy="52951"/>
              </a:xfrm>
              <a:custGeom>
                <a:avLst/>
                <a:gdLst/>
                <a:ahLst/>
                <a:cxnLst/>
                <a:rect l="l" t="t" r="r" b="b"/>
                <a:pathLst>
                  <a:path w="112" h="435" extrusionOk="0">
                    <a:moveTo>
                      <a:pt x="0" y="0"/>
                    </a:moveTo>
                    <a:lnTo>
                      <a:pt x="0" y="435"/>
                    </a:lnTo>
                    <a:lnTo>
                      <a:pt x="111" y="435"/>
                    </a:lnTo>
                    <a:lnTo>
                      <a:pt x="111"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9" name="Google Shape;2779;p39"/>
              <p:cNvSpPr/>
              <p:nvPr/>
            </p:nvSpPr>
            <p:spPr>
              <a:xfrm>
                <a:off x="5659156" y="2470055"/>
                <a:ext cx="13633" cy="53073"/>
              </a:xfrm>
              <a:custGeom>
                <a:avLst/>
                <a:gdLst/>
                <a:ahLst/>
                <a:cxnLst/>
                <a:rect l="l" t="t" r="r" b="b"/>
                <a:pathLst>
                  <a:path w="112" h="436" extrusionOk="0">
                    <a:moveTo>
                      <a:pt x="0" y="1"/>
                    </a:moveTo>
                    <a:lnTo>
                      <a:pt x="0" y="435"/>
                    </a:lnTo>
                    <a:lnTo>
                      <a:pt x="111" y="435"/>
                    </a:lnTo>
                    <a:lnTo>
                      <a:pt x="111"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0" name="Google Shape;2780;p39"/>
              <p:cNvSpPr/>
              <p:nvPr/>
            </p:nvSpPr>
            <p:spPr>
              <a:xfrm>
                <a:off x="5659156" y="2576323"/>
                <a:ext cx="13633" cy="54656"/>
              </a:xfrm>
              <a:custGeom>
                <a:avLst/>
                <a:gdLst/>
                <a:ahLst/>
                <a:cxnLst/>
                <a:rect l="l" t="t" r="r" b="b"/>
                <a:pathLst>
                  <a:path w="112" h="449" extrusionOk="0">
                    <a:moveTo>
                      <a:pt x="0" y="0"/>
                    </a:moveTo>
                    <a:lnTo>
                      <a:pt x="0" y="448"/>
                    </a:lnTo>
                    <a:lnTo>
                      <a:pt x="111" y="448"/>
                    </a:lnTo>
                    <a:lnTo>
                      <a:pt x="111"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1" name="Google Shape;2781;p39"/>
              <p:cNvSpPr/>
              <p:nvPr/>
            </p:nvSpPr>
            <p:spPr>
              <a:xfrm>
                <a:off x="5659156" y="1934579"/>
                <a:ext cx="13633" cy="52951"/>
              </a:xfrm>
              <a:custGeom>
                <a:avLst/>
                <a:gdLst/>
                <a:ahLst/>
                <a:cxnLst/>
                <a:rect l="l" t="t" r="r" b="b"/>
                <a:pathLst>
                  <a:path w="112" h="435" extrusionOk="0">
                    <a:moveTo>
                      <a:pt x="0" y="0"/>
                    </a:moveTo>
                    <a:lnTo>
                      <a:pt x="0" y="435"/>
                    </a:lnTo>
                    <a:lnTo>
                      <a:pt x="111" y="435"/>
                    </a:lnTo>
                    <a:lnTo>
                      <a:pt x="111"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2" name="Google Shape;2782;p39"/>
              <p:cNvSpPr/>
              <p:nvPr/>
            </p:nvSpPr>
            <p:spPr>
              <a:xfrm>
                <a:off x="5659156" y="2683808"/>
                <a:ext cx="13633" cy="53317"/>
              </a:xfrm>
              <a:custGeom>
                <a:avLst/>
                <a:gdLst/>
                <a:ahLst/>
                <a:cxnLst/>
                <a:rect l="l" t="t" r="r" b="b"/>
                <a:pathLst>
                  <a:path w="112" h="438" extrusionOk="0">
                    <a:moveTo>
                      <a:pt x="0" y="0"/>
                    </a:moveTo>
                    <a:lnTo>
                      <a:pt x="0" y="438"/>
                    </a:lnTo>
                    <a:lnTo>
                      <a:pt x="111" y="438"/>
                    </a:lnTo>
                    <a:lnTo>
                      <a:pt x="111"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3" name="Google Shape;2783;p39"/>
              <p:cNvSpPr/>
              <p:nvPr/>
            </p:nvSpPr>
            <p:spPr>
              <a:xfrm>
                <a:off x="5659156" y="2040725"/>
                <a:ext cx="13633" cy="54656"/>
              </a:xfrm>
              <a:custGeom>
                <a:avLst/>
                <a:gdLst/>
                <a:ahLst/>
                <a:cxnLst/>
                <a:rect l="l" t="t" r="r" b="b"/>
                <a:pathLst>
                  <a:path w="112" h="449" extrusionOk="0">
                    <a:moveTo>
                      <a:pt x="0" y="1"/>
                    </a:moveTo>
                    <a:lnTo>
                      <a:pt x="0" y="449"/>
                    </a:lnTo>
                    <a:lnTo>
                      <a:pt x="111" y="449"/>
                    </a:lnTo>
                    <a:lnTo>
                      <a:pt x="111"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4" name="Google Shape;2784;p39"/>
              <p:cNvSpPr/>
              <p:nvPr/>
            </p:nvSpPr>
            <p:spPr>
              <a:xfrm>
                <a:off x="5659156" y="2148575"/>
                <a:ext cx="13633" cy="53073"/>
              </a:xfrm>
              <a:custGeom>
                <a:avLst/>
                <a:gdLst/>
                <a:ahLst/>
                <a:cxnLst/>
                <a:rect l="l" t="t" r="r" b="b"/>
                <a:pathLst>
                  <a:path w="112" h="436" extrusionOk="0">
                    <a:moveTo>
                      <a:pt x="0" y="1"/>
                    </a:moveTo>
                    <a:lnTo>
                      <a:pt x="0" y="435"/>
                    </a:lnTo>
                    <a:lnTo>
                      <a:pt x="111" y="435"/>
                    </a:lnTo>
                    <a:lnTo>
                      <a:pt x="111"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5" name="Google Shape;2785;p39"/>
              <p:cNvSpPr/>
              <p:nvPr/>
            </p:nvSpPr>
            <p:spPr>
              <a:xfrm>
                <a:off x="5659156" y="2362205"/>
                <a:ext cx="13633" cy="55021"/>
              </a:xfrm>
              <a:custGeom>
                <a:avLst/>
                <a:gdLst/>
                <a:ahLst/>
                <a:cxnLst/>
                <a:rect l="l" t="t" r="r" b="b"/>
                <a:pathLst>
                  <a:path w="112" h="452" extrusionOk="0">
                    <a:moveTo>
                      <a:pt x="0" y="1"/>
                    </a:moveTo>
                    <a:lnTo>
                      <a:pt x="0" y="452"/>
                    </a:lnTo>
                    <a:lnTo>
                      <a:pt x="111" y="452"/>
                    </a:lnTo>
                    <a:lnTo>
                      <a:pt x="111"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6" name="Google Shape;2786;p39"/>
              <p:cNvSpPr/>
              <p:nvPr/>
            </p:nvSpPr>
            <p:spPr>
              <a:xfrm>
                <a:off x="5659156" y="2256060"/>
                <a:ext cx="13633" cy="53438"/>
              </a:xfrm>
              <a:custGeom>
                <a:avLst/>
                <a:gdLst/>
                <a:ahLst/>
                <a:cxnLst/>
                <a:rect l="l" t="t" r="r" b="b"/>
                <a:pathLst>
                  <a:path w="112" h="439" extrusionOk="0">
                    <a:moveTo>
                      <a:pt x="0" y="0"/>
                    </a:moveTo>
                    <a:lnTo>
                      <a:pt x="0" y="438"/>
                    </a:lnTo>
                    <a:lnTo>
                      <a:pt x="111" y="438"/>
                    </a:lnTo>
                    <a:lnTo>
                      <a:pt x="111"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7" name="Google Shape;2787;p39"/>
              <p:cNvSpPr/>
              <p:nvPr/>
            </p:nvSpPr>
            <p:spPr>
              <a:xfrm>
                <a:off x="6228107" y="1965984"/>
                <a:ext cx="13268" cy="53438"/>
              </a:xfrm>
              <a:custGeom>
                <a:avLst/>
                <a:gdLst/>
                <a:ahLst/>
                <a:cxnLst/>
                <a:rect l="l" t="t" r="r" b="b"/>
                <a:pathLst>
                  <a:path w="109" h="439" extrusionOk="0">
                    <a:moveTo>
                      <a:pt x="0" y="0"/>
                    </a:moveTo>
                    <a:lnTo>
                      <a:pt x="0" y="438"/>
                    </a:lnTo>
                    <a:lnTo>
                      <a:pt x="108" y="438"/>
                    </a:lnTo>
                    <a:lnTo>
                      <a:pt x="108"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8" name="Google Shape;2788;p39"/>
              <p:cNvSpPr/>
              <p:nvPr/>
            </p:nvSpPr>
            <p:spPr>
              <a:xfrm>
                <a:off x="6228107" y="1430386"/>
                <a:ext cx="14851" cy="53438"/>
              </a:xfrm>
              <a:custGeom>
                <a:avLst/>
                <a:gdLst/>
                <a:ahLst/>
                <a:cxnLst/>
                <a:rect l="l" t="t" r="r" b="b"/>
                <a:pathLst>
                  <a:path w="122" h="439" extrusionOk="0">
                    <a:moveTo>
                      <a:pt x="0" y="1"/>
                    </a:moveTo>
                    <a:lnTo>
                      <a:pt x="0" y="439"/>
                    </a:lnTo>
                    <a:lnTo>
                      <a:pt x="121" y="439"/>
                    </a:lnTo>
                    <a:lnTo>
                      <a:pt x="121"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9" name="Google Shape;2789;p39"/>
              <p:cNvSpPr/>
              <p:nvPr/>
            </p:nvSpPr>
            <p:spPr>
              <a:xfrm>
                <a:off x="6228107" y="1538236"/>
                <a:ext cx="14851" cy="53438"/>
              </a:xfrm>
              <a:custGeom>
                <a:avLst/>
                <a:gdLst/>
                <a:ahLst/>
                <a:cxnLst/>
                <a:rect l="l" t="t" r="r" b="b"/>
                <a:pathLst>
                  <a:path w="122" h="439" extrusionOk="0">
                    <a:moveTo>
                      <a:pt x="0" y="1"/>
                    </a:moveTo>
                    <a:lnTo>
                      <a:pt x="0" y="439"/>
                    </a:lnTo>
                    <a:lnTo>
                      <a:pt x="121" y="439"/>
                    </a:lnTo>
                    <a:lnTo>
                      <a:pt x="121"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0" name="Google Shape;2790;p39"/>
              <p:cNvSpPr/>
              <p:nvPr/>
            </p:nvSpPr>
            <p:spPr>
              <a:xfrm>
                <a:off x="6228107" y="1644504"/>
                <a:ext cx="14851" cy="54656"/>
              </a:xfrm>
              <a:custGeom>
                <a:avLst/>
                <a:gdLst/>
                <a:ahLst/>
                <a:cxnLst/>
                <a:rect l="l" t="t" r="r" b="b"/>
                <a:pathLst>
                  <a:path w="122" h="449" extrusionOk="0">
                    <a:moveTo>
                      <a:pt x="0" y="0"/>
                    </a:moveTo>
                    <a:lnTo>
                      <a:pt x="0" y="448"/>
                    </a:lnTo>
                    <a:lnTo>
                      <a:pt x="121" y="448"/>
                    </a:lnTo>
                    <a:lnTo>
                      <a:pt x="121"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1" name="Google Shape;2791;p39"/>
              <p:cNvSpPr/>
              <p:nvPr/>
            </p:nvSpPr>
            <p:spPr>
              <a:xfrm>
                <a:off x="6228107" y="2393733"/>
                <a:ext cx="13268" cy="55021"/>
              </a:xfrm>
              <a:custGeom>
                <a:avLst/>
                <a:gdLst/>
                <a:ahLst/>
                <a:cxnLst/>
                <a:rect l="l" t="t" r="r" b="b"/>
                <a:pathLst>
                  <a:path w="109" h="452" extrusionOk="0">
                    <a:moveTo>
                      <a:pt x="0" y="0"/>
                    </a:moveTo>
                    <a:lnTo>
                      <a:pt x="0" y="438"/>
                    </a:lnTo>
                    <a:lnTo>
                      <a:pt x="0" y="451"/>
                    </a:lnTo>
                    <a:lnTo>
                      <a:pt x="108" y="451"/>
                    </a:lnTo>
                    <a:lnTo>
                      <a:pt x="108" y="438"/>
                    </a:lnTo>
                    <a:lnTo>
                      <a:pt x="108"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2" name="Google Shape;2792;p39"/>
              <p:cNvSpPr/>
              <p:nvPr/>
            </p:nvSpPr>
            <p:spPr>
              <a:xfrm>
                <a:off x="6448554" y="2715578"/>
                <a:ext cx="54656" cy="21546"/>
              </a:xfrm>
              <a:custGeom>
                <a:avLst/>
                <a:gdLst/>
                <a:ahLst/>
                <a:cxnLst/>
                <a:rect l="l" t="t" r="r" b="b"/>
                <a:pathLst>
                  <a:path w="449" h="177" extrusionOk="0">
                    <a:moveTo>
                      <a:pt x="26" y="1"/>
                    </a:moveTo>
                    <a:lnTo>
                      <a:pt x="0" y="108"/>
                    </a:lnTo>
                    <a:cubicBezTo>
                      <a:pt x="134" y="148"/>
                      <a:pt x="285" y="164"/>
                      <a:pt x="435" y="177"/>
                    </a:cubicBezTo>
                    <a:lnTo>
                      <a:pt x="448" y="66"/>
                    </a:lnTo>
                    <a:cubicBezTo>
                      <a:pt x="298" y="53"/>
                      <a:pt x="164" y="40"/>
                      <a:pt x="26"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3" name="Google Shape;2793;p39"/>
              <p:cNvSpPr/>
              <p:nvPr/>
            </p:nvSpPr>
            <p:spPr>
              <a:xfrm>
                <a:off x="6228107" y="1752354"/>
                <a:ext cx="14851" cy="52951"/>
              </a:xfrm>
              <a:custGeom>
                <a:avLst/>
                <a:gdLst/>
                <a:ahLst/>
                <a:cxnLst/>
                <a:rect l="l" t="t" r="r" b="b"/>
                <a:pathLst>
                  <a:path w="122" h="435" extrusionOk="0">
                    <a:moveTo>
                      <a:pt x="0" y="0"/>
                    </a:moveTo>
                    <a:lnTo>
                      <a:pt x="0" y="435"/>
                    </a:lnTo>
                    <a:lnTo>
                      <a:pt x="121" y="435"/>
                    </a:lnTo>
                    <a:lnTo>
                      <a:pt x="121"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4" name="Google Shape;2794;p39"/>
              <p:cNvSpPr/>
              <p:nvPr/>
            </p:nvSpPr>
            <p:spPr>
              <a:xfrm>
                <a:off x="6234437" y="2499878"/>
                <a:ext cx="26780" cy="54656"/>
              </a:xfrm>
              <a:custGeom>
                <a:avLst/>
                <a:gdLst/>
                <a:ahLst/>
                <a:cxnLst/>
                <a:rect l="l" t="t" r="r" b="b"/>
                <a:pathLst>
                  <a:path w="220" h="449" extrusionOk="0">
                    <a:moveTo>
                      <a:pt x="112" y="1"/>
                    </a:moveTo>
                    <a:lnTo>
                      <a:pt x="1" y="14"/>
                    </a:lnTo>
                    <a:cubicBezTo>
                      <a:pt x="30" y="164"/>
                      <a:pt x="69" y="315"/>
                      <a:pt x="125" y="449"/>
                    </a:cubicBezTo>
                    <a:lnTo>
                      <a:pt x="220" y="409"/>
                    </a:lnTo>
                    <a:cubicBezTo>
                      <a:pt x="177" y="272"/>
                      <a:pt x="138" y="138"/>
                      <a:pt x="112"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5" name="Google Shape;2795;p39"/>
              <p:cNvSpPr/>
              <p:nvPr/>
            </p:nvSpPr>
            <p:spPr>
              <a:xfrm>
                <a:off x="6349103" y="2672244"/>
                <a:ext cx="52951" cy="38222"/>
              </a:xfrm>
              <a:custGeom>
                <a:avLst/>
                <a:gdLst/>
                <a:ahLst/>
                <a:cxnLst/>
                <a:rect l="l" t="t" r="r" b="b"/>
                <a:pathLst>
                  <a:path w="435" h="314" extrusionOk="0">
                    <a:moveTo>
                      <a:pt x="69" y="0"/>
                    </a:moveTo>
                    <a:lnTo>
                      <a:pt x="0" y="82"/>
                    </a:lnTo>
                    <a:cubicBezTo>
                      <a:pt x="121" y="177"/>
                      <a:pt x="258" y="245"/>
                      <a:pt x="396" y="314"/>
                    </a:cubicBezTo>
                    <a:lnTo>
                      <a:pt x="435" y="219"/>
                    </a:lnTo>
                    <a:cubicBezTo>
                      <a:pt x="314" y="151"/>
                      <a:pt x="190" y="82"/>
                      <a:pt x="69"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6" name="Google Shape;2796;p39"/>
              <p:cNvSpPr/>
              <p:nvPr/>
            </p:nvSpPr>
            <p:spPr>
              <a:xfrm>
                <a:off x="6274241" y="2596164"/>
                <a:ext cx="43457" cy="49908"/>
              </a:xfrm>
              <a:custGeom>
                <a:avLst/>
                <a:gdLst/>
                <a:ahLst/>
                <a:cxnLst/>
                <a:rect l="l" t="t" r="r" b="b"/>
                <a:pathLst>
                  <a:path w="357" h="410" extrusionOk="0">
                    <a:moveTo>
                      <a:pt x="95" y="1"/>
                    </a:moveTo>
                    <a:lnTo>
                      <a:pt x="1" y="53"/>
                    </a:lnTo>
                    <a:cubicBezTo>
                      <a:pt x="82" y="190"/>
                      <a:pt x="177" y="298"/>
                      <a:pt x="275" y="409"/>
                    </a:cubicBezTo>
                    <a:lnTo>
                      <a:pt x="357" y="341"/>
                    </a:lnTo>
                    <a:cubicBezTo>
                      <a:pt x="259" y="230"/>
                      <a:pt x="177" y="122"/>
                      <a:pt x="95"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7" name="Google Shape;2797;p39"/>
              <p:cNvSpPr/>
              <p:nvPr/>
            </p:nvSpPr>
            <p:spPr>
              <a:xfrm>
                <a:off x="5939614" y="1062406"/>
                <a:ext cx="54656" cy="16798"/>
              </a:xfrm>
              <a:custGeom>
                <a:avLst/>
                <a:gdLst/>
                <a:ahLst/>
                <a:cxnLst/>
                <a:rect l="l" t="t" r="r" b="b"/>
                <a:pathLst>
                  <a:path w="449" h="138" extrusionOk="0">
                    <a:moveTo>
                      <a:pt x="1" y="0"/>
                    </a:moveTo>
                    <a:lnTo>
                      <a:pt x="1" y="111"/>
                    </a:lnTo>
                    <a:lnTo>
                      <a:pt x="96" y="111"/>
                    </a:lnTo>
                    <a:cubicBezTo>
                      <a:pt x="203" y="111"/>
                      <a:pt x="328" y="111"/>
                      <a:pt x="435" y="138"/>
                    </a:cubicBezTo>
                    <a:lnTo>
                      <a:pt x="449" y="30"/>
                    </a:lnTo>
                    <a:cubicBezTo>
                      <a:pt x="341" y="0"/>
                      <a:pt x="216" y="0"/>
                      <a:pt x="96"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8" name="Google Shape;2798;p39"/>
              <p:cNvSpPr/>
              <p:nvPr/>
            </p:nvSpPr>
            <p:spPr>
              <a:xfrm>
                <a:off x="6228107" y="1323023"/>
                <a:ext cx="14851" cy="54656"/>
              </a:xfrm>
              <a:custGeom>
                <a:avLst/>
                <a:gdLst/>
                <a:ahLst/>
                <a:cxnLst/>
                <a:rect l="l" t="t" r="r" b="b"/>
                <a:pathLst>
                  <a:path w="122" h="449" extrusionOk="0">
                    <a:moveTo>
                      <a:pt x="108" y="0"/>
                    </a:moveTo>
                    <a:lnTo>
                      <a:pt x="0" y="13"/>
                    </a:lnTo>
                    <a:lnTo>
                      <a:pt x="0" y="245"/>
                    </a:lnTo>
                    <a:lnTo>
                      <a:pt x="0" y="448"/>
                    </a:lnTo>
                    <a:lnTo>
                      <a:pt x="121" y="448"/>
                    </a:lnTo>
                    <a:lnTo>
                      <a:pt x="121" y="245"/>
                    </a:lnTo>
                    <a:cubicBezTo>
                      <a:pt x="121" y="164"/>
                      <a:pt x="108" y="82"/>
                      <a:pt x="108"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9" name="Google Shape;2799;p39"/>
              <p:cNvSpPr/>
              <p:nvPr/>
            </p:nvSpPr>
            <p:spPr>
              <a:xfrm>
                <a:off x="6198284" y="1218338"/>
                <a:ext cx="31527" cy="55021"/>
              </a:xfrm>
              <a:custGeom>
                <a:avLst/>
                <a:gdLst/>
                <a:ahLst/>
                <a:cxnLst/>
                <a:rect l="l" t="t" r="r" b="b"/>
                <a:pathLst>
                  <a:path w="259" h="452" extrusionOk="0">
                    <a:moveTo>
                      <a:pt x="95" y="1"/>
                    </a:moveTo>
                    <a:lnTo>
                      <a:pt x="0" y="56"/>
                    </a:lnTo>
                    <a:cubicBezTo>
                      <a:pt x="53" y="177"/>
                      <a:pt x="108" y="314"/>
                      <a:pt x="147" y="452"/>
                    </a:cubicBezTo>
                    <a:lnTo>
                      <a:pt x="259" y="422"/>
                    </a:lnTo>
                    <a:cubicBezTo>
                      <a:pt x="216" y="272"/>
                      <a:pt x="164" y="138"/>
                      <a:pt x="95"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0" name="Google Shape;2800;p39"/>
              <p:cNvSpPr/>
              <p:nvPr/>
            </p:nvSpPr>
            <p:spPr>
              <a:xfrm>
                <a:off x="6133403" y="1133981"/>
                <a:ext cx="46622" cy="47839"/>
              </a:xfrm>
              <a:custGeom>
                <a:avLst/>
                <a:gdLst/>
                <a:ahLst/>
                <a:cxnLst/>
                <a:rect l="l" t="t" r="r" b="b"/>
                <a:pathLst>
                  <a:path w="383" h="393" extrusionOk="0">
                    <a:moveTo>
                      <a:pt x="69" y="1"/>
                    </a:moveTo>
                    <a:lnTo>
                      <a:pt x="1" y="82"/>
                    </a:lnTo>
                    <a:cubicBezTo>
                      <a:pt x="108" y="177"/>
                      <a:pt x="206" y="272"/>
                      <a:pt x="288" y="393"/>
                    </a:cubicBezTo>
                    <a:lnTo>
                      <a:pt x="383" y="327"/>
                    </a:lnTo>
                    <a:cubicBezTo>
                      <a:pt x="288" y="203"/>
                      <a:pt x="177" y="95"/>
                      <a:pt x="69"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1" name="Google Shape;2801;p39"/>
              <p:cNvSpPr/>
              <p:nvPr/>
            </p:nvSpPr>
            <p:spPr>
              <a:xfrm>
                <a:off x="6042352" y="1079083"/>
                <a:ext cx="54534" cy="33110"/>
              </a:xfrm>
              <a:custGeom>
                <a:avLst/>
                <a:gdLst/>
                <a:ahLst/>
                <a:cxnLst/>
                <a:rect l="l" t="t" r="r" b="b"/>
                <a:pathLst>
                  <a:path w="448" h="272" extrusionOk="0">
                    <a:moveTo>
                      <a:pt x="39" y="1"/>
                    </a:moveTo>
                    <a:lnTo>
                      <a:pt x="0" y="95"/>
                    </a:lnTo>
                    <a:cubicBezTo>
                      <a:pt x="137" y="151"/>
                      <a:pt x="271" y="206"/>
                      <a:pt x="396" y="272"/>
                    </a:cubicBezTo>
                    <a:lnTo>
                      <a:pt x="448" y="177"/>
                    </a:lnTo>
                    <a:cubicBezTo>
                      <a:pt x="327" y="108"/>
                      <a:pt x="177" y="43"/>
                      <a:pt x="39"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2" name="Google Shape;2802;p39"/>
              <p:cNvSpPr/>
              <p:nvPr/>
            </p:nvSpPr>
            <p:spPr>
              <a:xfrm>
                <a:off x="6228107" y="2287830"/>
                <a:ext cx="13268" cy="53073"/>
              </a:xfrm>
              <a:custGeom>
                <a:avLst/>
                <a:gdLst/>
                <a:ahLst/>
                <a:cxnLst/>
                <a:rect l="l" t="t" r="r" b="b"/>
                <a:pathLst>
                  <a:path w="109" h="436" extrusionOk="0">
                    <a:moveTo>
                      <a:pt x="0" y="1"/>
                    </a:moveTo>
                    <a:lnTo>
                      <a:pt x="0" y="435"/>
                    </a:lnTo>
                    <a:lnTo>
                      <a:pt x="108" y="435"/>
                    </a:lnTo>
                    <a:lnTo>
                      <a:pt x="10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3" name="Google Shape;2803;p39"/>
              <p:cNvSpPr/>
              <p:nvPr/>
            </p:nvSpPr>
            <p:spPr>
              <a:xfrm>
                <a:off x="6228107" y="2073834"/>
                <a:ext cx="13268" cy="52951"/>
              </a:xfrm>
              <a:custGeom>
                <a:avLst/>
                <a:gdLst/>
                <a:ahLst/>
                <a:cxnLst/>
                <a:rect l="l" t="t" r="r" b="b"/>
                <a:pathLst>
                  <a:path w="109" h="435" extrusionOk="0">
                    <a:moveTo>
                      <a:pt x="0" y="0"/>
                    </a:moveTo>
                    <a:lnTo>
                      <a:pt x="0" y="435"/>
                    </a:lnTo>
                    <a:lnTo>
                      <a:pt x="108" y="435"/>
                    </a:lnTo>
                    <a:lnTo>
                      <a:pt x="108"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4" name="Google Shape;2804;p39"/>
              <p:cNvSpPr/>
              <p:nvPr/>
            </p:nvSpPr>
            <p:spPr>
              <a:xfrm>
                <a:off x="6228107" y="1858134"/>
                <a:ext cx="13268" cy="55021"/>
              </a:xfrm>
              <a:custGeom>
                <a:avLst/>
                <a:gdLst/>
                <a:ahLst/>
                <a:cxnLst/>
                <a:rect l="l" t="t" r="r" b="b"/>
                <a:pathLst>
                  <a:path w="109" h="452" extrusionOk="0">
                    <a:moveTo>
                      <a:pt x="0" y="1"/>
                    </a:moveTo>
                    <a:lnTo>
                      <a:pt x="0" y="452"/>
                    </a:lnTo>
                    <a:lnTo>
                      <a:pt x="108" y="452"/>
                    </a:lnTo>
                    <a:lnTo>
                      <a:pt x="10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5" name="Google Shape;2805;p39"/>
              <p:cNvSpPr/>
              <p:nvPr/>
            </p:nvSpPr>
            <p:spPr>
              <a:xfrm>
                <a:off x="6228107" y="2179980"/>
                <a:ext cx="13268" cy="53073"/>
              </a:xfrm>
              <a:custGeom>
                <a:avLst/>
                <a:gdLst/>
                <a:ahLst/>
                <a:cxnLst/>
                <a:rect l="l" t="t" r="r" b="b"/>
                <a:pathLst>
                  <a:path w="109" h="436" extrusionOk="0">
                    <a:moveTo>
                      <a:pt x="0" y="1"/>
                    </a:moveTo>
                    <a:lnTo>
                      <a:pt x="0" y="436"/>
                    </a:lnTo>
                    <a:lnTo>
                      <a:pt x="108" y="436"/>
                    </a:lnTo>
                    <a:lnTo>
                      <a:pt x="10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6" name="Google Shape;2806;p39"/>
              <p:cNvSpPr/>
              <p:nvPr/>
            </p:nvSpPr>
            <p:spPr>
              <a:xfrm>
                <a:off x="7151161" y="1069101"/>
                <a:ext cx="55021" cy="29945"/>
              </a:xfrm>
              <a:custGeom>
                <a:avLst/>
                <a:gdLst/>
                <a:ahLst/>
                <a:cxnLst/>
                <a:rect l="l" t="t" r="r" b="b"/>
                <a:pathLst>
                  <a:path w="452" h="246" extrusionOk="0">
                    <a:moveTo>
                      <a:pt x="30" y="1"/>
                    </a:moveTo>
                    <a:lnTo>
                      <a:pt x="1" y="109"/>
                    </a:lnTo>
                    <a:cubicBezTo>
                      <a:pt x="138" y="138"/>
                      <a:pt x="275" y="190"/>
                      <a:pt x="409" y="246"/>
                    </a:cubicBezTo>
                    <a:lnTo>
                      <a:pt x="452" y="151"/>
                    </a:lnTo>
                    <a:cubicBezTo>
                      <a:pt x="314" y="83"/>
                      <a:pt x="180" y="43"/>
                      <a:pt x="30"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7" name="Google Shape;2807;p39"/>
              <p:cNvSpPr/>
              <p:nvPr/>
            </p:nvSpPr>
            <p:spPr>
              <a:xfrm>
                <a:off x="7366861" y="1720827"/>
                <a:ext cx="13268" cy="53073"/>
              </a:xfrm>
              <a:custGeom>
                <a:avLst/>
                <a:gdLst/>
                <a:ahLst/>
                <a:cxnLst/>
                <a:rect l="l" t="t" r="r" b="b"/>
                <a:pathLst>
                  <a:path w="109" h="436" extrusionOk="0">
                    <a:moveTo>
                      <a:pt x="0" y="1"/>
                    </a:moveTo>
                    <a:lnTo>
                      <a:pt x="0" y="436"/>
                    </a:lnTo>
                    <a:lnTo>
                      <a:pt x="108" y="436"/>
                    </a:lnTo>
                    <a:lnTo>
                      <a:pt x="10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8" name="Google Shape;2808;p39"/>
              <p:cNvSpPr/>
              <p:nvPr/>
            </p:nvSpPr>
            <p:spPr>
              <a:xfrm>
                <a:off x="7366861" y="1826729"/>
                <a:ext cx="13268" cy="55021"/>
              </a:xfrm>
              <a:custGeom>
                <a:avLst/>
                <a:gdLst/>
                <a:ahLst/>
                <a:cxnLst/>
                <a:rect l="l" t="t" r="r" b="b"/>
                <a:pathLst>
                  <a:path w="109" h="452" extrusionOk="0">
                    <a:moveTo>
                      <a:pt x="0" y="0"/>
                    </a:moveTo>
                    <a:lnTo>
                      <a:pt x="0" y="451"/>
                    </a:lnTo>
                    <a:lnTo>
                      <a:pt x="108" y="451"/>
                    </a:lnTo>
                    <a:lnTo>
                      <a:pt x="108"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9" name="Google Shape;2809;p39"/>
              <p:cNvSpPr/>
              <p:nvPr/>
            </p:nvSpPr>
            <p:spPr>
              <a:xfrm>
                <a:off x="7366861" y="1506831"/>
                <a:ext cx="13268" cy="53073"/>
              </a:xfrm>
              <a:custGeom>
                <a:avLst/>
                <a:gdLst/>
                <a:ahLst/>
                <a:cxnLst/>
                <a:rect l="l" t="t" r="r" b="b"/>
                <a:pathLst>
                  <a:path w="109" h="436" extrusionOk="0">
                    <a:moveTo>
                      <a:pt x="0" y="0"/>
                    </a:moveTo>
                    <a:lnTo>
                      <a:pt x="0" y="435"/>
                    </a:lnTo>
                    <a:lnTo>
                      <a:pt x="108" y="435"/>
                    </a:lnTo>
                    <a:lnTo>
                      <a:pt x="108"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0" name="Google Shape;2810;p39"/>
              <p:cNvSpPr/>
              <p:nvPr/>
            </p:nvSpPr>
            <p:spPr>
              <a:xfrm>
                <a:off x="7318657" y="1190097"/>
                <a:ext cx="38344" cy="55021"/>
              </a:xfrm>
              <a:custGeom>
                <a:avLst/>
                <a:gdLst/>
                <a:ahLst/>
                <a:cxnLst/>
                <a:rect l="l" t="t" r="r" b="b"/>
                <a:pathLst>
                  <a:path w="315" h="452" extrusionOk="0">
                    <a:moveTo>
                      <a:pt x="96" y="0"/>
                    </a:moveTo>
                    <a:lnTo>
                      <a:pt x="1" y="69"/>
                    </a:lnTo>
                    <a:cubicBezTo>
                      <a:pt x="82" y="193"/>
                      <a:pt x="151" y="314"/>
                      <a:pt x="207" y="452"/>
                    </a:cubicBezTo>
                    <a:lnTo>
                      <a:pt x="315" y="396"/>
                    </a:lnTo>
                    <a:cubicBezTo>
                      <a:pt x="259" y="259"/>
                      <a:pt x="177" y="138"/>
                      <a:pt x="96"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1" name="Google Shape;2811;p39"/>
              <p:cNvSpPr/>
              <p:nvPr/>
            </p:nvSpPr>
            <p:spPr>
              <a:xfrm>
                <a:off x="7366861" y="1398981"/>
                <a:ext cx="13268" cy="53438"/>
              </a:xfrm>
              <a:custGeom>
                <a:avLst/>
                <a:gdLst/>
                <a:ahLst/>
                <a:cxnLst/>
                <a:rect l="l" t="t" r="r" b="b"/>
                <a:pathLst>
                  <a:path w="109" h="439" extrusionOk="0">
                    <a:moveTo>
                      <a:pt x="0" y="1"/>
                    </a:moveTo>
                    <a:lnTo>
                      <a:pt x="0" y="439"/>
                    </a:lnTo>
                    <a:lnTo>
                      <a:pt x="108" y="439"/>
                    </a:lnTo>
                    <a:lnTo>
                      <a:pt x="10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2" name="Google Shape;2812;p39"/>
              <p:cNvSpPr/>
              <p:nvPr/>
            </p:nvSpPr>
            <p:spPr>
              <a:xfrm>
                <a:off x="7245864" y="1114140"/>
                <a:ext cx="49908" cy="44674"/>
              </a:xfrm>
              <a:custGeom>
                <a:avLst/>
                <a:gdLst/>
                <a:ahLst/>
                <a:cxnLst/>
                <a:rect l="l" t="t" r="r" b="b"/>
                <a:pathLst>
                  <a:path w="410" h="367" extrusionOk="0">
                    <a:moveTo>
                      <a:pt x="69" y="0"/>
                    </a:moveTo>
                    <a:lnTo>
                      <a:pt x="1" y="82"/>
                    </a:lnTo>
                    <a:cubicBezTo>
                      <a:pt x="122" y="164"/>
                      <a:pt x="233" y="258"/>
                      <a:pt x="327" y="366"/>
                    </a:cubicBezTo>
                    <a:lnTo>
                      <a:pt x="409" y="285"/>
                    </a:lnTo>
                    <a:cubicBezTo>
                      <a:pt x="314" y="177"/>
                      <a:pt x="190" y="82"/>
                      <a:pt x="69"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3" name="Google Shape;2813;p39"/>
              <p:cNvSpPr/>
              <p:nvPr/>
            </p:nvSpPr>
            <p:spPr>
              <a:xfrm>
                <a:off x="7360044" y="1291131"/>
                <a:ext cx="20085" cy="55021"/>
              </a:xfrm>
              <a:custGeom>
                <a:avLst/>
                <a:gdLst/>
                <a:ahLst/>
                <a:cxnLst/>
                <a:rect l="l" t="t" r="r" b="b"/>
                <a:pathLst>
                  <a:path w="165" h="452" extrusionOk="0">
                    <a:moveTo>
                      <a:pt x="112" y="1"/>
                    </a:moveTo>
                    <a:lnTo>
                      <a:pt x="1" y="30"/>
                    </a:lnTo>
                    <a:cubicBezTo>
                      <a:pt x="30" y="164"/>
                      <a:pt x="56" y="301"/>
                      <a:pt x="56" y="452"/>
                    </a:cubicBezTo>
                    <a:lnTo>
                      <a:pt x="164" y="452"/>
                    </a:lnTo>
                    <a:cubicBezTo>
                      <a:pt x="164" y="301"/>
                      <a:pt x="138" y="151"/>
                      <a:pt x="112"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4" name="Google Shape;2814;p39"/>
              <p:cNvSpPr/>
              <p:nvPr/>
            </p:nvSpPr>
            <p:spPr>
              <a:xfrm>
                <a:off x="7366861" y="1613098"/>
                <a:ext cx="13268" cy="52951"/>
              </a:xfrm>
              <a:custGeom>
                <a:avLst/>
                <a:gdLst/>
                <a:ahLst/>
                <a:cxnLst/>
                <a:rect l="l" t="t" r="r" b="b"/>
                <a:pathLst>
                  <a:path w="109" h="435" extrusionOk="0">
                    <a:moveTo>
                      <a:pt x="0" y="0"/>
                    </a:moveTo>
                    <a:lnTo>
                      <a:pt x="0" y="435"/>
                    </a:lnTo>
                    <a:lnTo>
                      <a:pt x="108" y="435"/>
                    </a:lnTo>
                    <a:lnTo>
                      <a:pt x="108"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5" name="Google Shape;2815;p39"/>
              <p:cNvSpPr/>
              <p:nvPr/>
            </p:nvSpPr>
            <p:spPr>
              <a:xfrm>
                <a:off x="7366861" y="2470055"/>
                <a:ext cx="13268" cy="53073"/>
              </a:xfrm>
              <a:custGeom>
                <a:avLst/>
                <a:gdLst/>
                <a:ahLst/>
                <a:cxnLst/>
                <a:rect l="l" t="t" r="r" b="b"/>
                <a:pathLst>
                  <a:path w="109" h="436" extrusionOk="0">
                    <a:moveTo>
                      <a:pt x="0" y="1"/>
                    </a:moveTo>
                    <a:lnTo>
                      <a:pt x="0" y="435"/>
                    </a:lnTo>
                    <a:lnTo>
                      <a:pt x="108" y="435"/>
                    </a:lnTo>
                    <a:lnTo>
                      <a:pt x="10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6" name="Google Shape;2816;p39"/>
              <p:cNvSpPr/>
              <p:nvPr/>
            </p:nvSpPr>
            <p:spPr>
              <a:xfrm>
                <a:off x="7366861" y="2576323"/>
                <a:ext cx="13268" cy="54656"/>
              </a:xfrm>
              <a:custGeom>
                <a:avLst/>
                <a:gdLst/>
                <a:ahLst/>
                <a:cxnLst/>
                <a:rect l="l" t="t" r="r" b="b"/>
                <a:pathLst>
                  <a:path w="109" h="449" extrusionOk="0">
                    <a:moveTo>
                      <a:pt x="0" y="0"/>
                    </a:moveTo>
                    <a:lnTo>
                      <a:pt x="0" y="448"/>
                    </a:lnTo>
                    <a:lnTo>
                      <a:pt x="108" y="448"/>
                    </a:lnTo>
                    <a:lnTo>
                      <a:pt x="108"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7" name="Google Shape;2817;p39"/>
              <p:cNvSpPr/>
              <p:nvPr/>
            </p:nvSpPr>
            <p:spPr>
              <a:xfrm>
                <a:off x="7366861" y="1934579"/>
                <a:ext cx="13268" cy="52951"/>
              </a:xfrm>
              <a:custGeom>
                <a:avLst/>
                <a:gdLst/>
                <a:ahLst/>
                <a:cxnLst/>
                <a:rect l="l" t="t" r="r" b="b"/>
                <a:pathLst>
                  <a:path w="109" h="435" extrusionOk="0">
                    <a:moveTo>
                      <a:pt x="0" y="0"/>
                    </a:moveTo>
                    <a:lnTo>
                      <a:pt x="0" y="435"/>
                    </a:lnTo>
                    <a:lnTo>
                      <a:pt x="108" y="435"/>
                    </a:lnTo>
                    <a:lnTo>
                      <a:pt x="108"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8" name="Google Shape;2818;p39"/>
              <p:cNvSpPr/>
              <p:nvPr/>
            </p:nvSpPr>
            <p:spPr>
              <a:xfrm>
                <a:off x="7366861" y="2683808"/>
                <a:ext cx="13268" cy="53317"/>
              </a:xfrm>
              <a:custGeom>
                <a:avLst/>
                <a:gdLst/>
                <a:ahLst/>
                <a:cxnLst/>
                <a:rect l="l" t="t" r="r" b="b"/>
                <a:pathLst>
                  <a:path w="109" h="438" extrusionOk="0">
                    <a:moveTo>
                      <a:pt x="0" y="0"/>
                    </a:moveTo>
                    <a:lnTo>
                      <a:pt x="0" y="438"/>
                    </a:lnTo>
                    <a:lnTo>
                      <a:pt x="108" y="438"/>
                    </a:lnTo>
                    <a:lnTo>
                      <a:pt x="108"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9" name="Google Shape;2819;p39"/>
              <p:cNvSpPr/>
              <p:nvPr/>
            </p:nvSpPr>
            <p:spPr>
              <a:xfrm>
                <a:off x="7366861" y="2040725"/>
                <a:ext cx="13268" cy="54656"/>
              </a:xfrm>
              <a:custGeom>
                <a:avLst/>
                <a:gdLst/>
                <a:ahLst/>
                <a:cxnLst/>
                <a:rect l="l" t="t" r="r" b="b"/>
                <a:pathLst>
                  <a:path w="109" h="449" extrusionOk="0">
                    <a:moveTo>
                      <a:pt x="0" y="1"/>
                    </a:moveTo>
                    <a:lnTo>
                      <a:pt x="0" y="449"/>
                    </a:lnTo>
                    <a:lnTo>
                      <a:pt x="108" y="449"/>
                    </a:lnTo>
                    <a:lnTo>
                      <a:pt x="10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0" name="Google Shape;2820;p39"/>
              <p:cNvSpPr/>
              <p:nvPr/>
            </p:nvSpPr>
            <p:spPr>
              <a:xfrm>
                <a:off x="7366861" y="2148575"/>
                <a:ext cx="13268" cy="53073"/>
              </a:xfrm>
              <a:custGeom>
                <a:avLst/>
                <a:gdLst/>
                <a:ahLst/>
                <a:cxnLst/>
                <a:rect l="l" t="t" r="r" b="b"/>
                <a:pathLst>
                  <a:path w="109" h="436" extrusionOk="0">
                    <a:moveTo>
                      <a:pt x="0" y="1"/>
                    </a:moveTo>
                    <a:lnTo>
                      <a:pt x="0" y="435"/>
                    </a:lnTo>
                    <a:lnTo>
                      <a:pt x="108" y="435"/>
                    </a:lnTo>
                    <a:lnTo>
                      <a:pt x="10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1" name="Google Shape;2821;p39"/>
              <p:cNvSpPr/>
              <p:nvPr/>
            </p:nvSpPr>
            <p:spPr>
              <a:xfrm>
                <a:off x="7366861" y="2362205"/>
                <a:ext cx="13268" cy="55021"/>
              </a:xfrm>
              <a:custGeom>
                <a:avLst/>
                <a:gdLst/>
                <a:ahLst/>
                <a:cxnLst/>
                <a:rect l="l" t="t" r="r" b="b"/>
                <a:pathLst>
                  <a:path w="109" h="452" extrusionOk="0">
                    <a:moveTo>
                      <a:pt x="0" y="1"/>
                    </a:moveTo>
                    <a:lnTo>
                      <a:pt x="0" y="452"/>
                    </a:lnTo>
                    <a:lnTo>
                      <a:pt x="108" y="452"/>
                    </a:lnTo>
                    <a:lnTo>
                      <a:pt x="10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2" name="Google Shape;2822;p39"/>
              <p:cNvSpPr/>
              <p:nvPr/>
            </p:nvSpPr>
            <p:spPr>
              <a:xfrm>
                <a:off x="7366861" y="2256060"/>
                <a:ext cx="13268" cy="53438"/>
              </a:xfrm>
              <a:custGeom>
                <a:avLst/>
                <a:gdLst/>
                <a:ahLst/>
                <a:cxnLst/>
                <a:rect l="l" t="t" r="r" b="b"/>
                <a:pathLst>
                  <a:path w="109" h="439" extrusionOk="0">
                    <a:moveTo>
                      <a:pt x="0" y="0"/>
                    </a:moveTo>
                    <a:lnTo>
                      <a:pt x="0" y="438"/>
                    </a:lnTo>
                    <a:lnTo>
                      <a:pt x="108" y="438"/>
                    </a:lnTo>
                    <a:lnTo>
                      <a:pt x="108"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3" name="Google Shape;2823;p39"/>
              <p:cNvSpPr/>
              <p:nvPr/>
            </p:nvSpPr>
            <p:spPr>
              <a:xfrm>
                <a:off x="6798275" y="1965984"/>
                <a:ext cx="13268" cy="53438"/>
              </a:xfrm>
              <a:custGeom>
                <a:avLst/>
                <a:gdLst/>
                <a:ahLst/>
                <a:cxnLst/>
                <a:rect l="l" t="t" r="r" b="b"/>
                <a:pathLst>
                  <a:path w="109" h="439" extrusionOk="0">
                    <a:moveTo>
                      <a:pt x="0" y="0"/>
                    </a:moveTo>
                    <a:lnTo>
                      <a:pt x="0" y="438"/>
                    </a:lnTo>
                    <a:lnTo>
                      <a:pt x="108" y="438"/>
                    </a:lnTo>
                    <a:lnTo>
                      <a:pt x="108"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4" name="Google Shape;2824;p39"/>
              <p:cNvSpPr/>
              <p:nvPr/>
            </p:nvSpPr>
            <p:spPr>
              <a:xfrm>
                <a:off x="6798275" y="1430386"/>
                <a:ext cx="13268" cy="53438"/>
              </a:xfrm>
              <a:custGeom>
                <a:avLst/>
                <a:gdLst/>
                <a:ahLst/>
                <a:cxnLst/>
                <a:rect l="l" t="t" r="r" b="b"/>
                <a:pathLst>
                  <a:path w="109" h="439" extrusionOk="0">
                    <a:moveTo>
                      <a:pt x="0" y="1"/>
                    </a:moveTo>
                    <a:lnTo>
                      <a:pt x="0" y="439"/>
                    </a:lnTo>
                    <a:lnTo>
                      <a:pt x="108" y="439"/>
                    </a:lnTo>
                    <a:lnTo>
                      <a:pt x="10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5" name="Google Shape;2825;p39"/>
              <p:cNvSpPr/>
              <p:nvPr/>
            </p:nvSpPr>
            <p:spPr>
              <a:xfrm>
                <a:off x="6798275" y="1538236"/>
                <a:ext cx="13268" cy="53438"/>
              </a:xfrm>
              <a:custGeom>
                <a:avLst/>
                <a:gdLst/>
                <a:ahLst/>
                <a:cxnLst/>
                <a:rect l="l" t="t" r="r" b="b"/>
                <a:pathLst>
                  <a:path w="109" h="439" extrusionOk="0">
                    <a:moveTo>
                      <a:pt x="0" y="1"/>
                    </a:moveTo>
                    <a:lnTo>
                      <a:pt x="0" y="439"/>
                    </a:lnTo>
                    <a:lnTo>
                      <a:pt x="108" y="439"/>
                    </a:lnTo>
                    <a:lnTo>
                      <a:pt x="10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6" name="Google Shape;2826;p39"/>
              <p:cNvSpPr/>
              <p:nvPr/>
            </p:nvSpPr>
            <p:spPr>
              <a:xfrm>
                <a:off x="6798275" y="1644504"/>
                <a:ext cx="13268" cy="54656"/>
              </a:xfrm>
              <a:custGeom>
                <a:avLst/>
                <a:gdLst/>
                <a:ahLst/>
                <a:cxnLst/>
                <a:rect l="l" t="t" r="r" b="b"/>
                <a:pathLst>
                  <a:path w="109" h="449" extrusionOk="0">
                    <a:moveTo>
                      <a:pt x="0" y="0"/>
                    </a:moveTo>
                    <a:lnTo>
                      <a:pt x="0" y="448"/>
                    </a:lnTo>
                    <a:lnTo>
                      <a:pt x="108" y="448"/>
                    </a:lnTo>
                    <a:lnTo>
                      <a:pt x="108"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7" name="Google Shape;2827;p39"/>
              <p:cNvSpPr/>
              <p:nvPr/>
            </p:nvSpPr>
            <p:spPr>
              <a:xfrm>
                <a:off x="6798275" y="2393733"/>
                <a:ext cx="13268" cy="55021"/>
              </a:xfrm>
              <a:custGeom>
                <a:avLst/>
                <a:gdLst/>
                <a:ahLst/>
                <a:cxnLst/>
                <a:rect l="l" t="t" r="r" b="b"/>
                <a:pathLst>
                  <a:path w="109" h="452" extrusionOk="0">
                    <a:moveTo>
                      <a:pt x="0" y="0"/>
                    </a:moveTo>
                    <a:lnTo>
                      <a:pt x="0" y="438"/>
                    </a:lnTo>
                    <a:lnTo>
                      <a:pt x="0" y="451"/>
                    </a:lnTo>
                    <a:lnTo>
                      <a:pt x="108" y="451"/>
                    </a:lnTo>
                    <a:lnTo>
                      <a:pt x="108" y="438"/>
                    </a:lnTo>
                    <a:lnTo>
                      <a:pt x="108"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8" name="Google Shape;2828;p39"/>
              <p:cNvSpPr/>
              <p:nvPr/>
            </p:nvSpPr>
            <p:spPr>
              <a:xfrm>
                <a:off x="6536441" y="2715578"/>
                <a:ext cx="54656" cy="21546"/>
              </a:xfrm>
              <a:custGeom>
                <a:avLst/>
                <a:gdLst/>
                <a:ahLst/>
                <a:cxnLst/>
                <a:rect l="l" t="t" r="r" b="b"/>
                <a:pathLst>
                  <a:path w="449" h="177" extrusionOk="0">
                    <a:moveTo>
                      <a:pt x="422" y="1"/>
                    </a:moveTo>
                    <a:cubicBezTo>
                      <a:pt x="285" y="40"/>
                      <a:pt x="148" y="53"/>
                      <a:pt x="1" y="66"/>
                    </a:cubicBezTo>
                    <a:lnTo>
                      <a:pt x="14" y="177"/>
                    </a:lnTo>
                    <a:cubicBezTo>
                      <a:pt x="164" y="164"/>
                      <a:pt x="311" y="148"/>
                      <a:pt x="448" y="108"/>
                    </a:cubicBezTo>
                    <a:lnTo>
                      <a:pt x="422"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9" name="Google Shape;2829;p39"/>
              <p:cNvSpPr/>
              <p:nvPr/>
            </p:nvSpPr>
            <p:spPr>
              <a:xfrm>
                <a:off x="6798275" y="1752354"/>
                <a:ext cx="13268" cy="52951"/>
              </a:xfrm>
              <a:custGeom>
                <a:avLst/>
                <a:gdLst/>
                <a:ahLst/>
                <a:cxnLst/>
                <a:rect l="l" t="t" r="r" b="b"/>
                <a:pathLst>
                  <a:path w="109" h="435" extrusionOk="0">
                    <a:moveTo>
                      <a:pt x="0" y="0"/>
                    </a:moveTo>
                    <a:lnTo>
                      <a:pt x="0" y="435"/>
                    </a:lnTo>
                    <a:lnTo>
                      <a:pt x="108" y="435"/>
                    </a:lnTo>
                    <a:lnTo>
                      <a:pt x="108"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0" name="Google Shape;2830;p39"/>
              <p:cNvSpPr/>
              <p:nvPr/>
            </p:nvSpPr>
            <p:spPr>
              <a:xfrm>
                <a:off x="6778312" y="2499878"/>
                <a:ext cx="28484" cy="54656"/>
              </a:xfrm>
              <a:custGeom>
                <a:avLst/>
                <a:gdLst/>
                <a:ahLst/>
                <a:cxnLst/>
                <a:rect l="l" t="t" r="r" b="b"/>
                <a:pathLst>
                  <a:path w="234" h="449" extrusionOk="0">
                    <a:moveTo>
                      <a:pt x="122" y="1"/>
                    </a:moveTo>
                    <a:cubicBezTo>
                      <a:pt x="96" y="138"/>
                      <a:pt x="57" y="272"/>
                      <a:pt x="1" y="409"/>
                    </a:cubicBezTo>
                    <a:lnTo>
                      <a:pt x="96" y="449"/>
                    </a:lnTo>
                    <a:cubicBezTo>
                      <a:pt x="151" y="315"/>
                      <a:pt x="204" y="164"/>
                      <a:pt x="233" y="14"/>
                    </a:cubicBezTo>
                    <a:lnTo>
                      <a:pt x="122"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1" name="Google Shape;2831;p39"/>
              <p:cNvSpPr/>
              <p:nvPr/>
            </p:nvSpPr>
            <p:spPr>
              <a:xfrm>
                <a:off x="6637474" y="2672244"/>
                <a:ext cx="53073" cy="38222"/>
              </a:xfrm>
              <a:custGeom>
                <a:avLst/>
                <a:gdLst/>
                <a:ahLst/>
                <a:cxnLst/>
                <a:rect l="l" t="t" r="r" b="b"/>
                <a:pathLst>
                  <a:path w="436" h="314" extrusionOk="0">
                    <a:moveTo>
                      <a:pt x="367" y="0"/>
                    </a:moveTo>
                    <a:cubicBezTo>
                      <a:pt x="259" y="82"/>
                      <a:pt x="135" y="151"/>
                      <a:pt x="1" y="219"/>
                    </a:cubicBezTo>
                    <a:lnTo>
                      <a:pt x="53" y="314"/>
                    </a:lnTo>
                    <a:cubicBezTo>
                      <a:pt x="190" y="245"/>
                      <a:pt x="315" y="177"/>
                      <a:pt x="436" y="82"/>
                    </a:cubicBezTo>
                    <a:lnTo>
                      <a:pt x="367"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2" name="Google Shape;2832;p39"/>
              <p:cNvSpPr/>
              <p:nvPr/>
            </p:nvSpPr>
            <p:spPr>
              <a:xfrm>
                <a:off x="6721831" y="2596164"/>
                <a:ext cx="43578" cy="49908"/>
              </a:xfrm>
              <a:custGeom>
                <a:avLst/>
                <a:gdLst/>
                <a:ahLst/>
                <a:cxnLst/>
                <a:rect l="l" t="t" r="r" b="b"/>
                <a:pathLst>
                  <a:path w="358" h="410" extrusionOk="0">
                    <a:moveTo>
                      <a:pt x="259" y="1"/>
                    </a:moveTo>
                    <a:cubicBezTo>
                      <a:pt x="194" y="122"/>
                      <a:pt x="96" y="230"/>
                      <a:pt x="1" y="341"/>
                    </a:cubicBezTo>
                    <a:lnTo>
                      <a:pt x="83" y="409"/>
                    </a:lnTo>
                    <a:cubicBezTo>
                      <a:pt x="177" y="298"/>
                      <a:pt x="275" y="190"/>
                      <a:pt x="357" y="53"/>
                    </a:cubicBezTo>
                    <a:lnTo>
                      <a:pt x="259"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3" name="Google Shape;2833;p39"/>
              <p:cNvSpPr/>
              <p:nvPr/>
            </p:nvSpPr>
            <p:spPr>
              <a:xfrm>
                <a:off x="7045380" y="1062406"/>
                <a:ext cx="54534" cy="16798"/>
              </a:xfrm>
              <a:custGeom>
                <a:avLst/>
                <a:gdLst/>
                <a:ahLst/>
                <a:cxnLst/>
                <a:rect l="l" t="t" r="r" b="b"/>
                <a:pathLst>
                  <a:path w="448" h="138" extrusionOk="0">
                    <a:moveTo>
                      <a:pt x="353" y="0"/>
                    </a:moveTo>
                    <a:cubicBezTo>
                      <a:pt x="245" y="0"/>
                      <a:pt x="121" y="0"/>
                      <a:pt x="0" y="30"/>
                    </a:cubicBezTo>
                    <a:lnTo>
                      <a:pt x="13" y="138"/>
                    </a:lnTo>
                    <a:cubicBezTo>
                      <a:pt x="134" y="111"/>
                      <a:pt x="245" y="111"/>
                      <a:pt x="353" y="111"/>
                    </a:cubicBezTo>
                    <a:lnTo>
                      <a:pt x="448" y="111"/>
                    </a:lnTo>
                    <a:lnTo>
                      <a:pt x="448"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4" name="Google Shape;2834;p39"/>
              <p:cNvSpPr/>
              <p:nvPr/>
            </p:nvSpPr>
            <p:spPr>
              <a:xfrm>
                <a:off x="6798275" y="1323023"/>
                <a:ext cx="14851" cy="54656"/>
              </a:xfrm>
              <a:custGeom>
                <a:avLst/>
                <a:gdLst/>
                <a:ahLst/>
                <a:cxnLst/>
                <a:rect l="l" t="t" r="r" b="b"/>
                <a:pathLst>
                  <a:path w="122" h="449" extrusionOk="0">
                    <a:moveTo>
                      <a:pt x="13" y="0"/>
                    </a:moveTo>
                    <a:cubicBezTo>
                      <a:pt x="0" y="82"/>
                      <a:pt x="0" y="164"/>
                      <a:pt x="0" y="245"/>
                    </a:cubicBezTo>
                    <a:lnTo>
                      <a:pt x="0" y="448"/>
                    </a:lnTo>
                    <a:lnTo>
                      <a:pt x="108" y="448"/>
                    </a:lnTo>
                    <a:lnTo>
                      <a:pt x="108" y="245"/>
                    </a:lnTo>
                    <a:cubicBezTo>
                      <a:pt x="108" y="177"/>
                      <a:pt x="108" y="95"/>
                      <a:pt x="121" y="13"/>
                    </a:cubicBezTo>
                    <a:lnTo>
                      <a:pt x="13"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5" name="Google Shape;2835;p39"/>
              <p:cNvSpPr/>
              <p:nvPr/>
            </p:nvSpPr>
            <p:spPr>
              <a:xfrm>
                <a:off x="6809839" y="1218338"/>
                <a:ext cx="33110" cy="55021"/>
              </a:xfrm>
              <a:custGeom>
                <a:avLst/>
                <a:gdLst/>
                <a:ahLst/>
                <a:cxnLst/>
                <a:rect l="l" t="t" r="r" b="b"/>
                <a:pathLst>
                  <a:path w="272" h="452" extrusionOk="0">
                    <a:moveTo>
                      <a:pt x="177" y="1"/>
                    </a:moveTo>
                    <a:cubicBezTo>
                      <a:pt x="108" y="138"/>
                      <a:pt x="43" y="272"/>
                      <a:pt x="0" y="422"/>
                    </a:cubicBezTo>
                    <a:lnTo>
                      <a:pt x="108" y="452"/>
                    </a:lnTo>
                    <a:cubicBezTo>
                      <a:pt x="151" y="314"/>
                      <a:pt x="206" y="177"/>
                      <a:pt x="271" y="56"/>
                    </a:cubicBezTo>
                    <a:lnTo>
                      <a:pt x="177"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6" name="Google Shape;2836;p39"/>
              <p:cNvSpPr/>
              <p:nvPr/>
            </p:nvSpPr>
            <p:spPr>
              <a:xfrm>
                <a:off x="6861086" y="1133981"/>
                <a:ext cx="46743" cy="47839"/>
              </a:xfrm>
              <a:custGeom>
                <a:avLst/>
                <a:gdLst/>
                <a:ahLst/>
                <a:cxnLst/>
                <a:rect l="l" t="t" r="r" b="b"/>
                <a:pathLst>
                  <a:path w="384" h="393" extrusionOk="0">
                    <a:moveTo>
                      <a:pt x="302" y="1"/>
                    </a:moveTo>
                    <a:cubicBezTo>
                      <a:pt x="194" y="95"/>
                      <a:pt x="83" y="203"/>
                      <a:pt x="1" y="327"/>
                    </a:cubicBezTo>
                    <a:lnTo>
                      <a:pt x="83" y="393"/>
                    </a:lnTo>
                    <a:cubicBezTo>
                      <a:pt x="164" y="272"/>
                      <a:pt x="275" y="177"/>
                      <a:pt x="383" y="82"/>
                    </a:cubicBezTo>
                    <a:lnTo>
                      <a:pt x="302"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7" name="Google Shape;2837;p39"/>
              <p:cNvSpPr/>
              <p:nvPr/>
            </p:nvSpPr>
            <p:spPr>
              <a:xfrm>
                <a:off x="6942278" y="1079083"/>
                <a:ext cx="55021" cy="33110"/>
              </a:xfrm>
              <a:custGeom>
                <a:avLst/>
                <a:gdLst/>
                <a:ahLst/>
                <a:cxnLst/>
                <a:rect l="l" t="t" r="r" b="b"/>
                <a:pathLst>
                  <a:path w="452" h="272" extrusionOk="0">
                    <a:moveTo>
                      <a:pt x="409" y="1"/>
                    </a:moveTo>
                    <a:cubicBezTo>
                      <a:pt x="275" y="43"/>
                      <a:pt x="138" y="108"/>
                      <a:pt x="1" y="177"/>
                    </a:cubicBezTo>
                    <a:lnTo>
                      <a:pt x="56" y="272"/>
                    </a:lnTo>
                    <a:cubicBezTo>
                      <a:pt x="180" y="206"/>
                      <a:pt x="314" y="151"/>
                      <a:pt x="452" y="95"/>
                    </a:cubicBezTo>
                    <a:lnTo>
                      <a:pt x="409"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8" name="Google Shape;2838;p39"/>
              <p:cNvSpPr/>
              <p:nvPr/>
            </p:nvSpPr>
            <p:spPr>
              <a:xfrm>
                <a:off x="6798275" y="2287830"/>
                <a:ext cx="13268" cy="53073"/>
              </a:xfrm>
              <a:custGeom>
                <a:avLst/>
                <a:gdLst/>
                <a:ahLst/>
                <a:cxnLst/>
                <a:rect l="l" t="t" r="r" b="b"/>
                <a:pathLst>
                  <a:path w="109" h="436" extrusionOk="0">
                    <a:moveTo>
                      <a:pt x="0" y="1"/>
                    </a:moveTo>
                    <a:lnTo>
                      <a:pt x="0" y="435"/>
                    </a:lnTo>
                    <a:lnTo>
                      <a:pt x="108" y="435"/>
                    </a:lnTo>
                    <a:lnTo>
                      <a:pt x="10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9" name="Google Shape;2839;p39"/>
              <p:cNvSpPr/>
              <p:nvPr/>
            </p:nvSpPr>
            <p:spPr>
              <a:xfrm>
                <a:off x="6798275" y="2073834"/>
                <a:ext cx="13268" cy="52951"/>
              </a:xfrm>
              <a:custGeom>
                <a:avLst/>
                <a:gdLst/>
                <a:ahLst/>
                <a:cxnLst/>
                <a:rect l="l" t="t" r="r" b="b"/>
                <a:pathLst>
                  <a:path w="109" h="435" extrusionOk="0">
                    <a:moveTo>
                      <a:pt x="0" y="0"/>
                    </a:moveTo>
                    <a:lnTo>
                      <a:pt x="0" y="435"/>
                    </a:lnTo>
                    <a:lnTo>
                      <a:pt x="108" y="435"/>
                    </a:lnTo>
                    <a:lnTo>
                      <a:pt x="108"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0" name="Google Shape;2840;p39"/>
              <p:cNvSpPr/>
              <p:nvPr/>
            </p:nvSpPr>
            <p:spPr>
              <a:xfrm>
                <a:off x="6798275" y="1858134"/>
                <a:ext cx="13268" cy="55021"/>
              </a:xfrm>
              <a:custGeom>
                <a:avLst/>
                <a:gdLst/>
                <a:ahLst/>
                <a:cxnLst/>
                <a:rect l="l" t="t" r="r" b="b"/>
                <a:pathLst>
                  <a:path w="109" h="452" extrusionOk="0">
                    <a:moveTo>
                      <a:pt x="0" y="1"/>
                    </a:moveTo>
                    <a:lnTo>
                      <a:pt x="0" y="452"/>
                    </a:lnTo>
                    <a:lnTo>
                      <a:pt x="108" y="452"/>
                    </a:lnTo>
                    <a:lnTo>
                      <a:pt x="10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1" name="Google Shape;2841;p39"/>
              <p:cNvSpPr/>
              <p:nvPr/>
            </p:nvSpPr>
            <p:spPr>
              <a:xfrm>
                <a:off x="6798275" y="2179980"/>
                <a:ext cx="13268" cy="53073"/>
              </a:xfrm>
              <a:custGeom>
                <a:avLst/>
                <a:gdLst/>
                <a:ahLst/>
                <a:cxnLst/>
                <a:rect l="l" t="t" r="r" b="b"/>
                <a:pathLst>
                  <a:path w="109" h="436" extrusionOk="0">
                    <a:moveTo>
                      <a:pt x="0" y="1"/>
                    </a:moveTo>
                    <a:lnTo>
                      <a:pt x="0" y="436"/>
                    </a:lnTo>
                    <a:lnTo>
                      <a:pt x="108" y="436"/>
                    </a:lnTo>
                    <a:lnTo>
                      <a:pt x="10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2" name="Google Shape;2842;p39"/>
              <p:cNvSpPr/>
              <p:nvPr/>
            </p:nvSpPr>
            <p:spPr>
              <a:xfrm>
                <a:off x="5661103" y="3756465"/>
                <a:ext cx="13268" cy="53438"/>
              </a:xfrm>
              <a:custGeom>
                <a:avLst/>
                <a:gdLst/>
                <a:ahLst/>
                <a:cxnLst/>
                <a:rect l="l" t="t" r="r" b="b"/>
                <a:pathLst>
                  <a:path w="109" h="439" extrusionOk="0">
                    <a:moveTo>
                      <a:pt x="1" y="0"/>
                    </a:moveTo>
                    <a:lnTo>
                      <a:pt x="1" y="438"/>
                    </a:lnTo>
                    <a:lnTo>
                      <a:pt x="109" y="438"/>
                    </a:lnTo>
                    <a:lnTo>
                      <a:pt x="109"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3" name="Google Shape;2843;p39"/>
              <p:cNvSpPr/>
              <p:nvPr/>
            </p:nvSpPr>
            <p:spPr>
              <a:xfrm>
                <a:off x="5661103" y="3862732"/>
                <a:ext cx="13268" cy="54534"/>
              </a:xfrm>
              <a:custGeom>
                <a:avLst/>
                <a:gdLst/>
                <a:ahLst/>
                <a:cxnLst/>
                <a:rect l="l" t="t" r="r" b="b"/>
                <a:pathLst>
                  <a:path w="109" h="448" extrusionOk="0">
                    <a:moveTo>
                      <a:pt x="1" y="0"/>
                    </a:moveTo>
                    <a:lnTo>
                      <a:pt x="1" y="448"/>
                    </a:lnTo>
                    <a:lnTo>
                      <a:pt x="109" y="448"/>
                    </a:lnTo>
                    <a:lnTo>
                      <a:pt x="109"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4" name="Google Shape;2844;p39"/>
              <p:cNvSpPr/>
              <p:nvPr/>
            </p:nvSpPr>
            <p:spPr>
              <a:xfrm>
                <a:off x="5661103" y="3648615"/>
                <a:ext cx="13268" cy="53438"/>
              </a:xfrm>
              <a:custGeom>
                <a:avLst/>
                <a:gdLst/>
                <a:ahLst/>
                <a:cxnLst/>
                <a:rect l="l" t="t" r="r" b="b"/>
                <a:pathLst>
                  <a:path w="109" h="439" extrusionOk="0">
                    <a:moveTo>
                      <a:pt x="1" y="0"/>
                    </a:moveTo>
                    <a:lnTo>
                      <a:pt x="1" y="438"/>
                    </a:lnTo>
                    <a:lnTo>
                      <a:pt x="109" y="438"/>
                    </a:lnTo>
                    <a:lnTo>
                      <a:pt x="109"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5" name="Google Shape;2845;p39"/>
              <p:cNvSpPr/>
              <p:nvPr/>
            </p:nvSpPr>
            <p:spPr>
              <a:xfrm>
                <a:off x="5661103" y="4506059"/>
                <a:ext cx="13268" cy="53073"/>
              </a:xfrm>
              <a:custGeom>
                <a:avLst/>
                <a:gdLst/>
                <a:ahLst/>
                <a:cxnLst/>
                <a:rect l="l" t="t" r="r" b="b"/>
                <a:pathLst>
                  <a:path w="109" h="436" extrusionOk="0">
                    <a:moveTo>
                      <a:pt x="1" y="0"/>
                    </a:moveTo>
                    <a:lnTo>
                      <a:pt x="1" y="435"/>
                    </a:lnTo>
                    <a:lnTo>
                      <a:pt x="109" y="435"/>
                    </a:lnTo>
                    <a:lnTo>
                      <a:pt x="109"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6" name="Google Shape;2846;p39"/>
              <p:cNvSpPr/>
              <p:nvPr/>
            </p:nvSpPr>
            <p:spPr>
              <a:xfrm>
                <a:off x="5661103" y="3970461"/>
                <a:ext cx="13268" cy="53073"/>
              </a:xfrm>
              <a:custGeom>
                <a:avLst/>
                <a:gdLst/>
                <a:ahLst/>
                <a:cxnLst/>
                <a:rect l="l" t="t" r="r" b="b"/>
                <a:pathLst>
                  <a:path w="109" h="436" extrusionOk="0">
                    <a:moveTo>
                      <a:pt x="1" y="1"/>
                    </a:moveTo>
                    <a:lnTo>
                      <a:pt x="1" y="436"/>
                    </a:lnTo>
                    <a:lnTo>
                      <a:pt x="109" y="436"/>
                    </a:lnTo>
                    <a:lnTo>
                      <a:pt x="109"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7" name="Google Shape;2847;p39"/>
              <p:cNvSpPr/>
              <p:nvPr/>
            </p:nvSpPr>
            <p:spPr>
              <a:xfrm>
                <a:off x="5661103" y="4078311"/>
                <a:ext cx="13268" cy="53073"/>
              </a:xfrm>
              <a:custGeom>
                <a:avLst/>
                <a:gdLst/>
                <a:ahLst/>
                <a:cxnLst/>
                <a:rect l="l" t="t" r="r" b="b"/>
                <a:pathLst>
                  <a:path w="109" h="436" extrusionOk="0">
                    <a:moveTo>
                      <a:pt x="1" y="1"/>
                    </a:moveTo>
                    <a:lnTo>
                      <a:pt x="1" y="435"/>
                    </a:lnTo>
                    <a:lnTo>
                      <a:pt x="109" y="435"/>
                    </a:lnTo>
                    <a:lnTo>
                      <a:pt x="109"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8" name="Google Shape;2848;p39"/>
              <p:cNvSpPr/>
              <p:nvPr/>
            </p:nvSpPr>
            <p:spPr>
              <a:xfrm>
                <a:off x="5661103" y="4184213"/>
                <a:ext cx="13268" cy="53438"/>
              </a:xfrm>
              <a:custGeom>
                <a:avLst/>
                <a:gdLst/>
                <a:ahLst/>
                <a:cxnLst/>
                <a:rect l="l" t="t" r="r" b="b"/>
                <a:pathLst>
                  <a:path w="109" h="439" extrusionOk="0">
                    <a:moveTo>
                      <a:pt x="1" y="0"/>
                    </a:moveTo>
                    <a:lnTo>
                      <a:pt x="1" y="438"/>
                    </a:lnTo>
                    <a:lnTo>
                      <a:pt x="109" y="438"/>
                    </a:lnTo>
                    <a:lnTo>
                      <a:pt x="109"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9" name="Google Shape;2849;p39"/>
              <p:cNvSpPr/>
              <p:nvPr/>
            </p:nvSpPr>
            <p:spPr>
              <a:xfrm>
                <a:off x="5661103" y="4398209"/>
                <a:ext cx="13268" cy="54656"/>
              </a:xfrm>
              <a:custGeom>
                <a:avLst/>
                <a:gdLst/>
                <a:ahLst/>
                <a:cxnLst/>
                <a:rect l="l" t="t" r="r" b="b"/>
                <a:pathLst>
                  <a:path w="109" h="449" extrusionOk="0">
                    <a:moveTo>
                      <a:pt x="1" y="1"/>
                    </a:moveTo>
                    <a:lnTo>
                      <a:pt x="1" y="448"/>
                    </a:lnTo>
                    <a:lnTo>
                      <a:pt x="109" y="448"/>
                    </a:lnTo>
                    <a:lnTo>
                      <a:pt x="109"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0" name="Google Shape;2850;p39"/>
              <p:cNvSpPr/>
              <p:nvPr/>
            </p:nvSpPr>
            <p:spPr>
              <a:xfrm>
                <a:off x="5661103" y="4291941"/>
                <a:ext cx="13268" cy="53073"/>
              </a:xfrm>
              <a:custGeom>
                <a:avLst/>
                <a:gdLst/>
                <a:ahLst/>
                <a:cxnLst/>
                <a:rect l="l" t="t" r="r" b="b"/>
                <a:pathLst>
                  <a:path w="109" h="436" extrusionOk="0">
                    <a:moveTo>
                      <a:pt x="1" y="1"/>
                    </a:moveTo>
                    <a:lnTo>
                      <a:pt x="1" y="436"/>
                    </a:lnTo>
                    <a:lnTo>
                      <a:pt x="109" y="436"/>
                    </a:lnTo>
                    <a:lnTo>
                      <a:pt x="109"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1" name="Google Shape;2851;p39"/>
              <p:cNvSpPr/>
              <p:nvPr/>
            </p:nvSpPr>
            <p:spPr>
              <a:xfrm>
                <a:off x="5661103" y="2896221"/>
                <a:ext cx="13268" cy="54656"/>
              </a:xfrm>
              <a:custGeom>
                <a:avLst/>
                <a:gdLst/>
                <a:ahLst/>
                <a:cxnLst/>
                <a:rect l="l" t="t" r="r" b="b"/>
                <a:pathLst>
                  <a:path w="109" h="449" extrusionOk="0">
                    <a:moveTo>
                      <a:pt x="1" y="0"/>
                    </a:moveTo>
                    <a:lnTo>
                      <a:pt x="1" y="448"/>
                    </a:lnTo>
                    <a:lnTo>
                      <a:pt x="109" y="448"/>
                    </a:lnTo>
                    <a:lnTo>
                      <a:pt x="109"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2" name="Google Shape;2852;p39"/>
              <p:cNvSpPr/>
              <p:nvPr/>
            </p:nvSpPr>
            <p:spPr>
              <a:xfrm>
                <a:off x="5661103" y="3004071"/>
                <a:ext cx="13268" cy="52951"/>
              </a:xfrm>
              <a:custGeom>
                <a:avLst/>
                <a:gdLst/>
                <a:ahLst/>
                <a:cxnLst/>
                <a:rect l="l" t="t" r="r" b="b"/>
                <a:pathLst>
                  <a:path w="109" h="435" extrusionOk="0">
                    <a:moveTo>
                      <a:pt x="1" y="0"/>
                    </a:moveTo>
                    <a:lnTo>
                      <a:pt x="1" y="435"/>
                    </a:lnTo>
                    <a:lnTo>
                      <a:pt x="109" y="435"/>
                    </a:lnTo>
                    <a:lnTo>
                      <a:pt x="109"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3" name="Google Shape;2853;p39"/>
              <p:cNvSpPr/>
              <p:nvPr/>
            </p:nvSpPr>
            <p:spPr>
              <a:xfrm>
                <a:off x="5659156" y="2789954"/>
                <a:ext cx="15216" cy="53073"/>
              </a:xfrm>
              <a:custGeom>
                <a:avLst/>
                <a:gdLst/>
                <a:ahLst/>
                <a:cxnLst/>
                <a:rect l="l" t="t" r="r" b="b"/>
                <a:pathLst>
                  <a:path w="125" h="436" extrusionOk="0">
                    <a:moveTo>
                      <a:pt x="17" y="1"/>
                    </a:moveTo>
                    <a:lnTo>
                      <a:pt x="17" y="14"/>
                    </a:lnTo>
                    <a:lnTo>
                      <a:pt x="0" y="14"/>
                    </a:lnTo>
                    <a:lnTo>
                      <a:pt x="0" y="164"/>
                    </a:lnTo>
                    <a:lnTo>
                      <a:pt x="17" y="164"/>
                    </a:lnTo>
                    <a:lnTo>
                      <a:pt x="17" y="435"/>
                    </a:lnTo>
                    <a:lnTo>
                      <a:pt x="125" y="435"/>
                    </a:lnTo>
                    <a:lnTo>
                      <a:pt x="12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4" name="Google Shape;2854;p39"/>
              <p:cNvSpPr/>
              <p:nvPr/>
            </p:nvSpPr>
            <p:spPr>
              <a:xfrm>
                <a:off x="5661103" y="3111434"/>
                <a:ext cx="13268" cy="53438"/>
              </a:xfrm>
              <a:custGeom>
                <a:avLst/>
                <a:gdLst/>
                <a:ahLst/>
                <a:cxnLst/>
                <a:rect l="l" t="t" r="r" b="b"/>
                <a:pathLst>
                  <a:path w="109" h="439" extrusionOk="0">
                    <a:moveTo>
                      <a:pt x="1" y="1"/>
                    </a:moveTo>
                    <a:lnTo>
                      <a:pt x="1" y="439"/>
                    </a:lnTo>
                    <a:lnTo>
                      <a:pt x="109" y="439"/>
                    </a:lnTo>
                    <a:lnTo>
                      <a:pt x="109"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5" name="Google Shape;2855;p39"/>
              <p:cNvSpPr/>
              <p:nvPr/>
            </p:nvSpPr>
            <p:spPr>
              <a:xfrm>
                <a:off x="5661103" y="3217702"/>
                <a:ext cx="13268" cy="55021"/>
              </a:xfrm>
              <a:custGeom>
                <a:avLst/>
                <a:gdLst/>
                <a:ahLst/>
                <a:cxnLst/>
                <a:rect l="l" t="t" r="r" b="b"/>
                <a:pathLst>
                  <a:path w="109" h="452" extrusionOk="0">
                    <a:moveTo>
                      <a:pt x="1" y="1"/>
                    </a:moveTo>
                    <a:lnTo>
                      <a:pt x="1" y="452"/>
                    </a:lnTo>
                    <a:lnTo>
                      <a:pt x="109" y="452"/>
                    </a:lnTo>
                    <a:lnTo>
                      <a:pt x="109"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6" name="Google Shape;2856;p39"/>
              <p:cNvSpPr/>
              <p:nvPr/>
            </p:nvSpPr>
            <p:spPr>
              <a:xfrm>
                <a:off x="5661103" y="3325552"/>
                <a:ext cx="13268" cy="53073"/>
              </a:xfrm>
              <a:custGeom>
                <a:avLst/>
                <a:gdLst/>
                <a:ahLst/>
                <a:cxnLst/>
                <a:rect l="l" t="t" r="r" b="b"/>
                <a:pathLst>
                  <a:path w="109" h="436" extrusionOk="0">
                    <a:moveTo>
                      <a:pt x="1" y="0"/>
                    </a:moveTo>
                    <a:lnTo>
                      <a:pt x="1" y="435"/>
                    </a:lnTo>
                    <a:lnTo>
                      <a:pt x="109" y="435"/>
                    </a:lnTo>
                    <a:lnTo>
                      <a:pt x="109"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7" name="Google Shape;2857;p39"/>
              <p:cNvSpPr/>
              <p:nvPr/>
            </p:nvSpPr>
            <p:spPr>
              <a:xfrm>
                <a:off x="5661103" y="3539182"/>
                <a:ext cx="13268" cy="56603"/>
              </a:xfrm>
              <a:custGeom>
                <a:avLst/>
                <a:gdLst/>
                <a:ahLst/>
                <a:cxnLst/>
                <a:rect l="l" t="t" r="r" b="b"/>
                <a:pathLst>
                  <a:path w="109" h="465" extrusionOk="0">
                    <a:moveTo>
                      <a:pt x="1" y="1"/>
                    </a:moveTo>
                    <a:lnTo>
                      <a:pt x="1" y="30"/>
                    </a:lnTo>
                    <a:lnTo>
                      <a:pt x="1" y="439"/>
                    </a:lnTo>
                    <a:lnTo>
                      <a:pt x="1" y="465"/>
                    </a:lnTo>
                    <a:lnTo>
                      <a:pt x="109" y="465"/>
                    </a:lnTo>
                    <a:lnTo>
                      <a:pt x="109" y="439"/>
                    </a:lnTo>
                    <a:lnTo>
                      <a:pt x="109" y="30"/>
                    </a:lnTo>
                    <a:lnTo>
                      <a:pt x="109"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8" name="Google Shape;2858;p39"/>
              <p:cNvSpPr/>
              <p:nvPr/>
            </p:nvSpPr>
            <p:spPr>
              <a:xfrm>
                <a:off x="5661103" y="3431819"/>
                <a:ext cx="13268" cy="54534"/>
              </a:xfrm>
              <a:custGeom>
                <a:avLst/>
                <a:gdLst/>
                <a:ahLst/>
                <a:cxnLst/>
                <a:rect l="l" t="t" r="r" b="b"/>
                <a:pathLst>
                  <a:path w="109" h="448" extrusionOk="0">
                    <a:moveTo>
                      <a:pt x="1" y="0"/>
                    </a:moveTo>
                    <a:lnTo>
                      <a:pt x="1" y="448"/>
                    </a:lnTo>
                    <a:lnTo>
                      <a:pt x="109" y="448"/>
                    </a:lnTo>
                    <a:lnTo>
                      <a:pt x="109"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2859" name="Google Shape;2859;p39"/>
          <p:cNvGrpSpPr/>
          <p:nvPr/>
        </p:nvGrpSpPr>
        <p:grpSpPr>
          <a:xfrm>
            <a:off x="1080275" y="482975"/>
            <a:ext cx="2714372" cy="4003230"/>
            <a:chOff x="1080275" y="482975"/>
            <a:chExt cx="2714372" cy="4003230"/>
          </a:xfrm>
        </p:grpSpPr>
        <p:grpSp>
          <p:nvGrpSpPr>
            <p:cNvPr id="2860" name="Google Shape;2860;p39"/>
            <p:cNvGrpSpPr/>
            <p:nvPr/>
          </p:nvGrpSpPr>
          <p:grpSpPr>
            <a:xfrm rot="-754058">
              <a:off x="1692569" y="1032547"/>
              <a:ext cx="1764045" cy="3301286"/>
              <a:chOff x="5120779" y="818439"/>
              <a:chExt cx="1836564" cy="3437000"/>
            </a:xfrm>
          </p:grpSpPr>
          <p:sp>
            <p:nvSpPr>
              <p:cNvPr id="2861" name="Google Shape;2861;p39"/>
              <p:cNvSpPr/>
              <p:nvPr/>
            </p:nvSpPr>
            <p:spPr>
              <a:xfrm>
                <a:off x="5120779" y="818439"/>
                <a:ext cx="1836564" cy="3437000"/>
              </a:xfrm>
              <a:custGeom>
                <a:avLst/>
                <a:gdLst/>
                <a:ahLst/>
                <a:cxnLst/>
                <a:rect l="l" t="t" r="r" b="b"/>
                <a:pathLst>
                  <a:path w="37357" h="69911" extrusionOk="0">
                    <a:moveTo>
                      <a:pt x="3283" y="0"/>
                    </a:moveTo>
                    <a:cubicBezTo>
                      <a:pt x="1520" y="0"/>
                      <a:pt x="1" y="1520"/>
                      <a:pt x="1" y="3435"/>
                    </a:cubicBezTo>
                    <a:lnTo>
                      <a:pt x="1" y="66627"/>
                    </a:lnTo>
                    <a:cubicBezTo>
                      <a:pt x="1" y="68390"/>
                      <a:pt x="1520" y="69910"/>
                      <a:pt x="3283" y="69910"/>
                    </a:cubicBezTo>
                    <a:lnTo>
                      <a:pt x="34074" y="69910"/>
                    </a:lnTo>
                    <a:cubicBezTo>
                      <a:pt x="35837" y="69910"/>
                      <a:pt x="37357" y="68390"/>
                      <a:pt x="37357" y="66627"/>
                    </a:cubicBezTo>
                    <a:lnTo>
                      <a:pt x="37357" y="3435"/>
                    </a:lnTo>
                    <a:cubicBezTo>
                      <a:pt x="37357" y="1520"/>
                      <a:pt x="35837" y="0"/>
                      <a:pt x="3407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62" name="Google Shape;2862;p39"/>
              <p:cNvSpPr/>
              <p:nvPr/>
            </p:nvSpPr>
            <p:spPr>
              <a:xfrm>
                <a:off x="5819675" y="947325"/>
                <a:ext cx="438600" cy="72300"/>
              </a:xfrm>
              <a:prstGeom prst="roundRect">
                <a:avLst>
                  <a:gd name="adj" fmla="val 16667"/>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63" name="Google Shape;2863;p39"/>
              <p:cNvSpPr/>
              <p:nvPr/>
            </p:nvSpPr>
            <p:spPr>
              <a:xfrm>
                <a:off x="5878717" y="3947980"/>
                <a:ext cx="320700" cy="193800"/>
              </a:xfrm>
              <a:prstGeom prst="roundRect">
                <a:avLst>
                  <a:gd name="adj" fmla="val 16667"/>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864" name="Google Shape;2864;p39"/>
            <p:cNvSpPr/>
            <p:nvPr/>
          </p:nvSpPr>
          <p:spPr>
            <a:xfrm>
              <a:off x="1080275" y="482975"/>
              <a:ext cx="1559700" cy="397200"/>
            </a:xfrm>
            <a:prstGeom prst="wedgeRectCallout">
              <a:avLst>
                <a:gd name="adj1" fmla="val -11597"/>
                <a:gd name="adj2" fmla="val 110983"/>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600" b="1">
                  <a:solidFill>
                    <a:schemeClr val="accent5"/>
                  </a:solidFill>
                  <a:latin typeface="Poppins"/>
                  <a:ea typeface="Poppins"/>
                  <a:cs typeface="Poppins"/>
                  <a:sym typeface="Poppins"/>
                </a:rPr>
                <a:t>ACCIDENT!</a:t>
              </a:r>
              <a:endParaRPr sz="1600" b="1">
                <a:solidFill>
                  <a:schemeClr val="accent5"/>
                </a:solidFill>
                <a:latin typeface="Poppins"/>
                <a:ea typeface="Poppins"/>
                <a:cs typeface="Poppins"/>
                <a:sym typeface="Poppins"/>
              </a:endParaRPr>
            </a:p>
          </p:txBody>
        </p:sp>
      </p:grpSp>
      <p:pic>
        <p:nvPicPr>
          <p:cNvPr id="2865" name="Google Shape;2865;p39"/>
          <p:cNvPicPr preferRelativeResize="0">
            <a:picLocks noGrp="1"/>
          </p:cNvPicPr>
          <p:nvPr>
            <p:ph type="pic" idx="3"/>
          </p:nvPr>
        </p:nvPicPr>
        <p:blipFill rotWithShape="1">
          <a:blip r:embed="rId3">
            <a:alphaModFix/>
          </a:blip>
          <a:srcRect t="-30" b="30"/>
          <a:stretch/>
        </p:blipFill>
        <p:spPr>
          <a:xfrm rot="-754210">
            <a:off x="1800180" y="1317963"/>
            <a:ext cx="1532149" cy="2655476"/>
          </a:xfrm>
          <a:prstGeom prst="rect">
            <a:avLst/>
          </a:prstGeom>
        </p:spPr>
      </p:pic>
      <p:pic>
        <p:nvPicPr>
          <p:cNvPr id="2866" name="Google Shape;2866;p39"/>
          <p:cNvPicPr preferRelativeResize="0"/>
          <p:nvPr/>
        </p:nvPicPr>
        <p:blipFill>
          <a:blip r:embed="rId4">
            <a:alphaModFix/>
          </a:blip>
          <a:stretch>
            <a:fillRect/>
          </a:stretch>
        </p:blipFill>
        <p:spPr>
          <a:xfrm>
            <a:off x="5444400" y="828188"/>
            <a:ext cx="1915700" cy="1781599"/>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870"/>
        <p:cNvGrpSpPr/>
        <p:nvPr/>
      </p:nvGrpSpPr>
      <p:grpSpPr>
        <a:xfrm>
          <a:off x="0" y="0"/>
          <a:ext cx="0" cy="0"/>
          <a:chOff x="0" y="0"/>
          <a:chExt cx="0" cy="0"/>
        </a:xfrm>
      </p:grpSpPr>
      <p:pic>
        <p:nvPicPr>
          <p:cNvPr id="2871" name="Google Shape;2871;p40"/>
          <p:cNvPicPr preferRelativeResize="0"/>
          <p:nvPr/>
        </p:nvPicPr>
        <p:blipFill>
          <a:blip r:embed="rId3">
            <a:alphaModFix/>
          </a:blip>
          <a:stretch>
            <a:fillRect/>
          </a:stretch>
        </p:blipFill>
        <p:spPr>
          <a:xfrm>
            <a:off x="152400" y="562650"/>
            <a:ext cx="8839204" cy="4018212"/>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875"/>
        <p:cNvGrpSpPr/>
        <p:nvPr/>
      </p:nvGrpSpPr>
      <p:grpSpPr>
        <a:xfrm>
          <a:off x="0" y="0"/>
          <a:ext cx="0" cy="0"/>
          <a:chOff x="0" y="0"/>
          <a:chExt cx="0" cy="0"/>
        </a:xfrm>
      </p:grpSpPr>
      <p:pic>
        <p:nvPicPr>
          <p:cNvPr id="2876" name="Google Shape;2876;p41"/>
          <p:cNvPicPr preferRelativeResize="0"/>
          <p:nvPr/>
        </p:nvPicPr>
        <p:blipFill>
          <a:blip r:embed="rId3">
            <a:alphaModFix/>
          </a:blip>
          <a:stretch>
            <a:fillRect/>
          </a:stretch>
        </p:blipFill>
        <p:spPr>
          <a:xfrm>
            <a:off x="3469300" y="914225"/>
            <a:ext cx="5154376" cy="3858350"/>
          </a:xfrm>
          <a:prstGeom prst="rect">
            <a:avLst/>
          </a:prstGeom>
          <a:noFill/>
          <a:ln>
            <a:noFill/>
          </a:ln>
        </p:spPr>
      </p:pic>
      <p:sp>
        <p:nvSpPr>
          <p:cNvPr id="2877" name="Google Shape;2877;p41"/>
          <p:cNvSpPr txBox="1"/>
          <p:nvPr/>
        </p:nvSpPr>
        <p:spPr>
          <a:xfrm>
            <a:off x="1716300" y="239150"/>
            <a:ext cx="5711400" cy="4926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2000" b="1">
                <a:solidFill>
                  <a:schemeClr val="dk1"/>
                </a:solidFill>
                <a:latin typeface="微軟正黑體" panose="020B0604030504040204" pitchFamily="34" charset="-120"/>
                <a:ea typeface="微軟正黑體" panose="020B0604030504040204" pitchFamily="34" charset="-120"/>
                <a:cs typeface="DM Sans"/>
                <a:sym typeface="DM Sans"/>
              </a:rPr>
              <a:t>Excel儀表板</a:t>
            </a:r>
            <a:endParaRPr sz="2000" b="1">
              <a:solidFill>
                <a:schemeClr val="dk1"/>
              </a:solidFill>
              <a:latin typeface="微軟正黑體" panose="020B0604030504040204" pitchFamily="34" charset="-120"/>
              <a:ea typeface="微軟正黑體" panose="020B0604030504040204" pitchFamily="34" charset="-120"/>
              <a:cs typeface="DM Sans"/>
              <a:sym typeface="DM Sans"/>
            </a:endParaRPr>
          </a:p>
        </p:txBody>
      </p:sp>
      <p:sp>
        <p:nvSpPr>
          <p:cNvPr id="2878" name="Google Shape;2878;p41"/>
          <p:cNvSpPr txBox="1">
            <a:spLocks noGrp="1"/>
          </p:cNvSpPr>
          <p:nvPr>
            <p:ph type="subTitle" idx="4294967295"/>
          </p:nvPr>
        </p:nvSpPr>
        <p:spPr>
          <a:xfrm>
            <a:off x="593550" y="1590748"/>
            <a:ext cx="2708700" cy="19620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700">
                <a:latin typeface="微軟正黑體" panose="020B0604030504040204" pitchFamily="34" charset="-120"/>
                <a:ea typeface="微軟正黑體" panose="020B0604030504040204" pitchFamily="34" charset="-120"/>
              </a:rPr>
              <a:t>在儀表板中可以通過左上角的交叉分析篩選器，選取各個月份的交通事故數量或者是當事者穿著的安全裝備，了解男女致死的比率、車禍次數、或者是各車種的車禍事故數。</a:t>
            </a:r>
            <a:endParaRPr sz="1700">
              <a:latin typeface="微軟正黑體" panose="020B0604030504040204" pitchFamily="34" charset="-120"/>
              <a:ea typeface="微軟正黑體" panose="020B0604030504040204" pitchFamily="34" charset="-120"/>
            </a:endParaRPr>
          </a:p>
          <a:p>
            <a:pPr marL="0" lvl="0" indent="0" algn="l" rtl="0">
              <a:spcBef>
                <a:spcPts val="1600"/>
              </a:spcBef>
              <a:spcAft>
                <a:spcPts val="0"/>
              </a:spcAft>
              <a:buNone/>
            </a:pPr>
            <a:endParaRPr sz="1700">
              <a:latin typeface="微軟正黑體" panose="020B0604030504040204" pitchFamily="34" charset="-120"/>
              <a:ea typeface="微軟正黑體" panose="020B0604030504040204" pitchFamily="34" charset="-120"/>
            </a:endParaRPr>
          </a:p>
          <a:p>
            <a:pPr marL="0" lvl="0" indent="0" algn="l" rtl="0">
              <a:spcBef>
                <a:spcPts val="1600"/>
              </a:spcBef>
              <a:spcAft>
                <a:spcPts val="0"/>
              </a:spcAft>
              <a:buNone/>
            </a:pPr>
            <a:endParaRPr sz="1700">
              <a:latin typeface="微軟正黑體" panose="020B0604030504040204" pitchFamily="34" charset="-120"/>
              <a:ea typeface="微軟正黑體" panose="020B0604030504040204" pitchFamily="34" charset="-120"/>
            </a:endParaRPr>
          </a:p>
          <a:p>
            <a:pPr marL="0" lvl="0" indent="0" algn="l" rtl="0">
              <a:spcBef>
                <a:spcPts val="1600"/>
              </a:spcBef>
              <a:spcAft>
                <a:spcPts val="0"/>
              </a:spcAft>
              <a:buNone/>
            </a:pPr>
            <a:endParaRPr sz="1700">
              <a:latin typeface="微軟正黑體" panose="020B0604030504040204" pitchFamily="34" charset="-120"/>
              <a:ea typeface="微軟正黑體" panose="020B0604030504040204" pitchFamily="34" charset="-120"/>
            </a:endParaRPr>
          </a:p>
          <a:p>
            <a:pPr marL="0" lvl="0" indent="0" algn="l" rtl="0">
              <a:spcBef>
                <a:spcPts val="1600"/>
              </a:spcBef>
              <a:spcAft>
                <a:spcPts val="0"/>
              </a:spcAft>
              <a:buNone/>
            </a:pPr>
            <a:endParaRPr sz="1700">
              <a:latin typeface="微軟正黑體" panose="020B0604030504040204" pitchFamily="34" charset="-120"/>
              <a:ea typeface="微軟正黑體" panose="020B0604030504040204" pitchFamily="34" charset="-120"/>
            </a:endParaRPr>
          </a:p>
          <a:p>
            <a:pPr marL="0" lvl="0" indent="0" algn="l" rtl="0">
              <a:spcBef>
                <a:spcPts val="1600"/>
              </a:spcBef>
              <a:spcAft>
                <a:spcPts val="1600"/>
              </a:spcAft>
              <a:buNone/>
            </a:pPr>
            <a:endParaRPr sz="1700">
              <a:latin typeface="微軟正黑體" panose="020B0604030504040204" pitchFamily="34" charset="-120"/>
              <a:ea typeface="微軟正黑體" panose="020B0604030504040204" pitchFamily="34" charset="-120"/>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882"/>
        <p:cNvGrpSpPr/>
        <p:nvPr/>
      </p:nvGrpSpPr>
      <p:grpSpPr>
        <a:xfrm>
          <a:off x="0" y="0"/>
          <a:ext cx="0" cy="0"/>
          <a:chOff x="0" y="0"/>
          <a:chExt cx="0" cy="0"/>
        </a:xfrm>
      </p:grpSpPr>
      <p:pic>
        <p:nvPicPr>
          <p:cNvPr id="2883" name="Google Shape;2883;p42"/>
          <p:cNvPicPr preferRelativeResize="0"/>
          <p:nvPr/>
        </p:nvPicPr>
        <p:blipFill rotWithShape="1">
          <a:blip r:embed="rId3">
            <a:alphaModFix/>
          </a:blip>
          <a:srcRect l="858" r="72231" b="20248"/>
          <a:stretch/>
        </p:blipFill>
        <p:spPr>
          <a:xfrm>
            <a:off x="4357087" y="1478875"/>
            <a:ext cx="2009949" cy="2516750"/>
          </a:xfrm>
          <a:prstGeom prst="rect">
            <a:avLst/>
          </a:prstGeom>
          <a:noFill/>
          <a:ln>
            <a:noFill/>
          </a:ln>
        </p:spPr>
      </p:pic>
      <p:pic>
        <p:nvPicPr>
          <p:cNvPr id="2884" name="Google Shape;2884;p42"/>
          <p:cNvPicPr preferRelativeResize="0"/>
          <p:nvPr/>
        </p:nvPicPr>
        <p:blipFill rotWithShape="1">
          <a:blip r:embed="rId4">
            <a:alphaModFix/>
          </a:blip>
          <a:srcRect l="6119" t="1911" r="2002" b="2986"/>
          <a:stretch/>
        </p:blipFill>
        <p:spPr>
          <a:xfrm>
            <a:off x="6609213" y="1476337"/>
            <a:ext cx="2009950" cy="2521819"/>
          </a:xfrm>
          <a:prstGeom prst="rect">
            <a:avLst/>
          </a:prstGeom>
          <a:noFill/>
          <a:ln>
            <a:noFill/>
          </a:ln>
        </p:spPr>
      </p:pic>
      <p:sp>
        <p:nvSpPr>
          <p:cNvPr id="2885" name="Google Shape;2885;p42"/>
          <p:cNvSpPr txBox="1"/>
          <p:nvPr/>
        </p:nvSpPr>
        <p:spPr>
          <a:xfrm>
            <a:off x="1716300" y="472696"/>
            <a:ext cx="5711400" cy="8004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2000" b="1">
                <a:solidFill>
                  <a:schemeClr val="dk1"/>
                </a:solidFill>
                <a:latin typeface="微軟正黑體" panose="020B0604030504040204" pitchFamily="34" charset="-120"/>
                <a:ea typeface="微軟正黑體" panose="020B0604030504040204" pitchFamily="34" charset="-120"/>
                <a:cs typeface="DM Sans"/>
                <a:sym typeface="DM Sans"/>
              </a:rPr>
              <a:t>安全帽類型與車禍致死率的分析</a:t>
            </a:r>
            <a:endParaRPr sz="2000" b="1">
              <a:solidFill>
                <a:schemeClr val="dk1"/>
              </a:solidFill>
              <a:latin typeface="微軟正黑體" panose="020B0604030504040204" pitchFamily="34" charset="-120"/>
              <a:ea typeface="微軟正黑體" panose="020B0604030504040204" pitchFamily="34" charset="-120"/>
              <a:cs typeface="DM Sans"/>
              <a:sym typeface="DM Sans"/>
            </a:endParaRPr>
          </a:p>
          <a:p>
            <a:pPr marL="0" lvl="0" indent="0" algn="ctr" rtl="0">
              <a:spcBef>
                <a:spcPts val="0"/>
              </a:spcBef>
              <a:spcAft>
                <a:spcPts val="0"/>
              </a:spcAft>
              <a:buNone/>
            </a:pPr>
            <a:endParaRPr sz="2000" b="1">
              <a:solidFill>
                <a:schemeClr val="dk1"/>
              </a:solidFill>
              <a:latin typeface="微軟正黑體" panose="020B0604030504040204" pitchFamily="34" charset="-120"/>
              <a:ea typeface="微軟正黑體" panose="020B0604030504040204" pitchFamily="34" charset="-120"/>
              <a:cs typeface="DM Sans"/>
              <a:sym typeface="DM Sans"/>
            </a:endParaRPr>
          </a:p>
        </p:txBody>
      </p:sp>
      <p:sp>
        <p:nvSpPr>
          <p:cNvPr id="2886" name="Google Shape;2886;p42"/>
          <p:cNvSpPr txBox="1">
            <a:spLocks noGrp="1"/>
          </p:cNvSpPr>
          <p:nvPr>
            <p:ph type="subTitle" idx="4294967295"/>
          </p:nvPr>
        </p:nvSpPr>
        <p:spPr>
          <a:xfrm>
            <a:off x="1154925" y="1756260"/>
            <a:ext cx="2708700" cy="19620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700">
                <a:latin typeface="微軟正黑體" panose="020B0604030504040204" pitchFamily="34" charset="-120"/>
                <a:ea typeface="微軟正黑體" panose="020B0604030504040204" pitchFamily="34" charset="-120"/>
              </a:rPr>
              <a:t>在右邊兩張圖，我們發現在出車禍時，戴半罩式安全帽的車禍致死率較帶非半罩式安全帽高，所以戴半罩式以上的安全帽的安全率較佳，能夠有效降低車禍致死率。</a:t>
            </a:r>
            <a:endParaRPr sz="1700">
              <a:latin typeface="微軟正黑體" panose="020B0604030504040204" pitchFamily="34" charset="-120"/>
              <a:ea typeface="微軟正黑體" panose="020B0604030504040204" pitchFamily="34" charset="-120"/>
            </a:endParaRPr>
          </a:p>
          <a:p>
            <a:pPr marL="0" lvl="0" indent="0" algn="l" rtl="0">
              <a:spcBef>
                <a:spcPts val="1600"/>
              </a:spcBef>
              <a:spcAft>
                <a:spcPts val="0"/>
              </a:spcAft>
              <a:buNone/>
            </a:pPr>
            <a:endParaRPr sz="1700">
              <a:latin typeface="微軟正黑體" panose="020B0604030504040204" pitchFamily="34" charset="-120"/>
              <a:ea typeface="微軟正黑體" panose="020B0604030504040204" pitchFamily="34" charset="-120"/>
            </a:endParaRPr>
          </a:p>
          <a:p>
            <a:pPr marL="0" lvl="0" indent="0" algn="l" rtl="0">
              <a:spcBef>
                <a:spcPts val="1600"/>
              </a:spcBef>
              <a:spcAft>
                <a:spcPts val="0"/>
              </a:spcAft>
              <a:buNone/>
            </a:pPr>
            <a:endParaRPr sz="1700">
              <a:latin typeface="微軟正黑體" panose="020B0604030504040204" pitchFamily="34" charset="-120"/>
              <a:ea typeface="微軟正黑體" panose="020B0604030504040204" pitchFamily="34" charset="-120"/>
            </a:endParaRPr>
          </a:p>
          <a:p>
            <a:pPr marL="0" lvl="0" indent="0" algn="l" rtl="0">
              <a:spcBef>
                <a:spcPts val="1600"/>
              </a:spcBef>
              <a:spcAft>
                <a:spcPts val="0"/>
              </a:spcAft>
              <a:buNone/>
            </a:pPr>
            <a:endParaRPr sz="1700">
              <a:latin typeface="微軟正黑體" panose="020B0604030504040204" pitchFamily="34" charset="-120"/>
              <a:ea typeface="微軟正黑體" panose="020B0604030504040204" pitchFamily="34" charset="-120"/>
            </a:endParaRPr>
          </a:p>
          <a:p>
            <a:pPr marL="0" lvl="0" indent="0" algn="l" rtl="0">
              <a:spcBef>
                <a:spcPts val="1600"/>
              </a:spcBef>
              <a:spcAft>
                <a:spcPts val="0"/>
              </a:spcAft>
              <a:buNone/>
            </a:pPr>
            <a:endParaRPr sz="1700">
              <a:latin typeface="微軟正黑體" panose="020B0604030504040204" pitchFamily="34" charset="-120"/>
              <a:ea typeface="微軟正黑體" panose="020B0604030504040204" pitchFamily="34" charset="-120"/>
            </a:endParaRPr>
          </a:p>
          <a:p>
            <a:pPr marL="0" lvl="0" indent="0" algn="l" rtl="0">
              <a:spcBef>
                <a:spcPts val="1600"/>
              </a:spcBef>
              <a:spcAft>
                <a:spcPts val="1600"/>
              </a:spcAft>
              <a:buNone/>
            </a:pPr>
            <a:endParaRPr sz="1700">
              <a:latin typeface="微軟正黑體" panose="020B0604030504040204" pitchFamily="34" charset="-120"/>
              <a:ea typeface="微軟正黑體" panose="020B0604030504040204" pitchFamily="34" charset="-120"/>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890"/>
        <p:cNvGrpSpPr/>
        <p:nvPr/>
      </p:nvGrpSpPr>
      <p:grpSpPr>
        <a:xfrm>
          <a:off x="0" y="0"/>
          <a:ext cx="0" cy="0"/>
          <a:chOff x="0" y="0"/>
          <a:chExt cx="0" cy="0"/>
        </a:xfrm>
      </p:grpSpPr>
      <p:pic>
        <p:nvPicPr>
          <p:cNvPr id="2891" name="Google Shape;2891;p43"/>
          <p:cNvPicPr preferRelativeResize="0"/>
          <p:nvPr/>
        </p:nvPicPr>
        <p:blipFill>
          <a:blip r:embed="rId3">
            <a:alphaModFix/>
          </a:blip>
          <a:stretch>
            <a:fillRect/>
          </a:stretch>
        </p:blipFill>
        <p:spPr>
          <a:xfrm>
            <a:off x="3570375" y="1173063"/>
            <a:ext cx="5146000" cy="2797375"/>
          </a:xfrm>
          <a:prstGeom prst="rect">
            <a:avLst/>
          </a:prstGeom>
          <a:noFill/>
          <a:ln>
            <a:noFill/>
          </a:ln>
        </p:spPr>
      </p:pic>
      <p:sp>
        <p:nvSpPr>
          <p:cNvPr id="2892" name="Google Shape;2892;p43"/>
          <p:cNvSpPr txBox="1"/>
          <p:nvPr/>
        </p:nvSpPr>
        <p:spPr>
          <a:xfrm>
            <a:off x="1716300" y="216475"/>
            <a:ext cx="5711400" cy="4926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2000" b="1">
                <a:solidFill>
                  <a:schemeClr val="dk1"/>
                </a:solidFill>
                <a:latin typeface="微軟正黑體" panose="020B0604030504040204" pitchFamily="34" charset="-120"/>
                <a:ea typeface="微軟正黑體" panose="020B0604030504040204" pitchFamily="34" charset="-120"/>
                <a:cs typeface="DM Sans"/>
                <a:sym typeface="DM Sans"/>
              </a:rPr>
              <a:t>112年機車事故數量分析</a:t>
            </a:r>
            <a:endParaRPr sz="2000" b="1">
              <a:solidFill>
                <a:schemeClr val="dk1"/>
              </a:solidFill>
              <a:latin typeface="微軟正黑體" panose="020B0604030504040204" pitchFamily="34" charset="-120"/>
              <a:ea typeface="微軟正黑體" panose="020B0604030504040204" pitchFamily="34" charset="-120"/>
              <a:cs typeface="DM Sans"/>
              <a:sym typeface="DM Sans"/>
            </a:endParaRPr>
          </a:p>
        </p:txBody>
      </p:sp>
      <p:sp>
        <p:nvSpPr>
          <p:cNvPr id="2893" name="Google Shape;2893;p43"/>
          <p:cNvSpPr txBox="1">
            <a:spLocks noGrp="1"/>
          </p:cNvSpPr>
          <p:nvPr>
            <p:ph type="subTitle" idx="4294967295"/>
          </p:nvPr>
        </p:nvSpPr>
        <p:spPr>
          <a:xfrm>
            <a:off x="604975" y="1738962"/>
            <a:ext cx="2708700" cy="1665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700" dirty="0">
                <a:latin typeface="微軟正黑體" panose="020B0604030504040204" pitchFamily="34" charset="-120"/>
                <a:ea typeface="微軟正黑體" panose="020B0604030504040204" pitchFamily="34" charset="-120"/>
              </a:rPr>
              <a:t>根據右圖，在所有機車的交通事故中，普通重型機車的事故數是最多的，我們推斷應該是騎乘普通重型機車人數最多，所以交通事故件數也最多件。</a:t>
            </a:r>
            <a:endParaRPr sz="1700" dirty="0">
              <a:latin typeface="微軟正黑體" panose="020B0604030504040204" pitchFamily="34" charset="-120"/>
              <a:ea typeface="微軟正黑體" panose="020B0604030504040204" pitchFamily="34" charset="-120"/>
            </a:endParaRPr>
          </a:p>
          <a:p>
            <a:pPr marL="0" lvl="0" indent="0" algn="l" rtl="0">
              <a:spcBef>
                <a:spcPts val="1600"/>
              </a:spcBef>
              <a:spcAft>
                <a:spcPts val="0"/>
              </a:spcAft>
              <a:buNone/>
            </a:pPr>
            <a:endParaRPr sz="1700" dirty="0">
              <a:latin typeface="微軟正黑體" panose="020B0604030504040204" pitchFamily="34" charset="-120"/>
              <a:ea typeface="微軟正黑體" panose="020B0604030504040204" pitchFamily="34" charset="-120"/>
            </a:endParaRPr>
          </a:p>
          <a:p>
            <a:pPr marL="0" lvl="0" indent="0" algn="l" rtl="0">
              <a:spcBef>
                <a:spcPts val="1600"/>
              </a:spcBef>
              <a:spcAft>
                <a:spcPts val="0"/>
              </a:spcAft>
              <a:buNone/>
            </a:pPr>
            <a:endParaRPr sz="1700" dirty="0">
              <a:latin typeface="微軟正黑體" panose="020B0604030504040204" pitchFamily="34" charset="-120"/>
              <a:ea typeface="微軟正黑體" panose="020B0604030504040204" pitchFamily="34" charset="-120"/>
            </a:endParaRPr>
          </a:p>
          <a:p>
            <a:pPr marL="0" lvl="0" indent="0" algn="l" rtl="0">
              <a:spcBef>
                <a:spcPts val="1600"/>
              </a:spcBef>
              <a:spcAft>
                <a:spcPts val="0"/>
              </a:spcAft>
              <a:buNone/>
            </a:pPr>
            <a:endParaRPr sz="1700" dirty="0">
              <a:latin typeface="微軟正黑體" panose="020B0604030504040204" pitchFamily="34" charset="-120"/>
              <a:ea typeface="微軟正黑體" panose="020B0604030504040204" pitchFamily="34" charset="-120"/>
            </a:endParaRPr>
          </a:p>
          <a:p>
            <a:pPr marL="0" lvl="0" indent="0" algn="l" rtl="0">
              <a:spcBef>
                <a:spcPts val="1600"/>
              </a:spcBef>
              <a:spcAft>
                <a:spcPts val="0"/>
              </a:spcAft>
              <a:buNone/>
            </a:pPr>
            <a:endParaRPr sz="1700" dirty="0">
              <a:latin typeface="微軟正黑體" panose="020B0604030504040204" pitchFamily="34" charset="-120"/>
              <a:ea typeface="微軟正黑體" panose="020B0604030504040204" pitchFamily="34" charset="-120"/>
            </a:endParaRPr>
          </a:p>
          <a:p>
            <a:pPr marL="0" lvl="0" indent="0" algn="l" rtl="0">
              <a:spcBef>
                <a:spcPts val="1600"/>
              </a:spcBef>
              <a:spcAft>
                <a:spcPts val="1600"/>
              </a:spcAft>
              <a:buNone/>
            </a:pPr>
            <a:endParaRPr sz="1700" dirty="0">
              <a:latin typeface="微軟正黑體" panose="020B0604030504040204" pitchFamily="34" charset="-120"/>
              <a:ea typeface="微軟正黑體" panose="020B0604030504040204" pitchFamily="34" charset="-120"/>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897"/>
        <p:cNvGrpSpPr/>
        <p:nvPr/>
      </p:nvGrpSpPr>
      <p:grpSpPr>
        <a:xfrm>
          <a:off x="0" y="0"/>
          <a:ext cx="0" cy="0"/>
          <a:chOff x="0" y="0"/>
          <a:chExt cx="0" cy="0"/>
        </a:xfrm>
      </p:grpSpPr>
      <p:pic>
        <p:nvPicPr>
          <p:cNvPr id="2898" name="Google Shape;2898;p44"/>
          <p:cNvPicPr preferRelativeResize="0"/>
          <p:nvPr/>
        </p:nvPicPr>
        <p:blipFill>
          <a:blip r:embed="rId3">
            <a:alphaModFix/>
          </a:blip>
          <a:stretch>
            <a:fillRect/>
          </a:stretch>
        </p:blipFill>
        <p:spPr>
          <a:xfrm>
            <a:off x="3915950" y="1100138"/>
            <a:ext cx="4505325" cy="2943225"/>
          </a:xfrm>
          <a:prstGeom prst="rect">
            <a:avLst/>
          </a:prstGeom>
          <a:noFill/>
          <a:ln>
            <a:noFill/>
          </a:ln>
        </p:spPr>
      </p:pic>
      <p:sp>
        <p:nvSpPr>
          <p:cNvPr id="2899" name="Google Shape;2899;p44"/>
          <p:cNvSpPr txBox="1"/>
          <p:nvPr/>
        </p:nvSpPr>
        <p:spPr>
          <a:xfrm>
            <a:off x="1716300" y="216475"/>
            <a:ext cx="5711400" cy="8004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2000" b="1">
                <a:solidFill>
                  <a:schemeClr val="dk1"/>
                </a:solidFill>
                <a:latin typeface="微軟正黑體" panose="020B0604030504040204" pitchFamily="34" charset="-120"/>
                <a:ea typeface="微軟正黑體" panose="020B0604030504040204" pitchFamily="34" charset="-120"/>
                <a:cs typeface="DM Sans"/>
                <a:sym typeface="DM Sans"/>
              </a:rPr>
              <a:t>112年機車事故數</a:t>
            </a:r>
            <a:endParaRPr sz="2000" b="1">
              <a:solidFill>
                <a:schemeClr val="dk1"/>
              </a:solidFill>
              <a:latin typeface="微軟正黑體" panose="020B0604030504040204" pitchFamily="34" charset="-120"/>
              <a:ea typeface="微軟正黑體" panose="020B0604030504040204" pitchFamily="34" charset="-120"/>
              <a:cs typeface="DM Sans"/>
              <a:sym typeface="DM Sans"/>
            </a:endParaRPr>
          </a:p>
          <a:p>
            <a:pPr marL="0" lvl="0" indent="0" algn="ctr" rtl="0">
              <a:spcBef>
                <a:spcPts val="0"/>
              </a:spcBef>
              <a:spcAft>
                <a:spcPts val="0"/>
              </a:spcAft>
              <a:buNone/>
            </a:pPr>
            <a:endParaRPr sz="2000" b="1">
              <a:solidFill>
                <a:schemeClr val="dk1"/>
              </a:solidFill>
              <a:latin typeface="微軟正黑體" panose="020B0604030504040204" pitchFamily="34" charset="-120"/>
              <a:ea typeface="微軟正黑體" panose="020B0604030504040204" pitchFamily="34" charset="-120"/>
              <a:cs typeface="DM Sans"/>
              <a:sym typeface="DM Sans"/>
            </a:endParaRPr>
          </a:p>
        </p:txBody>
      </p:sp>
      <p:sp>
        <p:nvSpPr>
          <p:cNvPr id="2900" name="Google Shape;2900;p44"/>
          <p:cNvSpPr txBox="1">
            <a:spLocks noGrp="1"/>
          </p:cNvSpPr>
          <p:nvPr>
            <p:ph type="subTitle" idx="4294967295"/>
          </p:nvPr>
        </p:nvSpPr>
        <p:spPr>
          <a:xfrm>
            <a:off x="753250" y="1232105"/>
            <a:ext cx="2708700" cy="2679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700">
                <a:latin typeface="微軟正黑體" panose="020B0604030504040204" pitchFamily="34" charset="-120"/>
                <a:ea typeface="微軟正黑體" panose="020B0604030504040204" pitchFamily="34" charset="-120"/>
              </a:rPr>
              <a:t>雖然普通重型機車的事故數市最多的。但根據右圖，在所有機車的交通事故中，致死率較高的反而是大型重機(550cc以上)，所以我們推斷因為550cc以上的大型重機較不容易操駕，所以在所以在發生事故時致死率較高。</a:t>
            </a:r>
            <a:endParaRPr sz="1700">
              <a:latin typeface="微軟正黑體" panose="020B0604030504040204" pitchFamily="34" charset="-120"/>
              <a:ea typeface="微軟正黑體" panose="020B0604030504040204" pitchFamily="34" charset="-120"/>
            </a:endParaRPr>
          </a:p>
          <a:p>
            <a:pPr marL="0" lvl="0" indent="0" algn="l" rtl="0">
              <a:spcBef>
                <a:spcPts val="1600"/>
              </a:spcBef>
              <a:spcAft>
                <a:spcPts val="0"/>
              </a:spcAft>
              <a:buNone/>
            </a:pPr>
            <a:endParaRPr sz="1700">
              <a:latin typeface="微軟正黑體" panose="020B0604030504040204" pitchFamily="34" charset="-120"/>
              <a:ea typeface="微軟正黑體" panose="020B0604030504040204" pitchFamily="34" charset="-120"/>
            </a:endParaRPr>
          </a:p>
          <a:p>
            <a:pPr marL="0" lvl="0" indent="0" algn="l" rtl="0">
              <a:spcBef>
                <a:spcPts val="1600"/>
              </a:spcBef>
              <a:spcAft>
                <a:spcPts val="0"/>
              </a:spcAft>
              <a:buNone/>
            </a:pPr>
            <a:endParaRPr sz="1700">
              <a:latin typeface="微軟正黑體" panose="020B0604030504040204" pitchFamily="34" charset="-120"/>
              <a:ea typeface="微軟正黑體" panose="020B0604030504040204" pitchFamily="34" charset="-120"/>
            </a:endParaRPr>
          </a:p>
          <a:p>
            <a:pPr marL="0" lvl="0" indent="0" algn="l" rtl="0">
              <a:spcBef>
                <a:spcPts val="1600"/>
              </a:spcBef>
              <a:spcAft>
                <a:spcPts val="0"/>
              </a:spcAft>
              <a:buNone/>
            </a:pPr>
            <a:endParaRPr sz="1700">
              <a:latin typeface="微軟正黑體" panose="020B0604030504040204" pitchFamily="34" charset="-120"/>
              <a:ea typeface="微軟正黑體" panose="020B0604030504040204" pitchFamily="34" charset="-120"/>
            </a:endParaRPr>
          </a:p>
          <a:p>
            <a:pPr marL="0" lvl="0" indent="0" algn="l" rtl="0">
              <a:spcBef>
                <a:spcPts val="1600"/>
              </a:spcBef>
              <a:spcAft>
                <a:spcPts val="0"/>
              </a:spcAft>
              <a:buNone/>
            </a:pPr>
            <a:endParaRPr sz="1700">
              <a:latin typeface="微軟正黑體" panose="020B0604030504040204" pitchFamily="34" charset="-120"/>
              <a:ea typeface="微軟正黑體" panose="020B0604030504040204" pitchFamily="34" charset="-120"/>
            </a:endParaRPr>
          </a:p>
          <a:p>
            <a:pPr marL="0" lvl="0" indent="0" algn="l" rtl="0">
              <a:spcBef>
                <a:spcPts val="1600"/>
              </a:spcBef>
              <a:spcAft>
                <a:spcPts val="1600"/>
              </a:spcAft>
              <a:buNone/>
            </a:pPr>
            <a:endParaRPr sz="1700">
              <a:latin typeface="微軟正黑體" panose="020B0604030504040204" pitchFamily="34" charset="-120"/>
              <a:ea typeface="微軟正黑體" panose="020B0604030504040204" pitchFamily="34" charset="-120"/>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904"/>
        <p:cNvGrpSpPr/>
        <p:nvPr/>
      </p:nvGrpSpPr>
      <p:grpSpPr>
        <a:xfrm>
          <a:off x="0" y="0"/>
          <a:ext cx="0" cy="0"/>
          <a:chOff x="0" y="0"/>
          <a:chExt cx="0" cy="0"/>
        </a:xfrm>
      </p:grpSpPr>
      <p:sp>
        <p:nvSpPr>
          <p:cNvPr id="2905" name="Google Shape;2905;p45"/>
          <p:cNvSpPr/>
          <p:nvPr/>
        </p:nvSpPr>
        <p:spPr>
          <a:xfrm>
            <a:off x="1497913" y="1278825"/>
            <a:ext cx="3213600" cy="3213600"/>
          </a:xfrm>
          <a:prstGeom prst="ellipse">
            <a:avLst/>
          </a:prstGeom>
          <a:solidFill>
            <a:srgbClr val="897FBB">
              <a:alpha val="291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6" name="Google Shape;2906;p45"/>
          <p:cNvSpPr txBox="1">
            <a:spLocks noGrp="1"/>
          </p:cNvSpPr>
          <p:nvPr>
            <p:ph type="title"/>
          </p:nvPr>
        </p:nvSpPr>
        <p:spPr>
          <a:xfrm>
            <a:off x="4829575" y="2677723"/>
            <a:ext cx="3450900" cy="15651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sz="3200" b="1">
                <a:latin typeface="微軟正黑體" panose="020B0604030504040204" pitchFamily="34" charset="-120"/>
                <a:ea typeface="微軟正黑體" panose="020B0604030504040204" pitchFamily="34" charset="-120"/>
              </a:rPr>
              <a:t>Power BI</a:t>
            </a:r>
            <a:endParaRPr sz="3200" b="1">
              <a:latin typeface="微軟正黑體" panose="020B0604030504040204" pitchFamily="34" charset="-120"/>
              <a:ea typeface="微軟正黑體" panose="020B0604030504040204" pitchFamily="34" charset="-120"/>
            </a:endParaRPr>
          </a:p>
          <a:p>
            <a:pPr marL="0" lvl="0" indent="0" algn="ctr" rtl="0">
              <a:spcBef>
                <a:spcPts val="0"/>
              </a:spcBef>
              <a:spcAft>
                <a:spcPts val="0"/>
              </a:spcAft>
              <a:buNone/>
            </a:pPr>
            <a:r>
              <a:rPr lang="en" sz="3200" b="1">
                <a:latin typeface="微軟正黑體" panose="020B0604030504040204" pitchFamily="34" charset="-120"/>
                <a:ea typeface="微軟正黑體" panose="020B0604030504040204" pitchFamily="34" charset="-120"/>
              </a:rPr>
              <a:t>儀表板設計分析</a:t>
            </a:r>
            <a:endParaRPr sz="3200" b="1">
              <a:latin typeface="微軟正黑體" panose="020B0604030504040204" pitchFamily="34" charset="-120"/>
              <a:ea typeface="微軟正黑體" panose="020B0604030504040204" pitchFamily="34" charset="-120"/>
            </a:endParaRPr>
          </a:p>
          <a:p>
            <a:pPr marL="0" lvl="0" indent="0" algn="ctr" rtl="0">
              <a:spcBef>
                <a:spcPts val="0"/>
              </a:spcBef>
              <a:spcAft>
                <a:spcPts val="0"/>
              </a:spcAft>
              <a:buNone/>
            </a:pPr>
            <a:r>
              <a:rPr lang="en" sz="3200" b="1">
                <a:latin typeface="微軟正黑體" panose="020B0604030504040204" pitchFamily="34" charset="-120"/>
                <a:ea typeface="微軟正黑體" panose="020B0604030504040204" pitchFamily="34" charset="-120"/>
              </a:rPr>
              <a:t>和解釋</a:t>
            </a:r>
            <a:endParaRPr sz="6800" b="1">
              <a:latin typeface="微軟正黑體" panose="020B0604030504040204" pitchFamily="34" charset="-120"/>
              <a:ea typeface="微軟正黑體" panose="020B0604030504040204" pitchFamily="34" charset="-120"/>
            </a:endParaRPr>
          </a:p>
        </p:txBody>
      </p:sp>
      <p:grpSp>
        <p:nvGrpSpPr>
          <p:cNvPr id="2907" name="Google Shape;2907;p45"/>
          <p:cNvGrpSpPr/>
          <p:nvPr/>
        </p:nvGrpSpPr>
        <p:grpSpPr>
          <a:xfrm>
            <a:off x="435284" y="2391181"/>
            <a:ext cx="2351004" cy="4425656"/>
            <a:chOff x="5492025" y="895275"/>
            <a:chExt cx="2055612" cy="3869595"/>
          </a:xfrm>
        </p:grpSpPr>
        <p:sp>
          <p:nvSpPr>
            <p:cNvPr id="2908" name="Google Shape;2908;p45"/>
            <p:cNvSpPr/>
            <p:nvPr/>
          </p:nvSpPr>
          <p:spPr>
            <a:xfrm>
              <a:off x="5492025" y="895275"/>
              <a:ext cx="2055612" cy="3869595"/>
            </a:xfrm>
            <a:custGeom>
              <a:avLst/>
              <a:gdLst/>
              <a:ahLst/>
              <a:cxnLst/>
              <a:rect l="l" t="t" r="r" b="b"/>
              <a:pathLst>
                <a:path w="16887" h="31789" extrusionOk="0">
                  <a:moveTo>
                    <a:pt x="3773" y="0"/>
                  </a:moveTo>
                  <a:cubicBezTo>
                    <a:pt x="1687" y="0"/>
                    <a:pt x="1" y="1687"/>
                    <a:pt x="1" y="3759"/>
                  </a:cubicBezTo>
                  <a:lnTo>
                    <a:pt x="1" y="15729"/>
                  </a:lnTo>
                  <a:lnTo>
                    <a:pt x="14" y="15729"/>
                  </a:lnTo>
                  <a:lnTo>
                    <a:pt x="14" y="31788"/>
                  </a:lnTo>
                  <a:lnTo>
                    <a:pt x="2874" y="31788"/>
                  </a:lnTo>
                  <a:lnTo>
                    <a:pt x="2874" y="13157"/>
                  </a:lnTo>
                  <a:lnTo>
                    <a:pt x="2861" y="13157"/>
                  </a:lnTo>
                  <a:lnTo>
                    <a:pt x="2861" y="3759"/>
                  </a:lnTo>
                  <a:cubicBezTo>
                    <a:pt x="2861" y="3269"/>
                    <a:pt x="3269" y="2860"/>
                    <a:pt x="3773" y="2860"/>
                  </a:cubicBezTo>
                  <a:cubicBezTo>
                    <a:pt x="4276" y="2860"/>
                    <a:pt x="4684" y="3269"/>
                    <a:pt x="4684" y="3759"/>
                  </a:cubicBezTo>
                  <a:lnTo>
                    <a:pt x="4671" y="12748"/>
                  </a:lnTo>
                  <a:cubicBezTo>
                    <a:pt x="4671" y="14817"/>
                    <a:pt x="6374" y="16507"/>
                    <a:pt x="8443" y="16507"/>
                  </a:cubicBezTo>
                  <a:cubicBezTo>
                    <a:pt x="10525" y="16507"/>
                    <a:pt x="12215" y="14817"/>
                    <a:pt x="12215" y="12748"/>
                  </a:cubicBezTo>
                  <a:lnTo>
                    <a:pt x="12215" y="3759"/>
                  </a:lnTo>
                  <a:cubicBezTo>
                    <a:pt x="12215" y="3269"/>
                    <a:pt x="12624" y="2860"/>
                    <a:pt x="13114" y="2860"/>
                  </a:cubicBezTo>
                  <a:cubicBezTo>
                    <a:pt x="13618" y="2860"/>
                    <a:pt x="14026" y="3269"/>
                    <a:pt x="14026" y="3759"/>
                  </a:cubicBezTo>
                  <a:lnTo>
                    <a:pt x="14026" y="13157"/>
                  </a:lnTo>
                  <a:lnTo>
                    <a:pt x="14026" y="31788"/>
                  </a:lnTo>
                  <a:lnTo>
                    <a:pt x="16886" y="31788"/>
                  </a:lnTo>
                  <a:lnTo>
                    <a:pt x="16886" y="15729"/>
                  </a:lnTo>
                  <a:lnTo>
                    <a:pt x="16886" y="3759"/>
                  </a:lnTo>
                  <a:cubicBezTo>
                    <a:pt x="16886" y="1687"/>
                    <a:pt x="15200" y="0"/>
                    <a:pt x="13114" y="0"/>
                  </a:cubicBezTo>
                  <a:cubicBezTo>
                    <a:pt x="11045" y="0"/>
                    <a:pt x="9355" y="1687"/>
                    <a:pt x="9355" y="3759"/>
                  </a:cubicBezTo>
                  <a:lnTo>
                    <a:pt x="9355" y="12748"/>
                  </a:lnTo>
                  <a:cubicBezTo>
                    <a:pt x="9355" y="13209"/>
                    <a:pt x="9002" y="13591"/>
                    <a:pt x="8564" y="13647"/>
                  </a:cubicBezTo>
                  <a:lnTo>
                    <a:pt x="8336" y="13647"/>
                  </a:lnTo>
                  <a:cubicBezTo>
                    <a:pt x="7884" y="13591"/>
                    <a:pt x="7531" y="13209"/>
                    <a:pt x="7531" y="12748"/>
                  </a:cubicBezTo>
                  <a:lnTo>
                    <a:pt x="7531" y="3759"/>
                  </a:lnTo>
                  <a:cubicBezTo>
                    <a:pt x="7531" y="1687"/>
                    <a:pt x="5842" y="0"/>
                    <a:pt x="3773" y="0"/>
                  </a:cubicBezTo>
                  <a:close/>
                </a:path>
              </a:pathLst>
            </a:custGeom>
            <a:solidFill>
              <a:schemeClr val="accent5"/>
            </a:solidFill>
            <a:ln>
              <a:noFill/>
            </a:ln>
            <a:effectLst>
              <a:outerShdw dist="57150" dir="6300000" algn="bl" rotWithShape="0">
                <a:schemeClr val="dk1">
                  <a:alpha val="35000"/>
                </a:scheme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endParaRPr/>
            </a:p>
          </p:txBody>
        </p:sp>
        <p:grpSp>
          <p:nvGrpSpPr>
            <p:cNvPr id="2909" name="Google Shape;2909;p45"/>
            <p:cNvGrpSpPr/>
            <p:nvPr/>
          </p:nvGrpSpPr>
          <p:grpSpPr>
            <a:xfrm>
              <a:off x="5659156" y="1062406"/>
              <a:ext cx="1720973" cy="3496726"/>
              <a:chOff x="5659156" y="1062406"/>
              <a:chExt cx="1720973" cy="3496726"/>
            </a:xfrm>
          </p:grpSpPr>
          <p:sp>
            <p:nvSpPr>
              <p:cNvPr id="2910" name="Google Shape;2910;p45"/>
              <p:cNvSpPr/>
              <p:nvPr/>
            </p:nvSpPr>
            <p:spPr>
              <a:xfrm>
                <a:off x="5661103" y="2645951"/>
                <a:ext cx="13268" cy="53073"/>
              </a:xfrm>
              <a:custGeom>
                <a:avLst/>
                <a:gdLst/>
                <a:ahLst/>
                <a:cxnLst/>
                <a:rect l="l" t="t" r="r" b="b"/>
                <a:pathLst>
                  <a:path w="109" h="436" extrusionOk="0">
                    <a:moveTo>
                      <a:pt x="1" y="0"/>
                    </a:moveTo>
                    <a:lnTo>
                      <a:pt x="1" y="435"/>
                    </a:lnTo>
                    <a:lnTo>
                      <a:pt x="109" y="435"/>
                    </a:lnTo>
                    <a:lnTo>
                      <a:pt x="109"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1" name="Google Shape;2911;p45"/>
              <p:cNvSpPr/>
              <p:nvPr/>
            </p:nvSpPr>
            <p:spPr>
              <a:xfrm>
                <a:off x="7366861" y="3756465"/>
                <a:ext cx="13268" cy="53438"/>
              </a:xfrm>
              <a:custGeom>
                <a:avLst/>
                <a:gdLst/>
                <a:ahLst/>
                <a:cxnLst/>
                <a:rect l="l" t="t" r="r" b="b"/>
                <a:pathLst>
                  <a:path w="109" h="439" extrusionOk="0">
                    <a:moveTo>
                      <a:pt x="0" y="0"/>
                    </a:moveTo>
                    <a:lnTo>
                      <a:pt x="0" y="438"/>
                    </a:lnTo>
                    <a:lnTo>
                      <a:pt x="108" y="438"/>
                    </a:lnTo>
                    <a:lnTo>
                      <a:pt x="108"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2" name="Google Shape;2912;p45"/>
              <p:cNvSpPr/>
              <p:nvPr/>
            </p:nvSpPr>
            <p:spPr>
              <a:xfrm>
                <a:off x="7366861" y="3862732"/>
                <a:ext cx="13268" cy="54534"/>
              </a:xfrm>
              <a:custGeom>
                <a:avLst/>
                <a:gdLst/>
                <a:ahLst/>
                <a:cxnLst/>
                <a:rect l="l" t="t" r="r" b="b"/>
                <a:pathLst>
                  <a:path w="109" h="448" extrusionOk="0">
                    <a:moveTo>
                      <a:pt x="0" y="0"/>
                    </a:moveTo>
                    <a:lnTo>
                      <a:pt x="0" y="448"/>
                    </a:lnTo>
                    <a:lnTo>
                      <a:pt x="108" y="448"/>
                    </a:lnTo>
                    <a:lnTo>
                      <a:pt x="108"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3" name="Google Shape;2913;p45"/>
              <p:cNvSpPr/>
              <p:nvPr/>
            </p:nvSpPr>
            <p:spPr>
              <a:xfrm>
                <a:off x="7366861" y="3648615"/>
                <a:ext cx="13268" cy="53438"/>
              </a:xfrm>
              <a:custGeom>
                <a:avLst/>
                <a:gdLst/>
                <a:ahLst/>
                <a:cxnLst/>
                <a:rect l="l" t="t" r="r" b="b"/>
                <a:pathLst>
                  <a:path w="109" h="439" extrusionOk="0">
                    <a:moveTo>
                      <a:pt x="0" y="0"/>
                    </a:moveTo>
                    <a:lnTo>
                      <a:pt x="0" y="438"/>
                    </a:lnTo>
                    <a:lnTo>
                      <a:pt x="108" y="438"/>
                    </a:lnTo>
                    <a:lnTo>
                      <a:pt x="108"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4" name="Google Shape;2914;p45"/>
              <p:cNvSpPr/>
              <p:nvPr/>
            </p:nvSpPr>
            <p:spPr>
              <a:xfrm>
                <a:off x="7366861" y="4506059"/>
                <a:ext cx="13268" cy="53073"/>
              </a:xfrm>
              <a:custGeom>
                <a:avLst/>
                <a:gdLst/>
                <a:ahLst/>
                <a:cxnLst/>
                <a:rect l="l" t="t" r="r" b="b"/>
                <a:pathLst>
                  <a:path w="109" h="436" extrusionOk="0">
                    <a:moveTo>
                      <a:pt x="0" y="0"/>
                    </a:moveTo>
                    <a:lnTo>
                      <a:pt x="0" y="435"/>
                    </a:lnTo>
                    <a:lnTo>
                      <a:pt x="108" y="435"/>
                    </a:lnTo>
                    <a:lnTo>
                      <a:pt x="108"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5" name="Google Shape;2915;p45"/>
              <p:cNvSpPr/>
              <p:nvPr/>
            </p:nvSpPr>
            <p:spPr>
              <a:xfrm>
                <a:off x="7366861" y="3970461"/>
                <a:ext cx="13268" cy="53073"/>
              </a:xfrm>
              <a:custGeom>
                <a:avLst/>
                <a:gdLst/>
                <a:ahLst/>
                <a:cxnLst/>
                <a:rect l="l" t="t" r="r" b="b"/>
                <a:pathLst>
                  <a:path w="109" h="436" extrusionOk="0">
                    <a:moveTo>
                      <a:pt x="0" y="1"/>
                    </a:moveTo>
                    <a:lnTo>
                      <a:pt x="0" y="436"/>
                    </a:lnTo>
                    <a:lnTo>
                      <a:pt x="108" y="436"/>
                    </a:lnTo>
                    <a:lnTo>
                      <a:pt x="10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6" name="Google Shape;2916;p45"/>
              <p:cNvSpPr/>
              <p:nvPr/>
            </p:nvSpPr>
            <p:spPr>
              <a:xfrm>
                <a:off x="7366861" y="4078311"/>
                <a:ext cx="13268" cy="53073"/>
              </a:xfrm>
              <a:custGeom>
                <a:avLst/>
                <a:gdLst/>
                <a:ahLst/>
                <a:cxnLst/>
                <a:rect l="l" t="t" r="r" b="b"/>
                <a:pathLst>
                  <a:path w="109" h="436" extrusionOk="0">
                    <a:moveTo>
                      <a:pt x="0" y="1"/>
                    </a:moveTo>
                    <a:lnTo>
                      <a:pt x="0" y="435"/>
                    </a:lnTo>
                    <a:lnTo>
                      <a:pt x="108" y="435"/>
                    </a:lnTo>
                    <a:lnTo>
                      <a:pt x="10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7" name="Google Shape;2917;p45"/>
              <p:cNvSpPr/>
              <p:nvPr/>
            </p:nvSpPr>
            <p:spPr>
              <a:xfrm>
                <a:off x="7366861" y="4184213"/>
                <a:ext cx="13268" cy="53438"/>
              </a:xfrm>
              <a:custGeom>
                <a:avLst/>
                <a:gdLst/>
                <a:ahLst/>
                <a:cxnLst/>
                <a:rect l="l" t="t" r="r" b="b"/>
                <a:pathLst>
                  <a:path w="109" h="439" extrusionOk="0">
                    <a:moveTo>
                      <a:pt x="0" y="0"/>
                    </a:moveTo>
                    <a:lnTo>
                      <a:pt x="0" y="438"/>
                    </a:lnTo>
                    <a:lnTo>
                      <a:pt x="108" y="438"/>
                    </a:lnTo>
                    <a:lnTo>
                      <a:pt x="108"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8" name="Google Shape;2918;p45"/>
              <p:cNvSpPr/>
              <p:nvPr/>
            </p:nvSpPr>
            <p:spPr>
              <a:xfrm>
                <a:off x="7366861" y="4398209"/>
                <a:ext cx="13268" cy="54656"/>
              </a:xfrm>
              <a:custGeom>
                <a:avLst/>
                <a:gdLst/>
                <a:ahLst/>
                <a:cxnLst/>
                <a:rect l="l" t="t" r="r" b="b"/>
                <a:pathLst>
                  <a:path w="109" h="449" extrusionOk="0">
                    <a:moveTo>
                      <a:pt x="0" y="1"/>
                    </a:moveTo>
                    <a:lnTo>
                      <a:pt x="0" y="448"/>
                    </a:lnTo>
                    <a:lnTo>
                      <a:pt x="108" y="448"/>
                    </a:lnTo>
                    <a:lnTo>
                      <a:pt x="10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9" name="Google Shape;2919;p45"/>
              <p:cNvSpPr/>
              <p:nvPr/>
            </p:nvSpPr>
            <p:spPr>
              <a:xfrm>
                <a:off x="7366861" y="4291941"/>
                <a:ext cx="13268" cy="53073"/>
              </a:xfrm>
              <a:custGeom>
                <a:avLst/>
                <a:gdLst/>
                <a:ahLst/>
                <a:cxnLst/>
                <a:rect l="l" t="t" r="r" b="b"/>
                <a:pathLst>
                  <a:path w="109" h="436" extrusionOk="0">
                    <a:moveTo>
                      <a:pt x="0" y="1"/>
                    </a:moveTo>
                    <a:lnTo>
                      <a:pt x="0" y="436"/>
                    </a:lnTo>
                    <a:lnTo>
                      <a:pt x="108" y="436"/>
                    </a:lnTo>
                    <a:lnTo>
                      <a:pt x="10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0" name="Google Shape;2920;p45"/>
              <p:cNvSpPr/>
              <p:nvPr/>
            </p:nvSpPr>
            <p:spPr>
              <a:xfrm>
                <a:off x="7366861" y="2896221"/>
                <a:ext cx="13268" cy="54656"/>
              </a:xfrm>
              <a:custGeom>
                <a:avLst/>
                <a:gdLst/>
                <a:ahLst/>
                <a:cxnLst/>
                <a:rect l="l" t="t" r="r" b="b"/>
                <a:pathLst>
                  <a:path w="109" h="449" extrusionOk="0">
                    <a:moveTo>
                      <a:pt x="0" y="0"/>
                    </a:moveTo>
                    <a:lnTo>
                      <a:pt x="0" y="448"/>
                    </a:lnTo>
                    <a:lnTo>
                      <a:pt x="108" y="448"/>
                    </a:lnTo>
                    <a:lnTo>
                      <a:pt x="108"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1" name="Google Shape;2921;p45"/>
              <p:cNvSpPr/>
              <p:nvPr/>
            </p:nvSpPr>
            <p:spPr>
              <a:xfrm>
                <a:off x="7366861" y="3004071"/>
                <a:ext cx="13268" cy="52951"/>
              </a:xfrm>
              <a:custGeom>
                <a:avLst/>
                <a:gdLst/>
                <a:ahLst/>
                <a:cxnLst/>
                <a:rect l="l" t="t" r="r" b="b"/>
                <a:pathLst>
                  <a:path w="109" h="435" extrusionOk="0">
                    <a:moveTo>
                      <a:pt x="0" y="0"/>
                    </a:moveTo>
                    <a:lnTo>
                      <a:pt x="0" y="435"/>
                    </a:lnTo>
                    <a:lnTo>
                      <a:pt x="108" y="435"/>
                    </a:lnTo>
                    <a:lnTo>
                      <a:pt x="108"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2" name="Google Shape;2922;p45"/>
              <p:cNvSpPr/>
              <p:nvPr/>
            </p:nvSpPr>
            <p:spPr>
              <a:xfrm>
                <a:off x="7366861" y="2789954"/>
                <a:ext cx="13268" cy="53073"/>
              </a:xfrm>
              <a:custGeom>
                <a:avLst/>
                <a:gdLst/>
                <a:ahLst/>
                <a:cxnLst/>
                <a:rect l="l" t="t" r="r" b="b"/>
                <a:pathLst>
                  <a:path w="109" h="436" extrusionOk="0">
                    <a:moveTo>
                      <a:pt x="0" y="1"/>
                    </a:moveTo>
                    <a:lnTo>
                      <a:pt x="0" y="435"/>
                    </a:lnTo>
                    <a:lnTo>
                      <a:pt x="108" y="435"/>
                    </a:lnTo>
                    <a:lnTo>
                      <a:pt x="108" y="164"/>
                    </a:lnTo>
                    <a:lnTo>
                      <a:pt x="108" y="14"/>
                    </a:lnTo>
                    <a:lnTo>
                      <a:pt x="10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3" name="Google Shape;2923;p45"/>
              <p:cNvSpPr/>
              <p:nvPr/>
            </p:nvSpPr>
            <p:spPr>
              <a:xfrm>
                <a:off x="7366861" y="3111434"/>
                <a:ext cx="13268" cy="53438"/>
              </a:xfrm>
              <a:custGeom>
                <a:avLst/>
                <a:gdLst/>
                <a:ahLst/>
                <a:cxnLst/>
                <a:rect l="l" t="t" r="r" b="b"/>
                <a:pathLst>
                  <a:path w="109" h="439" extrusionOk="0">
                    <a:moveTo>
                      <a:pt x="0" y="1"/>
                    </a:moveTo>
                    <a:lnTo>
                      <a:pt x="0" y="439"/>
                    </a:lnTo>
                    <a:lnTo>
                      <a:pt x="108" y="439"/>
                    </a:lnTo>
                    <a:lnTo>
                      <a:pt x="10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4" name="Google Shape;2924;p45"/>
              <p:cNvSpPr/>
              <p:nvPr/>
            </p:nvSpPr>
            <p:spPr>
              <a:xfrm>
                <a:off x="7366861" y="3217702"/>
                <a:ext cx="13268" cy="55021"/>
              </a:xfrm>
              <a:custGeom>
                <a:avLst/>
                <a:gdLst/>
                <a:ahLst/>
                <a:cxnLst/>
                <a:rect l="l" t="t" r="r" b="b"/>
                <a:pathLst>
                  <a:path w="109" h="452" extrusionOk="0">
                    <a:moveTo>
                      <a:pt x="0" y="1"/>
                    </a:moveTo>
                    <a:lnTo>
                      <a:pt x="0" y="452"/>
                    </a:lnTo>
                    <a:lnTo>
                      <a:pt x="108" y="452"/>
                    </a:lnTo>
                    <a:lnTo>
                      <a:pt x="10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5" name="Google Shape;2925;p45"/>
              <p:cNvSpPr/>
              <p:nvPr/>
            </p:nvSpPr>
            <p:spPr>
              <a:xfrm>
                <a:off x="7366861" y="3325552"/>
                <a:ext cx="13268" cy="53073"/>
              </a:xfrm>
              <a:custGeom>
                <a:avLst/>
                <a:gdLst/>
                <a:ahLst/>
                <a:cxnLst/>
                <a:rect l="l" t="t" r="r" b="b"/>
                <a:pathLst>
                  <a:path w="109" h="436" extrusionOk="0">
                    <a:moveTo>
                      <a:pt x="0" y="0"/>
                    </a:moveTo>
                    <a:lnTo>
                      <a:pt x="0" y="435"/>
                    </a:lnTo>
                    <a:lnTo>
                      <a:pt x="108" y="435"/>
                    </a:lnTo>
                    <a:lnTo>
                      <a:pt x="108"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6" name="Google Shape;2926;p45"/>
              <p:cNvSpPr/>
              <p:nvPr/>
            </p:nvSpPr>
            <p:spPr>
              <a:xfrm>
                <a:off x="7366861" y="3539182"/>
                <a:ext cx="13268" cy="56603"/>
              </a:xfrm>
              <a:custGeom>
                <a:avLst/>
                <a:gdLst/>
                <a:ahLst/>
                <a:cxnLst/>
                <a:rect l="l" t="t" r="r" b="b"/>
                <a:pathLst>
                  <a:path w="109" h="465" extrusionOk="0">
                    <a:moveTo>
                      <a:pt x="0" y="1"/>
                    </a:moveTo>
                    <a:lnTo>
                      <a:pt x="0" y="30"/>
                    </a:lnTo>
                    <a:lnTo>
                      <a:pt x="0" y="439"/>
                    </a:lnTo>
                    <a:lnTo>
                      <a:pt x="0" y="465"/>
                    </a:lnTo>
                    <a:lnTo>
                      <a:pt x="108" y="465"/>
                    </a:lnTo>
                    <a:lnTo>
                      <a:pt x="108" y="439"/>
                    </a:lnTo>
                    <a:lnTo>
                      <a:pt x="108" y="30"/>
                    </a:lnTo>
                    <a:lnTo>
                      <a:pt x="10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7" name="Google Shape;2927;p45"/>
              <p:cNvSpPr/>
              <p:nvPr/>
            </p:nvSpPr>
            <p:spPr>
              <a:xfrm>
                <a:off x="7366861" y="3431819"/>
                <a:ext cx="13268" cy="54534"/>
              </a:xfrm>
              <a:custGeom>
                <a:avLst/>
                <a:gdLst/>
                <a:ahLst/>
                <a:cxnLst/>
                <a:rect l="l" t="t" r="r" b="b"/>
                <a:pathLst>
                  <a:path w="109" h="448" extrusionOk="0">
                    <a:moveTo>
                      <a:pt x="0" y="0"/>
                    </a:moveTo>
                    <a:lnTo>
                      <a:pt x="0" y="448"/>
                    </a:lnTo>
                    <a:lnTo>
                      <a:pt x="108" y="448"/>
                    </a:lnTo>
                    <a:lnTo>
                      <a:pt x="108"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8" name="Google Shape;2928;p45"/>
              <p:cNvSpPr/>
              <p:nvPr/>
            </p:nvSpPr>
            <p:spPr>
              <a:xfrm>
                <a:off x="5833347" y="1069101"/>
                <a:ext cx="54656" cy="29945"/>
              </a:xfrm>
              <a:custGeom>
                <a:avLst/>
                <a:gdLst/>
                <a:ahLst/>
                <a:cxnLst/>
                <a:rect l="l" t="t" r="r" b="b"/>
                <a:pathLst>
                  <a:path w="449" h="246" extrusionOk="0">
                    <a:moveTo>
                      <a:pt x="423" y="1"/>
                    </a:moveTo>
                    <a:cubicBezTo>
                      <a:pt x="285" y="43"/>
                      <a:pt x="138" y="83"/>
                      <a:pt x="1" y="151"/>
                    </a:cubicBezTo>
                    <a:lnTo>
                      <a:pt x="40" y="246"/>
                    </a:lnTo>
                    <a:cubicBezTo>
                      <a:pt x="178" y="190"/>
                      <a:pt x="315" y="138"/>
                      <a:pt x="449" y="109"/>
                    </a:cubicBezTo>
                    <a:lnTo>
                      <a:pt x="423"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9" name="Google Shape;2929;p45"/>
              <p:cNvSpPr/>
              <p:nvPr/>
            </p:nvSpPr>
            <p:spPr>
              <a:xfrm>
                <a:off x="5659156" y="1720827"/>
                <a:ext cx="13633" cy="53073"/>
              </a:xfrm>
              <a:custGeom>
                <a:avLst/>
                <a:gdLst/>
                <a:ahLst/>
                <a:cxnLst/>
                <a:rect l="l" t="t" r="r" b="b"/>
                <a:pathLst>
                  <a:path w="112" h="436" extrusionOk="0">
                    <a:moveTo>
                      <a:pt x="0" y="1"/>
                    </a:moveTo>
                    <a:lnTo>
                      <a:pt x="0" y="436"/>
                    </a:lnTo>
                    <a:lnTo>
                      <a:pt x="111" y="436"/>
                    </a:lnTo>
                    <a:lnTo>
                      <a:pt x="111"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0" name="Google Shape;2930;p45"/>
              <p:cNvSpPr/>
              <p:nvPr/>
            </p:nvSpPr>
            <p:spPr>
              <a:xfrm>
                <a:off x="5659156" y="1826729"/>
                <a:ext cx="13633" cy="55021"/>
              </a:xfrm>
              <a:custGeom>
                <a:avLst/>
                <a:gdLst/>
                <a:ahLst/>
                <a:cxnLst/>
                <a:rect l="l" t="t" r="r" b="b"/>
                <a:pathLst>
                  <a:path w="112" h="452" extrusionOk="0">
                    <a:moveTo>
                      <a:pt x="0" y="0"/>
                    </a:moveTo>
                    <a:lnTo>
                      <a:pt x="0" y="451"/>
                    </a:lnTo>
                    <a:lnTo>
                      <a:pt x="111" y="451"/>
                    </a:lnTo>
                    <a:lnTo>
                      <a:pt x="111"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1" name="Google Shape;2931;p45"/>
              <p:cNvSpPr/>
              <p:nvPr/>
            </p:nvSpPr>
            <p:spPr>
              <a:xfrm>
                <a:off x="5659156" y="1506831"/>
                <a:ext cx="13633" cy="53073"/>
              </a:xfrm>
              <a:custGeom>
                <a:avLst/>
                <a:gdLst/>
                <a:ahLst/>
                <a:cxnLst/>
                <a:rect l="l" t="t" r="r" b="b"/>
                <a:pathLst>
                  <a:path w="112" h="436" extrusionOk="0">
                    <a:moveTo>
                      <a:pt x="0" y="0"/>
                    </a:moveTo>
                    <a:lnTo>
                      <a:pt x="0" y="435"/>
                    </a:lnTo>
                    <a:lnTo>
                      <a:pt x="111" y="435"/>
                    </a:lnTo>
                    <a:lnTo>
                      <a:pt x="111"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2" name="Google Shape;2932;p45"/>
              <p:cNvSpPr/>
              <p:nvPr/>
            </p:nvSpPr>
            <p:spPr>
              <a:xfrm>
                <a:off x="5682649" y="1190097"/>
                <a:ext cx="38222" cy="55021"/>
              </a:xfrm>
              <a:custGeom>
                <a:avLst/>
                <a:gdLst/>
                <a:ahLst/>
                <a:cxnLst/>
                <a:rect l="l" t="t" r="r" b="b"/>
                <a:pathLst>
                  <a:path w="314" h="452" extrusionOk="0">
                    <a:moveTo>
                      <a:pt x="216" y="0"/>
                    </a:moveTo>
                    <a:cubicBezTo>
                      <a:pt x="134" y="138"/>
                      <a:pt x="69" y="259"/>
                      <a:pt x="0" y="396"/>
                    </a:cubicBezTo>
                    <a:lnTo>
                      <a:pt x="108" y="452"/>
                    </a:lnTo>
                    <a:cubicBezTo>
                      <a:pt x="164" y="314"/>
                      <a:pt x="232" y="193"/>
                      <a:pt x="314" y="69"/>
                    </a:cubicBezTo>
                    <a:lnTo>
                      <a:pt x="21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3" name="Google Shape;2933;p45"/>
              <p:cNvSpPr/>
              <p:nvPr/>
            </p:nvSpPr>
            <p:spPr>
              <a:xfrm>
                <a:off x="5659156" y="1398981"/>
                <a:ext cx="13633" cy="53438"/>
              </a:xfrm>
              <a:custGeom>
                <a:avLst/>
                <a:gdLst/>
                <a:ahLst/>
                <a:cxnLst/>
                <a:rect l="l" t="t" r="r" b="b"/>
                <a:pathLst>
                  <a:path w="112" h="439" extrusionOk="0">
                    <a:moveTo>
                      <a:pt x="0" y="1"/>
                    </a:moveTo>
                    <a:lnTo>
                      <a:pt x="0" y="439"/>
                    </a:lnTo>
                    <a:lnTo>
                      <a:pt x="111" y="439"/>
                    </a:lnTo>
                    <a:lnTo>
                      <a:pt x="111"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4" name="Google Shape;2934;p45"/>
              <p:cNvSpPr/>
              <p:nvPr/>
            </p:nvSpPr>
            <p:spPr>
              <a:xfrm>
                <a:off x="5743878" y="1114140"/>
                <a:ext cx="49908" cy="44674"/>
              </a:xfrm>
              <a:custGeom>
                <a:avLst/>
                <a:gdLst/>
                <a:ahLst/>
                <a:cxnLst/>
                <a:rect l="l" t="t" r="r" b="b"/>
                <a:pathLst>
                  <a:path w="410" h="367" extrusionOk="0">
                    <a:moveTo>
                      <a:pt x="340" y="0"/>
                    </a:moveTo>
                    <a:cubicBezTo>
                      <a:pt x="220" y="82"/>
                      <a:pt x="108" y="177"/>
                      <a:pt x="1" y="285"/>
                    </a:cubicBezTo>
                    <a:lnTo>
                      <a:pt x="82" y="366"/>
                    </a:lnTo>
                    <a:cubicBezTo>
                      <a:pt x="177" y="258"/>
                      <a:pt x="285" y="164"/>
                      <a:pt x="409" y="82"/>
                    </a:cubicBezTo>
                    <a:lnTo>
                      <a:pt x="340"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5" name="Google Shape;2935;p45"/>
              <p:cNvSpPr/>
              <p:nvPr/>
            </p:nvSpPr>
            <p:spPr>
              <a:xfrm>
                <a:off x="5659156" y="1291131"/>
                <a:ext cx="19963" cy="55021"/>
              </a:xfrm>
              <a:custGeom>
                <a:avLst/>
                <a:gdLst/>
                <a:ahLst/>
                <a:cxnLst/>
                <a:rect l="l" t="t" r="r" b="b"/>
                <a:pathLst>
                  <a:path w="164" h="452" extrusionOk="0">
                    <a:moveTo>
                      <a:pt x="56" y="1"/>
                    </a:moveTo>
                    <a:cubicBezTo>
                      <a:pt x="30" y="151"/>
                      <a:pt x="17" y="301"/>
                      <a:pt x="0" y="452"/>
                    </a:cubicBezTo>
                    <a:lnTo>
                      <a:pt x="111" y="452"/>
                    </a:lnTo>
                    <a:cubicBezTo>
                      <a:pt x="125" y="301"/>
                      <a:pt x="138" y="164"/>
                      <a:pt x="164" y="30"/>
                    </a:cubicBezTo>
                    <a:lnTo>
                      <a:pt x="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6" name="Google Shape;2936;p45"/>
              <p:cNvSpPr/>
              <p:nvPr/>
            </p:nvSpPr>
            <p:spPr>
              <a:xfrm>
                <a:off x="5659156" y="1613098"/>
                <a:ext cx="13633" cy="52951"/>
              </a:xfrm>
              <a:custGeom>
                <a:avLst/>
                <a:gdLst/>
                <a:ahLst/>
                <a:cxnLst/>
                <a:rect l="l" t="t" r="r" b="b"/>
                <a:pathLst>
                  <a:path w="112" h="435" extrusionOk="0">
                    <a:moveTo>
                      <a:pt x="0" y="0"/>
                    </a:moveTo>
                    <a:lnTo>
                      <a:pt x="0" y="435"/>
                    </a:lnTo>
                    <a:lnTo>
                      <a:pt x="111" y="435"/>
                    </a:lnTo>
                    <a:lnTo>
                      <a:pt x="111"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7" name="Google Shape;2937;p45"/>
              <p:cNvSpPr/>
              <p:nvPr/>
            </p:nvSpPr>
            <p:spPr>
              <a:xfrm>
                <a:off x="5659156" y="2470055"/>
                <a:ext cx="13633" cy="53073"/>
              </a:xfrm>
              <a:custGeom>
                <a:avLst/>
                <a:gdLst/>
                <a:ahLst/>
                <a:cxnLst/>
                <a:rect l="l" t="t" r="r" b="b"/>
                <a:pathLst>
                  <a:path w="112" h="436" extrusionOk="0">
                    <a:moveTo>
                      <a:pt x="0" y="1"/>
                    </a:moveTo>
                    <a:lnTo>
                      <a:pt x="0" y="435"/>
                    </a:lnTo>
                    <a:lnTo>
                      <a:pt x="111" y="435"/>
                    </a:lnTo>
                    <a:lnTo>
                      <a:pt x="111"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8" name="Google Shape;2938;p45"/>
              <p:cNvSpPr/>
              <p:nvPr/>
            </p:nvSpPr>
            <p:spPr>
              <a:xfrm>
                <a:off x="5659156" y="2576323"/>
                <a:ext cx="13633" cy="54656"/>
              </a:xfrm>
              <a:custGeom>
                <a:avLst/>
                <a:gdLst/>
                <a:ahLst/>
                <a:cxnLst/>
                <a:rect l="l" t="t" r="r" b="b"/>
                <a:pathLst>
                  <a:path w="112" h="449" extrusionOk="0">
                    <a:moveTo>
                      <a:pt x="0" y="0"/>
                    </a:moveTo>
                    <a:lnTo>
                      <a:pt x="0" y="448"/>
                    </a:lnTo>
                    <a:lnTo>
                      <a:pt x="111" y="448"/>
                    </a:lnTo>
                    <a:lnTo>
                      <a:pt x="111"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9" name="Google Shape;2939;p45"/>
              <p:cNvSpPr/>
              <p:nvPr/>
            </p:nvSpPr>
            <p:spPr>
              <a:xfrm>
                <a:off x="5659156" y="1934579"/>
                <a:ext cx="13633" cy="52951"/>
              </a:xfrm>
              <a:custGeom>
                <a:avLst/>
                <a:gdLst/>
                <a:ahLst/>
                <a:cxnLst/>
                <a:rect l="l" t="t" r="r" b="b"/>
                <a:pathLst>
                  <a:path w="112" h="435" extrusionOk="0">
                    <a:moveTo>
                      <a:pt x="0" y="0"/>
                    </a:moveTo>
                    <a:lnTo>
                      <a:pt x="0" y="435"/>
                    </a:lnTo>
                    <a:lnTo>
                      <a:pt x="111" y="435"/>
                    </a:lnTo>
                    <a:lnTo>
                      <a:pt x="111"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40" name="Google Shape;2940;p45"/>
              <p:cNvSpPr/>
              <p:nvPr/>
            </p:nvSpPr>
            <p:spPr>
              <a:xfrm>
                <a:off x="5659156" y="2683808"/>
                <a:ext cx="13633" cy="53317"/>
              </a:xfrm>
              <a:custGeom>
                <a:avLst/>
                <a:gdLst/>
                <a:ahLst/>
                <a:cxnLst/>
                <a:rect l="l" t="t" r="r" b="b"/>
                <a:pathLst>
                  <a:path w="112" h="438" extrusionOk="0">
                    <a:moveTo>
                      <a:pt x="0" y="0"/>
                    </a:moveTo>
                    <a:lnTo>
                      <a:pt x="0" y="438"/>
                    </a:lnTo>
                    <a:lnTo>
                      <a:pt x="111" y="438"/>
                    </a:lnTo>
                    <a:lnTo>
                      <a:pt x="111"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41" name="Google Shape;2941;p45"/>
              <p:cNvSpPr/>
              <p:nvPr/>
            </p:nvSpPr>
            <p:spPr>
              <a:xfrm>
                <a:off x="5659156" y="2040725"/>
                <a:ext cx="13633" cy="54656"/>
              </a:xfrm>
              <a:custGeom>
                <a:avLst/>
                <a:gdLst/>
                <a:ahLst/>
                <a:cxnLst/>
                <a:rect l="l" t="t" r="r" b="b"/>
                <a:pathLst>
                  <a:path w="112" h="449" extrusionOk="0">
                    <a:moveTo>
                      <a:pt x="0" y="1"/>
                    </a:moveTo>
                    <a:lnTo>
                      <a:pt x="0" y="449"/>
                    </a:lnTo>
                    <a:lnTo>
                      <a:pt x="111" y="449"/>
                    </a:lnTo>
                    <a:lnTo>
                      <a:pt x="111"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42" name="Google Shape;2942;p45"/>
              <p:cNvSpPr/>
              <p:nvPr/>
            </p:nvSpPr>
            <p:spPr>
              <a:xfrm>
                <a:off x="5659156" y="2148575"/>
                <a:ext cx="13633" cy="53073"/>
              </a:xfrm>
              <a:custGeom>
                <a:avLst/>
                <a:gdLst/>
                <a:ahLst/>
                <a:cxnLst/>
                <a:rect l="l" t="t" r="r" b="b"/>
                <a:pathLst>
                  <a:path w="112" h="436" extrusionOk="0">
                    <a:moveTo>
                      <a:pt x="0" y="1"/>
                    </a:moveTo>
                    <a:lnTo>
                      <a:pt x="0" y="435"/>
                    </a:lnTo>
                    <a:lnTo>
                      <a:pt x="111" y="435"/>
                    </a:lnTo>
                    <a:lnTo>
                      <a:pt x="111"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43" name="Google Shape;2943;p45"/>
              <p:cNvSpPr/>
              <p:nvPr/>
            </p:nvSpPr>
            <p:spPr>
              <a:xfrm>
                <a:off x="5659156" y="2362205"/>
                <a:ext cx="13633" cy="55021"/>
              </a:xfrm>
              <a:custGeom>
                <a:avLst/>
                <a:gdLst/>
                <a:ahLst/>
                <a:cxnLst/>
                <a:rect l="l" t="t" r="r" b="b"/>
                <a:pathLst>
                  <a:path w="112" h="452" extrusionOk="0">
                    <a:moveTo>
                      <a:pt x="0" y="1"/>
                    </a:moveTo>
                    <a:lnTo>
                      <a:pt x="0" y="452"/>
                    </a:lnTo>
                    <a:lnTo>
                      <a:pt x="111" y="452"/>
                    </a:lnTo>
                    <a:lnTo>
                      <a:pt x="111"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44" name="Google Shape;2944;p45"/>
              <p:cNvSpPr/>
              <p:nvPr/>
            </p:nvSpPr>
            <p:spPr>
              <a:xfrm>
                <a:off x="5659156" y="2256060"/>
                <a:ext cx="13633" cy="53438"/>
              </a:xfrm>
              <a:custGeom>
                <a:avLst/>
                <a:gdLst/>
                <a:ahLst/>
                <a:cxnLst/>
                <a:rect l="l" t="t" r="r" b="b"/>
                <a:pathLst>
                  <a:path w="112" h="439" extrusionOk="0">
                    <a:moveTo>
                      <a:pt x="0" y="0"/>
                    </a:moveTo>
                    <a:lnTo>
                      <a:pt x="0" y="438"/>
                    </a:lnTo>
                    <a:lnTo>
                      <a:pt x="111" y="438"/>
                    </a:lnTo>
                    <a:lnTo>
                      <a:pt x="111"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45" name="Google Shape;2945;p45"/>
              <p:cNvSpPr/>
              <p:nvPr/>
            </p:nvSpPr>
            <p:spPr>
              <a:xfrm>
                <a:off x="6228107" y="1965984"/>
                <a:ext cx="13268" cy="53438"/>
              </a:xfrm>
              <a:custGeom>
                <a:avLst/>
                <a:gdLst/>
                <a:ahLst/>
                <a:cxnLst/>
                <a:rect l="l" t="t" r="r" b="b"/>
                <a:pathLst>
                  <a:path w="109" h="439" extrusionOk="0">
                    <a:moveTo>
                      <a:pt x="0" y="0"/>
                    </a:moveTo>
                    <a:lnTo>
                      <a:pt x="0" y="438"/>
                    </a:lnTo>
                    <a:lnTo>
                      <a:pt x="108" y="438"/>
                    </a:lnTo>
                    <a:lnTo>
                      <a:pt x="108"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46" name="Google Shape;2946;p45"/>
              <p:cNvSpPr/>
              <p:nvPr/>
            </p:nvSpPr>
            <p:spPr>
              <a:xfrm>
                <a:off x="6228107" y="1430386"/>
                <a:ext cx="14851" cy="53438"/>
              </a:xfrm>
              <a:custGeom>
                <a:avLst/>
                <a:gdLst/>
                <a:ahLst/>
                <a:cxnLst/>
                <a:rect l="l" t="t" r="r" b="b"/>
                <a:pathLst>
                  <a:path w="122" h="439" extrusionOk="0">
                    <a:moveTo>
                      <a:pt x="0" y="1"/>
                    </a:moveTo>
                    <a:lnTo>
                      <a:pt x="0" y="439"/>
                    </a:lnTo>
                    <a:lnTo>
                      <a:pt x="121" y="439"/>
                    </a:lnTo>
                    <a:lnTo>
                      <a:pt x="121"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47" name="Google Shape;2947;p45"/>
              <p:cNvSpPr/>
              <p:nvPr/>
            </p:nvSpPr>
            <p:spPr>
              <a:xfrm>
                <a:off x="6228107" y="1538236"/>
                <a:ext cx="14851" cy="53438"/>
              </a:xfrm>
              <a:custGeom>
                <a:avLst/>
                <a:gdLst/>
                <a:ahLst/>
                <a:cxnLst/>
                <a:rect l="l" t="t" r="r" b="b"/>
                <a:pathLst>
                  <a:path w="122" h="439" extrusionOk="0">
                    <a:moveTo>
                      <a:pt x="0" y="1"/>
                    </a:moveTo>
                    <a:lnTo>
                      <a:pt x="0" y="439"/>
                    </a:lnTo>
                    <a:lnTo>
                      <a:pt x="121" y="439"/>
                    </a:lnTo>
                    <a:lnTo>
                      <a:pt x="121"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48" name="Google Shape;2948;p45"/>
              <p:cNvSpPr/>
              <p:nvPr/>
            </p:nvSpPr>
            <p:spPr>
              <a:xfrm>
                <a:off x="6228107" y="1644504"/>
                <a:ext cx="14851" cy="54656"/>
              </a:xfrm>
              <a:custGeom>
                <a:avLst/>
                <a:gdLst/>
                <a:ahLst/>
                <a:cxnLst/>
                <a:rect l="l" t="t" r="r" b="b"/>
                <a:pathLst>
                  <a:path w="122" h="449" extrusionOk="0">
                    <a:moveTo>
                      <a:pt x="0" y="0"/>
                    </a:moveTo>
                    <a:lnTo>
                      <a:pt x="0" y="448"/>
                    </a:lnTo>
                    <a:lnTo>
                      <a:pt x="121" y="448"/>
                    </a:lnTo>
                    <a:lnTo>
                      <a:pt x="121"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49" name="Google Shape;2949;p45"/>
              <p:cNvSpPr/>
              <p:nvPr/>
            </p:nvSpPr>
            <p:spPr>
              <a:xfrm>
                <a:off x="6228107" y="2393733"/>
                <a:ext cx="13268" cy="55021"/>
              </a:xfrm>
              <a:custGeom>
                <a:avLst/>
                <a:gdLst/>
                <a:ahLst/>
                <a:cxnLst/>
                <a:rect l="l" t="t" r="r" b="b"/>
                <a:pathLst>
                  <a:path w="109" h="452" extrusionOk="0">
                    <a:moveTo>
                      <a:pt x="0" y="0"/>
                    </a:moveTo>
                    <a:lnTo>
                      <a:pt x="0" y="438"/>
                    </a:lnTo>
                    <a:lnTo>
                      <a:pt x="0" y="451"/>
                    </a:lnTo>
                    <a:lnTo>
                      <a:pt x="108" y="451"/>
                    </a:lnTo>
                    <a:lnTo>
                      <a:pt x="108" y="438"/>
                    </a:lnTo>
                    <a:lnTo>
                      <a:pt x="108"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0" name="Google Shape;2950;p45"/>
              <p:cNvSpPr/>
              <p:nvPr/>
            </p:nvSpPr>
            <p:spPr>
              <a:xfrm>
                <a:off x="6448554" y="2715578"/>
                <a:ext cx="54656" cy="21546"/>
              </a:xfrm>
              <a:custGeom>
                <a:avLst/>
                <a:gdLst/>
                <a:ahLst/>
                <a:cxnLst/>
                <a:rect l="l" t="t" r="r" b="b"/>
                <a:pathLst>
                  <a:path w="449" h="177" extrusionOk="0">
                    <a:moveTo>
                      <a:pt x="26" y="1"/>
                    </a:moveTo>
                    <a:lnTo>
                      <a:pt x="0" y="108"/>
                    </a:lnTo>
                    <a:cubicBezTo>
                      <a:pt x="134" y="148"/>
                      <a:pt x="285" y="164"/>
                      <a:pt x="435" y="177"/>
                    </a:cubicBezTo>
                    <a:lnTo>
                      <a:pt x="448" y="66"/>
                    </a:lnTo>
                    <a:cubicBezTo>
                      <a:pt x="298" y="53"/>
                      <a:pt x="164" y="40"/>
                      <a:pt x="26"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1" name="Google Shape;2951;p45"/>
              <p:cNvSpPr/>
              <p:nvPr/>
            </p:nvSpPr>
            <p:spPr>
              <a:xfrm>
                <a:off x="6228107" y="1752354"/>
                <a:ext cx="14851" cy="52951"/>
              </a:xfrm>
              <a:custGeom>
                <a:avLst/>
                <a:gdLst/>
                <a:ahLst/>
                <a:cxnLst/>
                <a:rect l="l" t="t" r="r" b="b"/>
                <a:pathLst>
                  <a:path w="122" h="435" extrusionOk="0">
                    <a:moveTo>
                      <a:pt x="0" y="0"/>
                    </a:moveTo>
                    <a:lnTo>
                      <a:pt x="0" y="435"/>
                    </a:lnTo>
                    <a:lnTo>
                      <a:pt x="121" y="435"/>
                    </a:lnTo>
                    <a:lnTo>
                      <a:pt x="121"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2" name="Google Shape;2952;p45"/>
              <p:cNvSpPr/>
              <p:nvPr/>
            </p:nvSpPr>
            <p:spPr>
              <a:xfrm>
                <a:off x="6234437" y="2499878"/>
                <a:ext cx="26780" cy="54656"/>
              </a:xfrm>
              <a:custGeom>
                <a:avLst/>
                <a:gdLst/>
                <a:ahLst/>
                <a:cxnLst/>
                <a:rect l="l" t="t" r="r" b="b"/>
                <a:pathLst>
                  <a:path w="220" h="449" extrusionOk="0">
                    <a:moveTo>
                      <a:pt x="112" y="1"/>
                    </a:moveTo>
                    <a:lnTo>
                      <a:pt x="1" y="14"/>
                    </a:lnTo>
                    <a:cubicBezTo>
                      <a:pt x="30" y="164"/>
                      <a:pt x="69" y="315"/>
                      <a:pt x="125" y="449"/>
                    </a:cubicBezTo>
                    <a:lnTo>
                      <a:pt x="220" y="409"/>
                    </a:lnTo>
                    <a:cubicBezTo>
                      <a:pt x="177" y="272"/>
                      <a:pt x="138" y="138"/>
                      <a:pt x="112"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3" name="Google Shape;2953;p45"/>
              <p:cNvSpPr/>
              <p:nvPr/>
            </p:nvSpPr>
            <p:spPr>
              <a:xfrm>
                <a:off x="6349103" y="2672244"/>
                <a:ext cx="52951" cy="38222"/>
              </a:xfrm>
              <a:custGeom>
                <a:avLst/>
                <a:gdLst/>
                <a:ahLst/>
                <a:cxnLst/>
                <a:rect l="l" t="t" r="r" b="b"/>
                <a:pathLst>
                  <a:path w="435" h="314" extrusionOk="0">
                    <a:moveTo>
                      <a:pt x="69" y="0"/>
                    </a:moveTo>
                    <a:lnTo>
                      <a:pt x="0" y="82"/>
                    </a:lnTo>
                    <a:cubicBezTo>
                      <a:pt x="121" y="177"/>
                      <a:pt x="258" y="245"/>
                      <a:pt x="396" y="314"/>
                    </a:cubicBezTo>
                    <a:lnTo>
                      <a:pt x="435" y="219"/>
                    </a:lnTo>
                    <a:cubicBezTo>
                      <a:pt x="314" y="151"/>
                      <a:pt x="190" y="82"/>
                      <a:pt x="69"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4" name="Google Shape;2954;p45"/>
              <p:cNvSpPr/>
              <p:nvPr/>
            </p:nvSpPr>
            <p:spPr>
              <a:xfrm>
                <a:off x="6274241" y="2596164"/>
                <a:ext cx="43457" cy="49908"/>
              </a:xfrm>
              <a:custGeom>
                <a:avLst/>
                <a:gdLst/>
                <a:ahLst/>
                <a:cxnLst/>
                <a:rect l="l" t="t" r="r" b="b"/>
                <a:pathLst>
                  <a:path w="357" h="410" extrusionOk="0">
                    <a:moveTo>
                      <a:pt x="95" y="1"/>
                    </a:moveTo>
                    <a:lnTo>
                      <a:pt x="1" y="53"/>
                    </a:lnTo>
                    <a:cubicBezTo>
                      <a:pt x="82" y="190"/>
                      <a:pt x="177" y="298"/>
                      <a:pt x="275" y="409"/>
                    </a:cubicBezTo>
                    <a:lnTo>
                      <a:pt x="357" y="341"/>
                    </a:lnTo>
                    <a:cubicBezTo>
                      <a:pt x="259" y="230"/>
                      <a:pt x="177" y="122"/>
                      <a:pt x="95"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5" name="Google Shape;2955;p45"/>
              <p:cNvSpPr/>
              <p:nvPr/>
            </p:nvSpPr>
            <p:spPr>
              <a:xfrm>
                <a:off x="5939614" y="1062406"/>
                <a:ext cx="54656" cy="16798"/>
              </a:xfrm>
              <a:custGeom>
                <a:avLst/>
                <a:gdLst/>
                <a:ahLst/>
                <a:cxnLst/>
                <a:rect l="l" t="t" r="r" b="b"/>
                <a:pathLst>
                  <a:path w="449" h="138" extrusionOk="0">
                    <a:moveTo>
                      <a:pt x="1" y="0"/>
                    </a:moveTo>
                    <a:lnTo>
                      <a:pt x="1" y="111"/>
                    </a:lnTo>
                    <a:lnTo>
                      <a:pt x="96" y="111"/>
                    </a:lnTo>
                    <a:cubicBezTo>
                      <a:pt x="203" y="111"/>
                      <a:pt x="328" y="111"/>
                      <a:pt x="435" y="138"/>
                    </a:cubicBezTo>
                    <a:lnTo>
                      <a:pt x="449" y="30"/>
                    </a:lnTo>
                    <a:cubicBezTo>
                      <a:pt x="341" y="0"/>
                      <a:pt x="216" y="0"/>
                      <a:pt x="96"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6" name="Google Shape;2956;p45"/>
              <p:cNvSpPr/>
              <p:nvPr/>
            </p:nvSpPr>
            <p:spPr>
              <a:xfrm>
                <a:off x="6228107" y="1323023"/>
                <a:ext cx="14851" cy="54656"/>
              </a:xfrm>
              <a:custGeom>
                <a:avLst/>
                <a:gdLst/>
                <a:ahLst/>
                <a:cxnLst/>
                <a:rect l="l" t="t" r="r" b="b"/>
                <a:pathLst>
                  <a:path w="122" h="449" extrusionOk="0">
                    <a:moveTo>
                      <a:pt x="108" y="0"/>
                    </a:moveTo>
                    <a:lnTo>
                      <a:pt x="0" y="13"/>
                    </a:lnTo>
                    <a:lnTo>
                      <a:pt x="0" y="245"/>
                    </a:lnTo>
                    <a:lnTo>
                      <a:pt x="0" y="448"/>
                    </a:lnTo>
                    <a:lnTo>
                      <a:pt x="121" y="448"/>
                    </a:lnTo>
                    <a:lnTo>
                      <a:pt x="121" y="245"/>
                    </a:lnTo>
                    <a:cubicBezTo>
                      <a:pt x="121" y="164"/>
                      <a:pt x="108" y="82"/>
                      <a:pt x="108"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7" name="Google Shape;2957;p45"/>
              <p:cNvSpPr/>
              <p:nvPr/>
            </p:nvSpPr>
            <p:spPr>
              <a:xfrm>
                <a:off x="6198284" y="1218338"/>
                <a:ext cx="31527" cy="55021"/>
              </a:xfrm>
              <a:custGeom>
                <a:avLst/>
                <a:gdLst/>
                <a:ahLst/>
                <a:cxnLst/>
                <a:rect l="l" t="t" r="r" b="b"/>
                <a:pathLst>
                  <a:path w="259" h="452" extrusionOk="0">
                    <a:moveTo>
                      <a:pt x="95" y="1"/>
                    </a:moveTo>
                    <a:lnTo>
                      <a:pt x="0" y="56"/>
                    </a:lnTo>
                    <a:cubicBezTo>
                      <a:pt x="53" y="177"/>
                      <a:pt x="108" y="314"/>
                      <a:pt x="147" y="452"/>
                    </a:cubicBezTo>
                    <a:lnTo>
                      <a:pt x="259" y="422"/>
                    </a:lnTo>
                    <a:cubicBezTo>
                      <a:pt x="216" y="272"/>
                      <a:pt x="164" y="138"/>
                      <a:pt x="95"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8" name="Google Shape;2958;p45"/>
              <p:cNvSpPr/>
              <p:nvPr/>
            </p:nvSpPr>
            <p:spPr>
              <a:xfrm>
                <a:off x="6133403" y="1133981"/>
                <a:ext cx="46622" cy="47839"/>
              </a:xfrm>
              <a:custGeom>
                <a:avLst/>
                <a:gdLst/>
                <a:ahLst/>
                <a:cxnLst/>
                <a:rect l="l" t="t" r="r" b="b"/>
                <a:pathLst>
                  <a:path w="383" h="393" extrusionOk="0">
                    <a:moveTo>
                      <a:pt x="69" y="1"/>
                    </a:moveTo>
                    <a:lnTo>
                      <a:pt x="1" y="82"/>
                    </a:lnTo>
                    <a:cubicBezTo>
                      <a:pt x="108" y="177"/>
                      <a:pt x="206" y="272"/>
                      <a:pt x="288" y="393"/>
                    </a:cubicBezTo>
                    <a:lnTo>
                      <a:pt x="383" y="327"/>
                    </a:lnTo>
                    <a:cubicBezTo>
                      <a:pt x="288" y="203"/>
                      <a:pt x="177" y="95"/>
                      <a:pt x="69"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9" name="Google Shape;2959;p45"/>
              <p:cNvSpPr/>
              <p:nvPr/>
            </p:nvSpPr>
            <p:spPr>
              <a:xfrm>
                <a:off x="6042352" y="1079083"/>
                <a:ext cx="54534" cy="33110"/>
              </a:xfrm>
              <a:custGeom>
                <a:avLst/>
                <a:gdLst/>
                <a:ahLst/>
                <a:cxnLst/>
                <a:rect l="l" t="t" r="r" b="b"/>
                <a:pathLst>
                  <a:path w="448" h="272" extrusionOk="0">
                    <a:moveTo>
                      <a:pt x="39" y="1"/>
                    </a:moveTo>
                    <a:lnTo>
                      <a:pt x="0" y="95"/>
                    </a:lnTo>
                    <a:cubicBezTo>
                      <a:pt x="137" y="151"/>
                      <a:pt x="271" y="206"/>
                      <a:pt x="396" y="272"/>
                    </a:cubicBezTo>
                    <a:lnTo>
                      <a:pt x="448" y="177"/>
                    </a:lnTo>
                    <a:cubicBezTo>
                      <a:pt x="327" y="108"/>
                      <a:pt x="177" y="43"/>
                      <a:pt x="39"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0" name="Google Shape;2960;p45"/>
              <p:cNvSpPr/>
              <p:nvPr/>
            </p:nvSpPr>
            <p:spPr>
              <a:xfrm>
                <a:off x="6228107" y="2287830"/>
                <a:ext cx="13268" cy="53073"/>
              </a:xfrm>
              <a:custGeom>
                <a:avLst/>
                <a:gdLst/>
                <a:ahLst/>
                <a:cxnLst/>
                <a:rect l="l" t="t" r="r" b="b"/>
                <a:pathLst>
                  <a:path w="109" h="436" extrusionOk="0">
                    <a:moveTo>
                      <a:pt x="0" y="1"/>
                    </a:moveTo>
                    <a:lnTo>
                      <a:pt x="0" y="435"/>
                    </a:lnTo>
                    <a:lnTo>
                      <a:pt x="108" y="435"/>
                    </a:lnTo>
                    <a:lnTo>
                      <a:pt x="10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1" name="Google Shape;2961;p45"/>
              <p:cNvSpPr/>
              <p:nvPr/>
            </p:nvSpPr>
            <p:spPr>
              <a:xfrm>
                <a:off x="6228107" y="2073834"/>
                <a:ext cx="13268" cy="52951"/>
              </a:xfrm>
              <a:custGeom>
                <a:avLst/>
                <a:gdLst/>
                <a:ahLst/>
                <a:cxnLst/>
                <a:rect l="l" t="t" r="r" b="b"/>
                <a:pathLst>
                  <a:path w="109" h="435" extrusionOk="0">
                    <a:moveTo>
                      <a:pt x="0" y="0"/>
                    </a:moveTo>
                    <a:lnTo>
                      <a:pt x="0" y="435"/>
                    </a:lnTo>
                    <a:lnTo>
                      <a:pt x="108" y="435"/>
                    </a:lnTo>
                    <a:lnTo>
                      <a:pt x="108"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2" name="Google Shape;2962;p45"/>
              <p:cNvSpPr/>
              <p:nvPr/>
            </p:nvSpPr>
            <p:spPr>
              <a:xfrm>
                <a:off x="6228107" y="1858134"/>
                <a:ext cx="13268" cy="55021"/>
              </a:xfrm>
              <a:custGeom>
                <a:avLst/>
                <a:gdLst/>
                <a:ahLst/>
                <a:cxnLst/>
                <a:rect l="l" t="t" r="r" b="b"/>
                <a:pathLst>
                  <a:path w="109" h="452" extrusionOk="0">
                    <a:moveTo>
                      <a:pt x="0" y="1"/>
                    </a:moveTo>
                    <a:lnTo>
                      <a:pt x="0" y="452"/>
                    </a:lnTo>
                    <a:lnTo>
                      <a:pt x="108" y="452"/>
                    </a:lnTo>
                    <a:lnTo>
                      <a:pt x="10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3" name="Google Shape;2963;p45"/>
              <p:cNvSpPr/>
              <p:nvPr/>
            </p:nvSpPr>
            <p:spPr>
              <a:xfrm>
                <a:off x="6228107" y="2179980"/>
                <a:ext cx="13268" cy="53073"/>
              </a:xfrm>
              <a:custGeom>
                <a:avLst/>
                <a:gdLst/>
                <a:ahLst/>
                <a:cxnLst/>
                <a:rect l="l" t="t" r="r" b="b"/>
                <a:pathLst>
                  <a:path w="109" h="436" extrusionOk="0">
                    <a:moveTo>
                      <a:pt x="0" y="1"/>
                    </a:moveTo>
                    <a:lnTo>
                      <a:pt x="0" y="436"/>
                    </a:lnTo>
                    <a:lnTo>
                      <a:pt x="108" y="436"/>
                    </a:lnTo>
                    <a:lnTo>
                      <a:pt x="10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4" name="Google Shape;2964;p45"/>
              <p:cNvSpPr/>
              <p:nvPr/>
            </p:nvSpPr>
            <p:spPr>
              <a:xfrm>
                <a:off x="7151161" y="1069101"/>
                <a:ext cx="55021" cy="29945"/>
              </a:xfrm>
              <a:custGeom>
                <a:avLst/>
                <a:gdLst/>
                <a:ahLst/>
                <a:cxnLst/>
                <a:rect l="l" t="t" r="r" b="b"/>
                <a:pathLst>
                  <a:path w="452" h="246" extrusionOk="0">
                    <a:moveTo>
                      <a:pt x="30" y="1"/>
                    </a:moveTo>
                    <a:lnTo>
                      <a:pt x="1" y="109"/>
                    </a:lnTo>
                    <a:cubicBezTo>
                      <a:pt x="138" y="138"/>
                      <a:pt x="275" y="190"/>
                      <a:pt x="409" y="246"/>
                    </a:cubicBezTo>
                    <a:lnTo>
                      <a:pt x="452" y="151"/>
                    </a:lnTo>
                    <a:cubicBezTo>
                      <a:pt x="314" y="83"/>
                      <a:pt x="180" y="43"/>
                      <a:pt x="30"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5" name="Google Shape;2965;p45"/>
              <p:cNvSpPr/>
              <p:nvPr/>
            </p:nvSpPr>
            <p:spPr>
              <a:xfrm>
                <a:off x="7366861" y="1720827"/>
                <a:ext cx="13268" cy="53073"/>
              </a:xfrm>
              <a:custGeom>
                <a:avLst/>
                <a:gdLst/>
                <a:ahLst/>
                <a:cxnLst/>
                <a:rect l="l" t="t" r="r" b="b"/>
                <a:pathLst>
                  <a:path w="109" h="436" extrusionOk="0">
                    <a:moveTo>
                      <a:pt x="0" y="1"/>
                    </a:moveTo>
                    <a:lnTo>
                      <a:pt x="0" y="436"/>
                    </a:lnTo>
                    <a:lnTo>
                      <a:pt x="108" y="436"/>
                    </a:lnTo>
                    <a:lnTo>
                      <a:pt x="10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6" name="Google Shape;2966;p45"/>
              <p:cNvSpPr/>
              <p:nvPr/>
            </p:nvSpPr>
            <p:spPr>
              <a:xfrm>
                <a:off x="7366861" y="1826729"/>
                <a:ext cx="13268" cy="55021"/>
              </a:xfrm>
              <a:custGeom>
                <a:avLst/>
                <a:gdLst/>
                <a:ahLst/>
                <a:cxnLst/>
                <a:rect l="l" t="t" r="r" b="b"/>
                <a:pathLst>
                  <a:path w="109" h="452" extrusionOk="0">
                    <a:moveTo>
                      <a:pt x="0" y="0"/>
                    </a:moveTo>
                    <a:lnTo>
                      <a:pt x="0" y="451"/>
                    </a:lnTo>
                    <a:lnTo>
                      <a:pt x="108" y="451"/>
                    </a:lnTo>
                    <a:lnTo>
                      <a:pt x="108"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7" name="Google Shape;2967;p45"/>
              <p:cNvSpPr/>
              <p:nvPr/>
            </p:nvSpPr>
            <p:spPr>
              <a:xfrm>
                <a:off x="7366861" y="1506831"/>
                <a:ext cx="13268" cy="53073"/>
              </a:xfrm>
              <a:custGeom>
                <a:avLst/>
                <a:gdLst/>
                <a:ahLst/>
                <a:cxnLst/>
                <a:rect l="l" t="t" r="r" b="b"/>
                <a:pathLst>
                  <a:path w="109" h="436" extrusionOk="0">
                    <a:moveTo>
                      <a:pt x="0" y="0"/>
                    </a:moveTo>
                    <a:lnTo>
                      <a:pt x="0" y="435"/>
                    </a:lnTo>
                    <a:lnTo>
                      <a:pt x="108" y="435"/>
                    </a:lnTo>
                    <a:lnTo>
                      <a:pt x="108"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8" name="Google Shape;2968;p45"/>
              <p:cNvSpPr/>
              <p:nvPr/>
            </p:nvSpPr>
            <p:spPr>
              <a:xfrm>
                <a:off x="7318657" y="1190097"/>
                <a:ext cx="38344" cy="55021"/>
              </a:xfrm>
              <a:custGeom>
                <a:avLst/>
                <a:gdLst/>
                <a:ahLst/>
                <a:cxnLst/>
                <a:rect l="l" t="t" r="r" b="b"/>
                <a:pathLst>
                  <a:path w="315" h="452" extrusionOk="0">
                    <a:moveTo>
                      <a:pt x="96" y="0"/>
                    </a:moveTo>
                    <a:lnTo>
                      <a:pt x="1" y="69"/>
                    </a:lnTo>
                    <a:cubicBezTo>
                      <a:pt x="82" y="193"/>
                      <a:pt x="151" y="314"/>
                      <a:pt x="207" y="452"/>
                    </a:cubicBezTo>
                    <a:lnTo>
                      <a:pt x="315" y="396"/>
                    </a:lnTo>
                    <a:cubicBezTo>
                      <a:pt x="259" y="259"/>
                      <a:pt x="177" y="138"/>
                      <a:pt x="96"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9" name="Google Shape;2969;p45"/>
              <p:cNvSpPr/>
              <p:nvPr/>
            </p:nvSpPr>
            <p:spPr>
              <a:xfrm>
                <a:off x="7366861" y="1398981"/>
                <a:ext cx="13268" cy="53438"/>
              </a:xfrm>
              <a:custGeom>
                <a:avLst/>
                <a:gdLst/>
                <a:ahLst/>
                <a:cxnLst/>
                <a:rect l="l" t="t" r="r" b="b"/>
                <a:pathLst>
                  <a:path w="109" h="439" extrusionOk="0">
                    <a:moveTo>
                      <a:pt x="0" y="1"/>
                    </a:moveTo>
                    <a:lnTo>
                      <a:pt x="0" y="439"/>
                    </a:lnTo>
                    <a:lnTo>
                      <a:pt x="108" y="439"/>
                    </a:lnTo>
                    <a:lnTo>
                      <a:pt x="10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0" name="Google Shape;2970;p45"/>
              <p:cNvSpPr/>
              <p:nvPr/>
            </p:nvSpPr>
            <p:spPr>
              <a:xfrm>
                <a:off x="7245864" y="1114140"/>
                <a:ext cx="49908" cy="44674"/>
              </a:xfrm>
              <a:custGeom>
                <a:avLst/>
                <a:gdLst/>
                <a:ahLst/>
                <a:cxnLst/>
                <a:rect l="l" t="t" r="r" b="b"/>
                <a:pathLst>
                  <a:path w="410" h="367" extrusionOk="0">
                    <a:moveTo>
                      <a:pt x="69" y="0"/>
                    </a:moveTo>
                    <a:lnTo>
                      <a:pt x="1" y="82"/>
                    </a:lnTo>
                    <a:cubicBezTo>
                      <a:pt x="122" y="164"/>
                      <a:pt x="233" y="258"/>
                      <a:pt x="327" y="366"/>
                    </a:cubicBezTo>
                    <a:lnTo>
                      <a:pt x="409" y="285"/>
                    </a:lnTo>
                    <a:cubicBezTo>
                      <a:pt x="314" y="177"/>
                      <a:pt x="190" y="82"/>
                      <a:pt x="69"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1" name="Google Shape;2971;p45"/>
              <p:cNvSpPr/>
              <p:nvPr/>
            </p:nvSpPr>
            <p:spPr>
              <a:xfrm>
                <a:off x="7360044" y="1291131"/>
                <a:ext cx="20085" cy="55021"/>
              </a:xfrm>
              <a:custGeom>
                <a:avLst/>
                <a:gdLst/>
                <a:ahLst/>
                <a:cxnLst/>
                <a:rect l="l" t="t" r="r" b="b"/>
                <a:pathLst>
                  <a:path w="165" h="452" extrusionOk="0">
                    <a:moveTo>
                      <a:pt x="112" y="1"/>
                    </a:moveTo>
                    <a:lnTo>
                      <a:pt x="1" y="30"/>
                    </a:lnTo>
                    <a:cubicBezTo>
                      <a:pt x="30" y="164"/>
                      <a:pt x="56" y="301"/>
                      <a:pt x="56" y="452"/>
                    </a:cubicBezTo>
                    <a:lnTo>
                      <a:pt x="164" y="452"/>
                    </a:lnTo>
                    <a:cubicBezTo>
                      <a:pt x="164" y="301"/>
                      <a:pt x="138" y="151"/>
                      <a:pt x="112"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2" name="Google Shape;2972;p45"/>
              <p:cNvSpPr/>
              <p:nvPr/>
            </p:nvSpPr>
            <p:spPr>
              <a:xfrm>
                <a:off x="7366861" y="1613098"/>
                <a:ext cx="13268" cy="52951"/>
              </a:xfrm>
              <a:custGeom>
                <a:avLst/>
                <a:gdLst/>
                <a:ahLst/>
                <a:cxnLst/>
                <a:rect l="l" t="t" r="r" b="b"/>
                <a:pathLst>
                  <a:path w="109" h="435" extrusionOk="0">
                    <a:moveTo>
                      <a:pt x="0" y="0"/>
                    </a:moveTo>
                    <a:lnTo>
                      <a:pt x="0" y="435"/>
                    </a:lnTo>
                    <a:lnTo>
                      <a:pt x="108" y="435"/>
                    </a:lnTo>
                    <a:lnTo>
                      <a:pt x="108"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3" name="Google Shape;2973;p45"/>
              <p:cNvSpPr/>
              <p:nvPr/>
            </p:nvSpPr>
            <p:spPr>
              <a:xfrm>
                <a:off x="7366861" y="2470055"/>
                <a:ext cx="13268" cy="53073"/>
              </a:xfrm>
              <a:custGeom>
                <a:avLst/>
                <a:gdLst/>
                <a:ahLst/>
                <a:cxnLst/>
                <a:rect l="l" t="t" r="r" b="b"/>
                <a:pathLst>
                  <a:path w="109" h="436" extrusionOk="0">
                    <a:moveTo>
                      <a:pt x="0" y="1"/>
                    </a:moveTo>
                    <a:lnTo>
                      <a:pt x="0" y="435"/>
                    </a:lnTo>
                    <a:lnTo>
                      <a:pt x="108" y="435"/>
                    </a:lnTo>
                    <a:lnTo>
                      <a:pt x="10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4" name="Google Shape;2974;p45"/>
              <p:cNvSpPr/>
              <p:nvPr/>
            </p:nvSpPr>
            <p:spPr>
              <a:xfrm>
                <a:off x="7366861" y="2576323"/>
                <a:ext cx="13268" cy="54656"/>
              </a:xfrm>
              <a:custGeom>
                <a:avLst/>
                <a:gdLst/>
                <a:ahLst/>
                <a:cxnLst/>
                <a:rect l="l" t="t" r="r" b="b"/>
                <a:pathLst>
                  <a:path w="109" h="449" extrusionOk="0">
                    <a:moveTo>
                      <a:pt x="0" y="0"/>
                    </a:moveTo>
                    <a:lnTo>
                      <a:pt x="0" y="448"/>
                    </a:lnTo>
                    <a:lnTo>
                      <a:pt x="108" y="448"/>
                    </a:lnTo>
                    <a:lnTo>
                      <a:pt x="108"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5" name="Google Shape;2975;p45"/>
              <p:cNvSpPr/>
              <p:nvPr/>
            </p:nvSpPr>
            <p:spPr>
              <a:xfrm>
                <a:off x="7366861" y="1934579"/>
                <a:ext cx="13268" cy="52951"/>
              </a:xfrm>
              <a:custGeom>
                <a:avLst/>
                <a:gdLst/>
                <a:ahLst/>
                <a:cxnLst/>
                <a:rect l="l" t="t" r="r" b="b"/>
                <a:pathLst>
                  <a:path w="109" h="435" extrusionOk="0">
                    <a:moveTo>
                      <a:pt x="0" y="0"/>
                    </a:moveTo>
                    <a:lnTo>
                      <a:pt x="0" y="435"/>
                    </a:lnTo>
                    <a:lnTo>
                      <a:pt x="108" y="435"/>
                    </a:lnTo>
                    <a:lnTo>
                      <a:pt x="108"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6" name="Google Shape;2976;p45"/>
              <p:cNvSpPr/>
              <p:nvPr/>
            </p:nvSpPr>
            <p:spPr>
              <a:xfrm>
                <a:off x="7366861" y="2683808"/>
                <a:ext cx="13268" cy="53317"/>
              </a:xfrm>
              <a:custGeom>
                <a:avLst/>
                <a:gdLst/>
                <a:ahLst/>
                <a:cxnLst/>
                <a:rect l="l" t="t" r="r" b="b"/>
                <a:pathLst>
                  <a:path w="109" h="438" extrusionOk="0">
                    <a:moveTo>
                      <a:pt x="0" y="0"/>
                    </a:moveTo>
                    <a:lnTo>
                      <a:pt x="0" y="438"/>
                    </a:lnTo>
                    <a:lnTo>
                      <a:pt x="108" y="438"/>
                    </a:lnTo>
                    <a:lnTo>
                      <a:pt x="108"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7" name="Google Shape;2977;p45"/>
              <p:cNvSpPr/>
              <p:nvPr/>
            </p:nvSpPr>
            <p:spPr>
              <a:xfrm>
                <a:off x="7366861" y="2040725"/>
                <a:ext cx="13268" cy="54656"/>
              </a:xfrm>
              <a:custGeom>
                <a:avLst/>
                <a:gdLst/>
                <a:ahLst/>
                <a:cxnLst/>
                <a:rect l="l" t="t" r="r" b="b"/>
                <a:pathLst>
                  <a:path w="109" h="449" extrusionOk="0">
                    <a:moveTo>
                      <a:pt x="0" y="1"/>
                    </a:moveTo>
                    <a:lnTo>
                      <a:pt x="0" y="449"/>
                    </a:lnTo>
                    <a:lnTo>
                      <a:pt x="108" y="449"/>
                    </a:lnTo>
                    <a:lnTo>
                      <a:pt x="10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8" name="Google Shape;2978;p45"/>
              <p:cNvSpPr/>
              <p:nvPr/>
            </p:nvSpPr>
            <p:spPr>
              <a:xfrm>
                <a:off x="7366861" y="2148575"/>
                <a:ext cx="13268" cy="53073"/>
              </a:xfrm>
              <a:custGeom>
                <a:avLst/>
                <a:gdLst/>
                <a:ahLst/>
                <a:cxnLst/>
                <a:rect l="l" t="t" r="r" b="b"/>
                <a:pathLst>
                  <a:path w="109" h="436" extrusionOk="0">
                    <a:moveTo>
                      <a:pt x="0" y="1"/>
                    </a:moveTo>
                    <a:lnTo>
                      <a:pt x="0" y="435"/>
                    </a:lnTo>
                    <a:lnTo>
                      <a:pt x="108" y="435"/>
                    </a:lnTo>
                    <a:lnTo>
                      <a:pt x="10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9" name="Google Shape;2979;p45"/>
              <p:cNvSpPr/>
              <p:nvPr/>
            </p:nvSpPr>
            <p:spPr>
              <a:xfrm>
                <a:off x="7366861" y="2362205"/>
                <a:ext cx="13268" cy="55021"/>
              </a:xfrm>
              <a:custGeom>
                <a:avLst/>
                <a:gdLst/>
                <a:ahLst/>
                <a:cxnLst/>
                <a:rect l="l" t="t" r="r" b="b"/>
                <a:pathLst>
                  <a:path w="109" h="452" extrusionOk="0">
                    <a:moveTo>
                      <a:pt x="0" y="1"/>
                    </a:moveTo>
                    <a:lnTo>
                      <a:pt x="0" y="452"/>
                    </a:lnTo>
                    <a:lnTo>
                      <a:pt x="108" y="452"/>
                    </a:lnTo>
                    <a:lnTo>
                      <a:pt x="10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0" name="Google Shape;2980;p45"/>
              <p:cNvSpPr/>
              <p:nvPr/>
            </p:nvSpPr>
            <p:spPr>
              <a:xfrm>
                <a:off x="7366861" y="2256060"/>
                <a:ext cx="13268" cy="53438"/>
              </a:xfrm>
              <a:custGeom>
                <a:avLst/>
                <a:gdLst/>
                <a:ahLst/>
                <a:cxnLst/>
                <a:rect l="l" t="t" r="r" b="b"/>
                <a:pathLst>
                  <a:path w="109" h="439" extrusionOk="0">
                    <a:moveTo>
                      <a:pt x="0" y="0"/>
                    </a:moveTo>
                    <a:lnTo>
                      <a:pt x="0" y="438"/>
                    </a:lnTo>
                    <a:lnTo>
                      <a:pt x="108" y="438"/>
                    </a:lnTo>
                    <a:lnTo>
                      <a:pt x="108"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1" name="Google Shape;2981;p45"/>
              <p:cNvSpPr/>
              <p:nvPr/>
            </p:nvSpPr>
            <p:spPr>
              <a:xfrm>
                <a:off x="6798275" y="1965984"/>
                <a:ext cx="13268" cy="53438"/>
              </a:xfrm>
              <a:custGeom>
                <a:avLst/>
                <a:gdLst/>
                <a:ahLst/>
                <a:cxnLst/>
                <a:rect l="l" t="t" r="r" b="b"/>
                <a:pathLst>
                  <a:path w="109" h="439" extrusionOk="0">
                    <a:moveTo>
                      <a:pt x="0" y="0"/>
                    </a:moveTo>
                    <a:lnTo>
                      <a:pt x="0" y="438"/>
                    </a:lnTo>
                    <a:lnTo>
                      <a:pt x="108" y="438"/>
                    </a:lnTo>
                    <a:lnTo>
                      <a:pt x="108"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2" name="Google Shape;2982;p45"/>
              <p:cNvSpPr/>
              <p:nvPr/>
            </p:nvSpPr>
            <p:spPr>
              <a:xfrm>
                <a:off x="6798275" y="1430386"/>
                <a:ext cx="13268" cy="53438"/>
              </a:xfrm>
              <a:custGeom>
                <a:avLst/>
                <a:gdLst/>
                <a:ahLst/>
                <a:cxnLst/>
                <a:rect l="l" t="t" r="r" b="b"/>
                <a:pathLst>
                  <a:path w="109" h="439" extrusionOk="0">
                    <a:moveTo>
                      <a:pt x="0" y="1"/>
                    </a:moveTo>
                    <a:lnTo>
                      <a:pt x="0" y="439"/>
                    </a:lnTo>
                    <a:lnTo>
                      <a:pt x="108" y="439"/>
                    </a:lnTo>
                    <a:lnTo>
                      <a:pt x="10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3" name="Google Shape;2983;p45"/>
              <p:cNvSpPr/>
              <p:nvPr/>
            </p:nvSpPr>
            <p:spPr>
              <a:xfrm>
                <a:off x="6798275" y="1538236"/>
                <a:ext cx="13268" cy="53438"/>
              </a:xfrm>
              <a:custGeom>
                <a:avLst/>
                <a:gdLst/>
                <a:ahLst/>
                <a:cxnLst/>
                <a:rect l="l" t="t" r="r" b="b"/>
                <a:pathLst>
                  <a:path w="109" h="439" extrusionOk="0">
                    <a:moveTo>
                      <a:pt x="0" y="1"/>
                    </a:moveTo>
                    <a:lnTo>
                      <a:pt x="0" y="439"/>
                    </a:lnTo>
                    <a:lnTo>
                      <a:pt x="108" y="439"/>
                    </a:lnTo>
                    <a:lnTo>
                      <a:pt x="10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4" name="Google Shape;2984;p45"/>
              <p:cNvSpPr/>
              <p:nvPr/>
            </p:nvSpPr>
            <p:spPr>
              <a:xfrm>
                <a:off x="6798275" y="1644504"/>
                <a:ext cx="13268" cy="54656"/>
              </a:xfrm>
              <a:custGeom>
                <a:avLst/>
                <a:gdLst/>
                <a:ahLst/>
                <a:cxnLst/>
                <a:rect l="l" t="t" r="r" b="b"/>
                <a:pathLst>
                  <a:path w="109" h="449" extrusionOk="0">
                    <a:moveTo>
                      <a:pt x="0" y="0"/>
                    </a:moveTo>
                    <a:lnTo>
                      <a:pt x="0" y="448"/>
                    </a:lnTo>
                    <a:lnTo>
                      <a:pt x="108" y="448"/>
                    </a:lnTo>
                    <a:lnTo>
                      <a:pt x="108"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5" name="Google Shape;2985;p45"/>
              <p:cNvSpPr/>
              <p:nvPr/>
            </p:nvSpPr>
            <p:spPr>
              <a:xfrm>
                <a:off x="6798275" y="2393733"/>
                <a:ext cx="13268" cy="55021"/>
              </a:xfrm>
              <a:custGeom>
                <a:avLst/>
                <a:gdLst/>
                <a:ahLst/>
                <a:cxnLst/>
                <a:rect l="l" t="t" r="r" b="b"/>
                <a:pathLst>
                  <a:path w="109" h="452" extrusionOk="0">
                    <a:moveTo>
                      <a:pt x="0" y="0"/>
                    </a:moveTo>
                    <a:lnTo>
                      <a:pt x="0" y="438"/>
                    </a:lnTo>
                    <a:lnTo>
                      <a:pt x="0" y="451"/>
                    </a:lnTo>
                    <a:lnTo>
                      <a:pt x="108" y="451"/>
                    </a:lnTo>
                    <a:lnTo>
                      <a:pt x="108" y="438"/>
                    </a:lnTo>
                    <a:lnTo>
                      <a:pt x="108"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6" name="Google Shape;2986;p45"/>
              <p:cNvSpPr/>
              <p:nvPr/>
            </p:nvSpPr>
            <p:spPr>
              <a:xfrm>
                <a:off x="6536441" y="2715578"/>
                <a:ext cx="54656" cy="21546"/>
              </a:xfrm>
              <a:custGeom>
                <a:avLst/>
                <a:gdLst/>
                <a:ahLst/>
                <a:cxnLst/>
                <a:rect l="l" t="t" r="r" b="b"/>
                <a:pathLst>
                  <a:path w="449" h="177" extrusionOk="0">
                    <a:moveTo>
                      <a:pt x="422" y="1"/>
                    </a:moveTo>
                    <a:cubicBezTo>
                      <a:pt x="285" y="40"/>
                      <a:pt x="148" y="53"/>
                      <a:pt x="1" y="66"/>
                    </a:cubicBezTo>
                    <a:lnTo>
                      <a:pt x="14" y="177"/>
                    </a:lnTo>
                    <a:cubicBezTo>
                      <a:pt x="164" y="164"/>
                      <a:pt x="311" y="148"/>
                      <a:pt x="448" y="108"/>
                    </a:cubicBezTo>
                    <a:lnTo>
                      <a:pt x="422"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7" name="Google Shape;2987;p45"/>
              <p:cNvSpPr/>
              <p:nvPr/>
            </p:nvSpPr>
            <p:spPr>
              <a:xfrm>
                <a:off x="6798275" y="1752354"/>
                <a:ext cx="13268" cy="52951"/>
              </a:xfrm>
              <a:custGeom>
                <a:avLst/>
                <a:gdLst/>
                <a:ahLst/>
                <a:cxnLst/>
                <a:rect l="l" t="t" r="r" b="b"/>
                <a:pathLst>
                  <a:path w="109" h="435" extrusionOk="0">
                    <a:moveTo>
                      <a:pt x="0" y="0"/>
                    </a:moveTo>
                    <a:lnTo>
                      <a:pt x="0" y="435"/>
                    </a:lnTo>
                    <a:lnTo>
                      <a:pt x="108" y="435"/>
                    </a:lnTo>
                    <a:lnTo>
                      <a:pt x="108"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8" name="Google Shape;2988;p45"/>
              <p:cNvSpPr/>
              <p:nvPr/>
            </p:nvSpPr>
            <p:spPr>
              <a:xfrm>
                <a:off x="6778312" y="2499878"/>
                <a:ext cx="28484" cy="54656"/>
              </a:xfrm>
              <a:custGeom>
                <a:avLst/>
                <a:gdLst/>
                <a:ahLst/>
                <a:cxnLst/>
                <a:rect l="l" t="t" r="r" b="b"/>
                <a:pathLst>
                  <a:path w="234" h="449" extrusionOk="0">
                    <a:moveTo>
                      <a:pt x="122" y="1"/>
                    </a:moveTo>
                    <a:cubicBezTo>
                      <a:pt x="96" y="138"/>
                      <a:pt x="57" y="272"/>
                      <a:pt x="1" y="409"/>
                    </a:cubicBezTo>
                    <a:lnTo>
                      <a:pt x="96" y="449"/>
                    </a:lnTo>
                    <a:cubicBezTo>
                      <a:pt x="151" y="315"/>
                      <a:pt x="204" y="164"/>
                      <a:pt x="233" y="14"/>
                    </a:cubicBezTo>
                    <a:lnTo>
                      <a:pt x="122"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9" name="Google Shape;2989;p45"/>
              <p:cNvSpPr/>
              <p:nvPr/>
            </p:nvSpPr>
            <p:spPr>
              <a:xfrm>
                <a:off x="6637474" y="2672244"/>
                <a:ext cx="53073" cy="38222"/>
              </a:xfrm>
              <a:custGeom>
                <a:avLst/>
                <a:gdLst/>
                <a:ahLst/>
                <a:cxnLst/>
                <a:rect l="l" t="t" r="r" b="b"/>
                <a:pathLst>
                  <a:path w="436" h="314" extrusionOk="0">
                    <a:moveTo>
                      <a:pt x="367" y="0"/>
                    </a:moveTo>
                    <a:cubicBezTo>
                      <a:pt x="259" y="82"/>
                      <a:pt x="135" y="151"/>
                      <a:pt x="1" y="219"/>
                    </a:cubicBezTo>
                    <a:lnTo>
                      <a:pt x="53" y="314"/>
                    </a:lnTo>
                    <a:cubicBezTo>
                      <a:pt x="190" y="245"/>
                      <a:pt x="315" y="177"/>
                      <a:pt x="436" y="82"/>
                    </a:cubicBezTo>
                    <a:lnTo>
                      <a:pt x="367"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0" name="Google Shape;2990;p45"/>
              <p:cNvSpPr/>
              <p:nvPr/>
            </p:nvSpPr>
            <p:spPr>
              <a:xfrm>
                <a:off x="6721831" y="2596164"/>
                <a:ext cx="43578" cy="49908"/>
              </a:xfrm>
              <a:custGeom>
                <a:avLst/>
                <a:gdLst/>
                <a:ahLst/>
                <a:cxnLst/>
                <a:rect l="l" t="t" r="r" b="b"/>
                <a:pathLst>
                  <a:path w="358" h="410" extrusionOk="0">
                    <a:moveTo>
                      <a:pt x="259" y="1"/>
                    </a:moveTo>
                    <a:cubicBezTo>
                      <a:pt x="194" y="122"/>
                      <a:pt x="96" y="230"/>
                      <a:pt x="1" y="341"/>
                    </a:cubicBezTo>
                    <a:lnTo>
                      <a:pt x="83" y="409"/>
                    </a:lnTo>
                    <a:cubicBezTo>
                      <a:pt x="177" y="298"/>
                      <a:pt x="275" y="190"/>
                      <a:pt x="357" y="53"/>
                    </a:cubicBezTo>
                    <a:lnTo>
                      <a:pt x="259"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1" name="Google Shape;2991;p45"/>
              <p:cNvSpPr/>
              <p:nvPr/>
            </p:nvSpPr>
            <p:spPr>
              <a:xfrm>
                <a:off x="7045380" y="1062406"/>
                <a:ext cx="54534" cy="16798"/>
              </a:xfrm>
              <a:custGeom>
                <a:avLst/>
                <a:gdLst/>
                <a:ahLst/>
                <a:cxnLst/>
                <a:rect l="l" t="t" r="r" b="b"/>
                <a:pathLst>
                  <a:path w="448" h="138" extrusionOk="0">
                    <a:moveTo>
                      <a:pt x="353" y="0"/>
                    </a:moveTo>
                    <a:cubicBezTo>
                      <a:pt x="245" y="0"/>
                      <a:pt x="121" y="0"/>
                      <a:pt x="0" y="30"/>
                    </a:cubicBezTo>
                    <a:lnTo>
                      <a:pt x="13" y="138"/>
                    </a:lnTo>
                    <a:cubicBezTo>
                      <a:pt x="134" y="111"/>
                      <a:pt x="245" y="111"/>
                      <a:pt x="353" y="111"/>
                    </a:cubicBezTo>
                    <a:lnTo>
                      <a:pt x="448" y="111"/>
                    </a:lnTo>
                    <a:lnTo>
                      <a:pt x="448"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2" name="Google Shape;2992;p45"/>
              <p:cNvSpPr/>
              <p:nvPr/>
            </p:nvSpPr>
            <p:spPr>
              <a:xfrm>
                <a:off x="6798275" y="1323023"/>
                <a:ext cx="14851" cy="54656"/>
              </a:xfrm>
              <a:custGeom>
                <a:avLst/>
                <a:gdLst/>
                <a:ahLst/>
                <a:cxnLst/>
                <a:rect l="l" t="t" r="r" b="b"/>
                <a:pathLst>
                  <a:path w="122" h="449" extrusionOk="0">
                    <a:moveTo>
                      <a:pt x="13" y="0"/>
                    </a:moveTo>
                    <a:cubicBezTo>
                      <a:pt x="0" y="82"/>
                      <a:pt x="0" y="164"/>
                      <a:pt x="0" y="245"/>
                    </a:cubicBezTo>
                    <a:lnTo>
                      <a:pt x="0" y="448"/>
                    </a:lnTo>
                    <a:lnTo>
                      <a:pt x="108" y="448"/>
                    </a:lnTo>
                    <a:lnTo>
                      <a:pt x="108" y="245"/>
                    </a:lnTo>
                    <a:cubicBezTo>
                      <a:pt x="108" y="177"/>
                      <a:pt x="108" y="95"/>
                      <a:pt x="121" y="13"/>
                    </a:cubicBezTo>
                    <a:lnTo>
                      <a:pt x="13"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3" name="Google Shape;2993;p45"/>
              <p:cNvSpPr/>
              <p:nvPr/>
            </p:nvSpPr>
            <p:spPr>
              <a:xfrm>
                <a:off x="6809839" y="1218338"/>
                <a:ext cx="33110" cy="55021"/>
              </a:xfrm>
              <a:custGeom>
                <a:avLst/>
                <a:gdLst/>
                <a:ahLst/>
                <a:cxnLst/>
                <a:rect l="l" t="t" r="r" b="b"/>
                <a:pathLst>
                  <a:path w="272" h="452" extrusionOk="0">
                    <a:moveTo>
                      <a:pt x="177" y="1"/>
                    </a:moveTo>
                    <a:cubicBezTo>
                      <a:pt x="108" y="138"/>
                      <a:pt x="43" y="272"/>
                      <a:pt x="0" y="422"/>
                    </a:cubicBezTo>
                    <a:lnTo>
                      <a:pt x="108" y="452"/>
                    </a:lnTo>
                    <a:cubicBezTo>
                      <a:pt x="151" y="314"/>
                      <a:pt x="206" y="177"/>
                      <a:pt x="271" y="56"/>
                    </a:cubicBezTo>
                    <a:lnTo>
                      <a:pt x="177"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4" name="Google Shape;2994;p45"/>
              <p:cNvSpPr/>
              <p:nvPr/>
            </p:nvSpPr>
            <p:spPr>
              <a:xfrm>
                <a:off x="6861086" y="1133981"/>
                <a:ext cx="46743" cy="47839"/>
              </a:xfrm>
              <a:custGeom>
                <a:avLst/>
                <a:gdLst/>
                <a:ahLst/>
                <a:cxnLst/>
                <a:rect l="l" t="t" r="r" b="b"/>
                <a:pathLst>
                  <a:path w="384" h="393" extrusionOk="0">
                    <a:moveTo>
                      <a:pt x="302" y="1"/>
                    </a:moveTo>
                    <a:cubicBezTo>
                      <a:pt x="194" y="95"/>
                      <a:pt x="83" y="203"/>
                      <a:pt x="1" y="327"/>
                    </a:cubicBezTo>
                    <a:lnTo>
                      <a:pt x="83" y="393"/>
                    </a:lnTo>
                    <a:cubicBezTo>
                      <a:pt x="164" y="272"/>
                      <a:pt x="275" y="177"/>
                      <a:pt x="383" y="82"/>
                    </a:cubicBezTo>
                    <a:lnTo>
                      <a:pt x="302"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5" name="Google Shape;2995;p45"/>
              <p:cNvSpPr/>
              <p:nvPr/>
            </p:nvSpPr>
            <p:spPr>
              <a:xfrm>
                <a:off x="6942278" y="1079083"/>
                <a:ext cx="55021" cy="33110"/>
              </a:xfrm>
              <a:custGeom>
                <a:avLst/>
                <a:gdLst/>
                <a:ahLst/>
                <a:cxnLst/>
                <a:rect l="l" t="t" r="r" b="b"/>
                <a:pathLst>
                  <a:path w="452" h="272" extrusionOk="0">
                    <a:moveTo>
                      <a:pt x="409" y="1"/>
                    </a:moveTo>
                    <a:cubicBezTo>
                      <a:pt x="275" y="43"/>
                      <a:pt x="138" y="108"/>
                      <a:pt x="1" y="177"/>
                    </a:cubicBezTo>
                    <a:lnTo>
                      <a:pt x="56" y="272"/>
                    </a:lnTo>
                    <a:cubicBezTo>
                      <a:pt x="180" y="206"/>
                      <a:pt x="314" y="151"/>
                      <a:pt x="452" y="95"/>
                    </a:cubicBezTo>
                    <a:lnTo>
                      <a:pt x="409"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6" name="Google Shape;2996;p45"/>
              <p:cNvSpPr/>
              <p:nvPr/>
            </p:nvSpPr>
            <p:spPr>
              <a:xfrm>
                <a:off x="6798275" y="2287830"/>
                <a:ext cx="13268" cy="53073"/>
              </a:xfrm>
              <a:custGeom>
                <a:avLst/>
                <a:gdLst/>
                <a:ahLst/>
                <a:cxnLst/>
                <a:rect l="l" t="t" r="r" b="b"/>
                <a:pathLst>
                  <a:path w="109" h="436" extrusionOk="0">
                    <a:moveTo>
                      <a:pt x="0" y="1"/>
                    </a:moveTo>
                    <a:lnTo>
                      <a:pt x="0" y="435"/>
                    </a:lnTo>
                    <a:lnTo>
                      <a:pt x="108" y="435"/>
                    </a:lnTo>
                    <a:lnTo>
                      <a:pt x="10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7" name="Google Shape;2997;p45"/>
              <p:cNvSpPr/>
              <p:nvPr/>
            </p:nvSpPr>
            <p:spPr>
              <a:xfrm>
                <a:off x="6798275" y="2073834"/>
                <a:ext cx="13268" cy="52951"/>
              </a:xfrm>
              <a:custGeom>
                <a:avLst/>
                <a:gdLst/>
                <a:ahLst/>
                <a:cxnLst/>
                <a:rect l="l" t="t" r="r" b="b"/>
                <a:pathLst>
                  <a:path w="109" h="435" extrusionOk="0">
                    <a:moveTo>
                      <a:pt x="0" y="0"/>
                    </a:moveTo>
                    <a:lnTo>
                      <a:pt x="0" y="435"/>
                    </a:lnTo>
                    <a:lnTo>
                      <a:pt x="108" y="435"/>
                    </a:lnTo>
                    <a:lnTo>
                      <a:pt x="108"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8" name="Google Shape;2998;p45"/>
              <p:cNvSpPr/>
              <p:nvPr/>
            </p:nvSpPr>
            <p:spPr>
              <a:xfrm>
                <a:off x="6798275" y="1858134"/>
                <a:ext cx="13268" cy="55021"/>
              </a:xfrm>
              <a:custGeom>
                <a:avLst/>
                <a:gdLst/>
                <a:ahLst/>
                <a:cxnLst/>
                <a:rect l="l" t="t" r="r" b="b"/>
                <a:pathLst>
                  <a:path w="109" h="452" extrusionOk="0">
                    <a:moveTo>
                      <a:pt x="0" y="1"/>
                    </a:moveTo>
                    <a:lnTo>
                      <a:pt x="0" y="452"/>
                    </a:lnTo>
                    <a:lnTo>
                      <a:pt x="108" y="452"/>
                    </a:lnTo>
                    <a:lnTo>
                      <a:pt x="10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9" name="Google Shape;2999;p45"/>
              <p:cNvSpPr/>
              <p:nvPr/>
            </p:nvSpPr>
            <p:spPr>
              <a:xfrm>
                <a:off x="6798275" y="2179980"/>
                <a:ext cx="13268" cy="53073"/>
              </a:xfrm>
              <a:custGeom>
                <a:avLst/>
                <a:gdLst/>
                <a:ahLst/>
                <a:cxnLst/>
                <a:rect l="l" t="t" r="r" b="b"/>
                <a:pathLst>
                  <a:path w="109" h="436" extrusionOk="0">
                    <a:moveTo>
                      <a:pt x="0" y="1"/>
                    </a:moveTo>
                    <a:lnTo>
                      <a:pt x="0" y="436"/>
                    </a:lnTo>
                    <a:lnTo>
                      <a:pt x="108" y="436"/>
                    </a:lnTo>
                    <a:lnTo>
                      <a:pt x="10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0" name="Google Shape;3000;p45"/>
              <p:cNvSpPr/>
              <p:nvPr/>
            </p:nvSpPr>
            <p:spPr>
              <a:xfrm>
                <a:off x="5661103" y="3756465"/>
                <a:ext cx="13268" cy="53438"/>
              </a:xfrm>
              <a:custGeom>
                <a:avLst/>
                <a:gdLst/>
                <a:ahLst/>
                <a:cxnLst/>
                <a:rect l="l" t="t" r="r" b="b"/>
                <a:pathLst>
                  <a:path w="109" h="439" extrusionOk="0">
                    <a:moveTo>
                      <a:pt x="1" y="0"/>
                    </a:moveTo>
                    <a:lnTo>
                      <a:pt x="1" y="438"/>
                    </a:lnTo>
                    <a:lnTo>
                      <a:pt x="109" y="438"/>
                    </a:lnTo>
                    <a:lnTo>
                      <a:pt x="109"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1" name="Google Shape;3001;p45"/>
              <p:cNvSpPr/>
              <p:nvPr/>
            </p:nvSpPr>
            <p:spPr>
              <a:xfrm>
                <a:off x="5661103" y="3862732"/>
                <a:ext cx="13268" cy="54534"/>
              </a:xfrm>
              <a:custGeom>
                <a:avLst/>
                <a:gdLst/>
                <a:ahLst/>
                <a:cxnLst/>
                <a:rect l="l" t="t" r="r" b="b"/>
                <a:pathLst>
                  <a:path w="109" h="448" extrusionOk="0">
                    <a:moveTo>
                      <a:pt x="1" y="0"/>
                    </a:moveTo>
                    <a:lnTo>
                      <a:pt x="1" y="448"/>
                    </a:lnTo>
                    <a:lnTo>
                      <a:pt x="109" y="448"/>
                    </a:lnTo>
                    <a:lnTo>
                      <a:pt x="109"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2" name="Google Shape;3002;p45"/>
              <p:cNvSpPr/>
              <p:nvPr/>
            </p:nvSpPr>
            <p:spPr>
              <a:xfrm>
                <a:off x="5661103" y="3648615"/>
                <a:ext cx="13268" cy="53438"/>
              </a:xfrm>
              <a:custGeom>
                <a:avLst/>
                <a:gdLst/>
                <a:ahLst/>
                <a:cxnLst/>
                <a:rect l="l" t="t" r="r" b="b"/>
                <a:pathLst>
                  <a:path w="109" h="439" extrusionOk="0">
                    <a:moveTo>
                      <a:pt x="1" y="0"/>
                    </a:moveTo>
                    <a:lnTo>
                      <a:pt x="1" y="438"/>
                    </a:lnTo>
                    <a:lnTo>
                      <a:pt x="109" y="438"/>
                    </a:lnTo>
                    <a:lnTo>
                      <a:pt x="109"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3" name="Google Shape;3003;p45"/>
              <p:cNvSpPr/>
              <p:nvPr/>
            </p:nvSpPr>
            <p:spPr>
              <a:xfrm>
                <a:off x="5661103" y="4506059"/>
                <a:ext cx="13268" cy="53073"/>
              </a:xfrm>
              <a:custGeom>
                <a:avLst/>
                <a:gdLst/>
                <a:ahLst/>
                <a:cxnLst/>
                <a:rect l="l" t="t" r="r" b="b"/>
                <a:pathLst>
                  <a:path w="109" h="436" extrusionOk="0">
                    <a:moveTo>
                      <a:pt x="1" y="0"/>
                    </a:moveTo>
                    <a:lnTo>
                      <a:pt x="1" y="435"/>
                    </a:lnTo>
                    <a:lnTo>
                      <a:pt x="109" y="435"/>
                    </a:lnTo>
                    <a:lnTo>
                      <a:pt x="109"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4" name="Google Shape;3004;p45"/>
              <p:cNvSpPr/>
              <p:nvPr/>
            </p:nvSpPr>
            <p:spPr>
              <a:xfrm>
                <a:off x="5661103" y="3970461"/>
                <a:ext cx="13268" cy="53073"/>
              </a:xfrm>
              <a:custGeom>
                <a:avLst/>
                <a:gdLst/>
                <a:ahLst/>
                <a:cxnLst/>
                <a:rect l="l" t="t" r="r" b="b"/>
                <a:pathLst>
                  <a:path w="109" h="436" extrusionOk="0">
                    <a:moveTo>
                      <a:pt x="1" y="1"/>
                    </a:moveTo>
                    <a:lnTo>
                      <a:pt x="1" y="436"/>
                    </a:lnTo>
                    <a:lnTo>
                      <a:pt x="109" y="436"/>
                    </a:lnTo>
                    <a:lnTo>
                      <a:pt x="109"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5" name="Google Shape;3005;p45"/>
              <p:cNvSpPr/>
              <p:nvPr/>
            </p:nvSpPr>
            <p:spPr>
              <a:xfrm>
                <a:off x="5661103" y="4078311"/>
                <a:ext cx="13268" cy="53073"/>
              </a:xfrm>
              <a:custGeom>
                <a:avLst/>
                <a:gdLst/>
                <a:ahLst/>
                <a:cxnLst/>
                <a:rect l="l" t="t" r="r" b="b"/>
                <a:pathLst>
                  <a:path w="109" h="436" extrusionOk="0">
                    <a:moveTo>
                      <a:pt x="1" y="1"/>
                    </a:moveTo>
                    <a:lnTo>
                      <a:pt x="1" y="435"/>
                    </a:lnTo>
                    <a:lnTo>
                      <a:pt x="109" y="435"/>
                    </a:lnTo>
                    <a:lnTo>
                      <a:pt x="109"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6" name="Google Shape;3006;p45"/>
              <p:cNvSpPr/>
              <p:nvPr/>
            </p:nvSpPr>
            <p:spPr>
              <a:xfrm>
                <a:off x="5661103" y="4184213"/>
                <a:ext cx="13268" cy="53438"/>
              </a:xfrm>
              <a:custGeom>
                <a:avLst/>
                <a:gdLst/>
                <a:ahLst/>
                <a:cxnLst/>
                <a:rect l="l" t="t" r="r" b="b"/>
                <a:pathLst>
                  <a:path w="109" h="439" extrusionOk="0">
                    <a:moveTo>
                      <a:pt x="1" y="0"/>
                    </a:moveTo>
                    <a:lnTo>
                      <a:pt x="1" y="438"/>
                    </a:lnTo>
                    <a:lnTo>
                      <a:pt x="109" y="438"/>
                    </a:lnTo>
                    <a:lnTo>
                      <a:pt x="109"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7" name="Google Shape;3007;p45"/>
              <p:cNvSpPr/>
              <p:nvPr/>
            </p:nvSpPr>
            <p:spPr>
              <a:xfrm>
                <a:off x="5661103" y="4398209"/>
                <a:ext cx="13268" cy="54656"/>
              </a:xfrm>
              <a:custGeom>
                <a:avLst/>
                <a:gdLst/>
                <a:ahLst/>
                <a:cxnLst/>
                <a:rect l="l" t="t" r="r" b="b"/>
                <a:pathLst>
                  <a:path w="109" h="449" extrusionOk="0">
                    <a:moveTo>
                      <a:pt x="1" y="1"/>
                    </a:moveTo>
                    <a:lnTo>
                      <a:pt x="1" y="448"/>
                    </a:lnTo>
                    <a:lnTo>
                      <a:pt x="109" y="448"/>
                    </a:lnTo>
                    <a:lnTo>
                      <a:pt x="109"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8" name="Google Shape;3008;p45"/>
              <p:cNvSpPr/>
              <p:nvPr/>
            </p:nvSpPr>
            <p:spPr>
              <a:xfrm>
                <a:off x="5661103" y="4291941"/>
                <a:ext cx="13268" cy="53073"/>
              </a:xfrm>
              <a:custGeom>
                <a:avLst/>
                <a:gdLst/>
                <a:ahLst/>
                <a:cxnLst/>
                <a:rect l="l" t="t" r="r" b="b"/>
                <a:pathLst>
                  <a:path w="109" h="436" extrusionOk="0">
                    <a:moveTo>
                      <a:pt x="1" y="1"/>
                    </a:moveTo>
                    <a:lnTo>
                      <a:pt x="1" y="436"/>
                    </a:lnTo>
                    <a:lnTo>
                      <a:pt x="109" y="436"/>
                    </a:lnTo>
                    <a:lnTo>
                      <a:pt x="109"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9" name="Google Shape;3009;p45"/>
              <p:cNvSpPr/>
              <p:nvPr/>
            </p:nvSpPr>
            <p:spPr>
              <a:xfrm>
                <a:off x="5661103" y="2896221"/>
                <a:ext cx="13268" cy="54656"/>
              </a:xfrm>
              <a:custGeom>
                <a:avLst/>
                <a:gdLst/>
                <a:ahLst/>
                <a:cxnLst/>
                <a:rect l="l" t="t" r="r" b="b"/>
                <a:pathLst>
                  <a:path w="109" h="449" extrusionOk="0">
                    <a:moveTo>
                      <a:pt x="1" y="0"/>
                    </a:moveTo>
                    <a:lnTo>
                      <a:pt x="1" y="448"/>
                    </a:lnTo>
                    <a:lnTo>
                      <a:pt x="109" y="448"/>
                    </a:lnTo>
                    <a:lnTo>
                      <a:pt x="109"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0" name="Google Shape;3010;p45"/>
              <p:cNvSpPr/>
              <p:nvPr/>
            </p:nvSpPr>
            <p:spPr>
              <a:xfrm>
                <a:off x="5661103" y="3004071"/>
                <a:ext cx="13268" cy="52951"/>
              </a:xfrm>
              <a:custGeom>
                <a:avLst/>
                <a:gdLst/>
                <a:ahLst/>
                <a:cxnLst/>
                <a:rect l="l" t="t" r="r" b="b"/>
                <a:pathLst>
                  <a:path w="109" h="435" extrusionOk="0">
                    <a:moveTo>
                      <a:pt x="1" y="0"/>
                    </a:moveTo>
                    <a:lnTo>
                      <a:pt x="1" y="435"/>
                    </a:lnTo>
                    <a:lnTo>
                      <a:pt x="109" y="435"/>
                    </a:lnTo>
                    <a:lnTo>
                      <a:pt x="109"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1" name="Google Shape;3011;p45"/>
              <p:cNvSpPr/>
              <p:nvPr/>
            </p:nvSpPr>
            <p:spPr>
              <a:xfrm>
                <a:off x="5659156" y="2789954"/>
                <a:ext cx="15216" cy="53073"/>
              </a:xfrm>
              <a:custGeom>
                <a:avLst/>
                <a:gdLst/>
                <a:ahLst/>
                <a:cxnLst/>
                <a:rect l="l" t="t" r="r" b="b"/>
                <a:pathLst>
                  <a:path w="125" h="436" extrusionOk="0">
                    <a:moveTo>
                      <a:pt x="17" y="1"/>
                    </a:moveTo>
                    <a:lnTo>
                      <a:pt x="17" y="14"/>
                    </a:lnTo>
                    <a:lnTo>
                      <a:pt x="0" y="14"/>
                    </a:lnTo>
                    <a:lnTo>
                      <a:pt x="0" y="164"/>
                    </a:lnTo>
                    <a:lnTo>
                      <a:pt x="17" y="164"/>
                    </a:lnTo>
                    <a:lnTo>
                      <a:pt x="17" y="435"/>
                    </a:lnTo>
                    <a:lnTo>
                      <a:pt x="125" y="435"/>
                    </a:lnTo>
                    <a:lnTo>
                      <a:pt x="12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2" name="Google Shape;3012;p45"/>
              <p:cNvSpPr/>
              <p:nvPr/>
            </p:nvSpPr>
            <p:spPr>
              <a:xfrm>
                <a:off x="5661103" y="3111434"/>
                <a:ext cx="13268" cy="53438"/>
              </a:xfrm>
              <a:custGeom>
                <a:avLst/>
                <a:gdLst/>
                <a:ahLst/>
                <a:cxnLst/>
                <a:rect l="l" t="t" r="r" b="b"/>
                <a:pathLst>
                  <a:path w="109" h="439" extrusionOk="0">
                    <a:moveTo>
                      <a:pt x="1" y="1"/>
                    </a:moveTo>
                    <a:lnTo>
                      <a:pt x="1" y="439"/>
                    </a:lnTo>
                    <a:lnTo>
                      <a:pt x="109" y="439"/>
                    </a:lnTo>
                    <a:lnTo>
                      <a:pt x="109"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3" name="Google Shape;3013;p45"/>
              <p:cNvSpPr/>
              <p:nvPr/>
            </p:nvSpPr>
            <p:spPr>
              <a:xfrm>
                <a:off x="5661103" y="3217702"/>
                <a:ext cx="13268" cy="55021"/>
              </a:xfrm>
              <a:custGeom>
                <a:avLst/>
                <a:gdLst/>
                <a:ahLst/>
                <a:cxnLst/>
                <a:rect l="l" t="t" r="r" b="b"/>
                <a:pathLst>
                  <a:path w="109" h="452" extrusionOk="0">
                    <a:moveTo>
                      <a:pt x="1" y="1"/>
                    </a:moveTo>
                    <a:lnTo>
                      <a:pt x="1" y="452"/>
                    </a:lnTo>
                    <a:lnTo>
                      <a:pt x="109" y="452"/>
                    </a:lnTo>
                    <a:lnTo>
                      <a:pt x="109"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4" name="Google Shape;3014;p45"/>
              <p:cNvSpPr/>
              <p:nvPr/>
            </p:nvSpPr>
            <p:spPr>
              <a:xfrm>
                <a:off x="5661103" y="3325552"/>
                <a:ext cx="13268" cy="53073"/>
              </a:xfrm>
              <a:custGeom>
                <a:avLst/>
                <a:gdLst/>
                <a:ahLst/>
                <a:cxnLst/>
                <a:rect l="l" t="t" r="r" b="b"/>
                <a:pathLst>
                  <a:path w="109" h="436" extrusionOk="0">
                    <a:moveTo>
                      <a:pt x="1" y="0"/>
                    </a:moveTo>
                    <a:lnTo>
                      <a:pt x="1" y="435"/>
                    </a:lnTo>
                    <a:lnTo>
                      <a:pt x="109" y="435"/>
                    </a:lnTo>
                    <a:lnTo>
                      <a:pt x="109"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5" name="Google Shape;3015;p45"/>
              <p:cNvSpPr/>
              <p:nvPr/>
            </p:nvSpPr>
            <p:spPr>
              <a:xfrm>
                <a:off x="5661103" y="3539182"/>
                <a:ext cx="13268" cy="56603"/>
              </a:xfrm>
              <a:custGeom>
                <a:avLst/>
                <a:gdLst/>
                <a:ahLst/>
                <a:cxnLst/>
                <a:rect l="l" t="t" r="r" b="b"/>
                <a:pathLst>
                  <a:path w="109" h="465" extrusionOk="0">
                    <a:moveTo>
                      <a:pt x="1" y="1"/>
                    </a:moveTo>
                    <a:lnTo>
                      <a:pt x="1" y="30"/>
                    </a:lnTo>
                    <a:lnTo>
                      <a:pt x="1" y="439"/>
                    </a:lnTo>
                    <a:lnTo>
                      <a:pt x="1" y="465"/>
                    </a:lnTo>
                    <a:lnTo>
                      <a:pt x="109" y="465"/>
                    </a:lnTo>
                    <a:lnTo>
                      <a:pt x="109" y="439"/>
                    </a:lnTo>
                    <a:lnTo>
                      <a:pt x="109" y="30"/>
                    </a:lnTo>
                    <a:lnTo>
                      <a:pt x="109"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6" name="Google Shape;3016;p45"/>
              <p:cNvSpPr/>
              <p:nvPr/>
            </p:nvSpPr>
            <p:spPr>
              <a:xfrm>
                <a:off x="5661103" y="3431819"/>
                <a:ext cx="13268" cy="54534"/>
              </a:xfrm>
              <a:custGeom>
                <a:avLst/>
                <a:gdLst/>
                <a:ahLst/>
                <a:cxnLst/>
                <a:rect l="l" t="t" r="r" b="b"/>
                <a:pathLst>
                  <a:path w="109" h="448" extrusionOk="0">
                    <a:moveTo>
                      <a:pt x="1" y="0"/>
                    </a:moveTo>
                    <a:lnTo>
                      <a:pt x="1" y="448"/>
                    </a:lnTo>
                    <a:lnTo>
                      <a:pt x="109" y="448"/>
                    </a:lnTo>
                    <a:lnTo>
                      <a:pt x="109"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3017" name="Google Shape;3017;p45"/>
          <p:cNvGrpSpPr/>
          <p:nvPr/>
        </p:nvGrpSpPr>
        <p:grpSpPr>
          <a:xfrm>
            <a:off x="1080275" y="482975"/>
            <a:ext cx="2714372" cy="4003230"/>
            <a:chOff x="1080275" y="482975"/>
            <a:chExt cx="2714372" cy="4003230"/>
          </a:xfrm>
        </p:grpSpPr>
        <p:grpSp>
          <p:nvGrpSpPr>
            <p:cNvPr id="3018" name="Google Shape;3018;p45"/>
            <p:cNvGrpSpPr/>
            <p:nvPr/>
          </p:nvGrpSpPr>
          <p:grpSpPr>
            <a:xfrm rot="-754058">
              <a:off x="1692569" y="1032547"/>
              <a:ext cx="1764045" cy="3301286"/>
              <a:chOff x="5120779" y="818439"/>
              <a:chExt cx="1836564" cy="3437000"/>
            </a:xfrm>
          </p:grpSpPr>
          <p:sp>
            <p:nvSpPr>
              <p:cNvPr id="3019" name="Google Shape;3019;p45"/>
              <p:cNvSpPr/>
              <p:nvPr/>
            </p:nvSpPr>
            <p:spPr>
              <a:xfrm>
                <a:off x="5120779" y="818439"/>
                <a:ext cx="1836564" cy="3437000"/>
              </a:xfrm>
              <a:custGeom>
                <a:avLst/>
                <a:gdLst/>
                <a:ahLst/>
                <a:cxnLst/>
                <a:rect l="l" t="t" r="r" b="b"/>
                <a:pathLst>
                  <a:path w="37357" h="69911" extrusionOk="0">
                    <a:moveTo>
                      <a:pt x="3283" y="0"/>
                    </a:moveTo>
                    <a:cubicBezTo>
                      <a:pt x="1520" y="0"/>
                      <a:pt x="1" y="1520"/>
                      <a:pt x="1" y="3435"/>
                    </a:cubicBezTo>
                    <a:lnTo>
                      <a:pt x="1" y="66627"/>
                    </a:lnTo>
                    <a:cubicBezTo>
                      <a:pt x="1" y="68390"/>
                      <a:pt x="1520" y="69910"/>
                      <a:pt x="3283" y="69910"/>
                    </a:cubicBezTo>
                    <a:lnTo>
                      <a:pt x="34074" y="69910"/>
                    </a:lnTo>
                    <a:cubicBezTo>
                      <a:pt x="35837" y="69910"/>
                      <a:pt x="37357" y="68390"/>
                      <a:pt x="37357" y="66627"/>
                    </a:cubicBezTo>
                    <a:lnTo>
                      <a:pt x="37357" y="3435"/>
                    </a:lnTo>
                    <a:cubicBezTo>
                      <a:pt x="37357" y="1520"/>
                      <a:pt x="35837" y="0"/>
                      <a:pt x="3407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0" name="Google Shape;3020;p45"/>
              <p:cNvSpPr/>
              <p:nvPr/>
            </p:nvSpPr>
            <p:spPr>
              <a:xfrm>
                <a:off x="5819675" y="947325"/>
                <a:ext cx="438600" cy="72300"/>
              </a:xfrm>
              <a:prstGeom prst="roundRect">
                <a:avLst>
                  <a:gd name="adj" fmla="val 16667"/>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1" name="Google Shape;3021;p45"/>
              <p:cNvSpPr/>
              <p:nvPr/>
            </p:nvSpPr>
            <p:spPr>
              <a:xfrm>
                <a:off x="5878717" y="3947980"/>
                <a:ext cx="320700" cy="193800"/>
              </a:xfrm>
              <a:prstGeom prst="roundRect">
                <a:avLst>
                  <a:gd name="adj" fmla="val 16667"/>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022" name="Google Shape;3022;p45"/>
            <p:cNvSpPr/>
            <p:nvPr/>
          </p:nvSpPr>
          <p:spPr>
            <a:xfrm>
              <a:off x="1080275" y="482975"/>
              <a:ext cx="1559700" cy="397200"/>
            </a:xfrm>
            <a:prstGeom prst="wedgeRectCallout">
              <a:avLst>
                <a:gd name="adj1" fmla="val -11597"/>
                <a:gd name="adj2" fmla="val 110983"/>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600" b="1">
                  <a:solidFill>
                    <a:schemeClr val="accent5"/>
                  </a:solidFill>
                  <a:latin typeface="Poppins"/>
                  <a:ea typeface="Poppins"/>
                  <a:cs typeface="Poppins"/>
                  <a:sym typeface="Poppins"/>
                </a:rPr>
                <a:t>ACCIDENT!</a:t>
              </a:r>
              <a:endParaRPr sz="1600" b="1">
                <a:solidFill>
                  <a:schemeClr val="accent5"/>
                </a:solidFill>
                <a:latin typeface="Poppins"/>
                <a:ea typeface="Poppins"/>
                <a:cs typeface="Poppins"/>
                <a:sym typeface="Poppins"/>
              </a:endParaRPr>
            </a:p>
          </p:txBody>
        </p:sp>
      </p:grpSp>
      <p:pic>
        <p:nvPicPr>
          <p:cNvPr id="3023" name="Google Shape;3023;p45"/>
          <p:cNvPicPr preferRelativeResize="0">
            <a:picLocks noGrp="1"/>
          </p:cNvPicPr>
          <p:nvPr>
            <p:ph type="pic" idx="3"/>
          </p:nvPr>
        </p:nvPicPr>
        <p:blipFill rotWithShape="1">
          <a:blip r:embed="rId3">
            <a:alphaModFix/>
          </a:blip>
          <a:srcRect t="-30" b="30"/>
          <a:stretch/>
        </p:blipFill>
        <p:spPr>
          <a:xfrm rot="-754210">
            <a:off x="1800180" y="1317963"/>
            <a:ext cx="1532149" cy="2655476"/>
          </a:xfrm>
          <a:prstGeom prst="rect">
            <a:avLst/>
          </a:prstGeom>
        </p:spPr>
      </p:pic>
      <p:pic>
        <p:nvPicPr>
          <p:cNvPr id="3024" name="Google Shape;3024;p45"/>
          <p:cNvPicPr preferRelativeResize="0"/>
          <p:nvPr/>
        </p:nvPicPr>
        <p:blipFill>
          <a:blip r:embed="rId4">
            <a:alphaModFix/>
          </a:blip>
          <a:stretch>
            <a:fillRect/>
          </a:stretch>
        </p:blipFill>
        <p:spPr>
          <a:xfrm>
            <a:off x="5272275" y="370950"/>
            <a:ext cx="2172300" cy="2172300"/>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3028"/>
        <p:cNvGrpSpPr/>
        <p:nvPr/>
      </p:nvGrpSpPr>
      <p:grpSpPr>
        <a:xfrm>
          <a:off x="0" y="0"/>
          <a:ext cx="0" cy="0"/>
          <a:chOff x="0" y="0"/>
          <a:chExt cx="0" cy="0"/>
        </a:xfrm>
      </p:grpSpPr>
      <p:sp>
        <p:nvSpPr>
          <p:cNvPr id="3029" name="Google Shape;3029;p46"/>
          <p:cNvSpPr txBox="1">
            <a:spLocks noGrp="1"/>
          </p:cNvSpPr>
          <p:nvPr>
            <p:ph type="subTitle" idx="5"/>
          </p:nvPr>
        </p:nvSpPr>
        <p:spPr>
          <a:xfrm>
            <a:off x="1038700" y="1828795"/>
            <a:ext cx="2708700" cy="14859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700">
                <a:latin typeface="微軟正黑體" panose="020B0604030504040204" pitchFamily="34" charset="-120"/>
                <a:ea typeface="微軟正黑體" panose="020B0604030504040204" pitchFamily="34" charset="-120"/>
              </a:rPr>
              <a:t>死亡人數與使用保護裝備（如安全帽、安全帶）的情況有直接關聯。未使用或不正確使用保護裝備的死亡率較高。</a:t>
            </a:r>
            <a:endParaRPr sz="1700">
              <a:latin typeface="微軟正黑體" panose="020B0604030504040204" pitchFamily="34" charset="-120"/>
              <a:ea typeface="微軟正黑體" panose="020B0604030504040204" pitchFamily="34" charset="-120"/>
            </a:endParaRPr>
          </a:p>
          <a:p>
            <a:pPr marL="0" lvl="0" indent="0" algn="l" rtl="0">
              <a:spcBef>
                <a:spcPts val="0"/>
              </a:spcBef>
              <a:spcAft>
                <a:spcPts val="0"/>
              </a:spcAft>
              <a:buNone/>
            </a:pPr>
            <a:endParaRPr sz="1700">
              <a:latin typeface="微軟正黑體" panose="020B0604030504040204" pitchFamily="34" charset="-120"/>
              <a:ea typeface="微軟正黑體" panose="020B0604030504040204" pitchFamily="34" charset="-120"/>
            </a:endParaRPr>
          </a:p>
          <a:p>
            <a:pPr marL="0" lvl="0" indent="0" algn="l" rtl="0">
              <a:spcBef>
                <a:spcPts val="0"/>
              </a:spcBef>
              <a:spcAft>
                <a:spcPts val="0"/>
              </a:spcAft>
              <a:buNone/>
            </a:pPr>
            <a:endParaRPr sz="1700">
              <a:latin typeface="微軟正黑體" panose="020B0604030504040204" pitchFamily="34" charset="-120"/>
              <a:ea typeface="微軟正黑體" panose="020B0604030504040204" pitchFamily="34" charset="-120"/>
            </a:endParaRPr>
          </a:p>
          <a:p>
            <a:pPr marL="0" lvl="0" indent="0" algn="l" rtl="0">
              <a:spcBef>
                <a:spcPts val="0"/>
              </a:spcBef>
              <a:spcAft>
                <a:spcPts val="0"/>
              </a:spcAft>
              <a:buNone/>
            </a:pPr>
            <a:endParaRPr sz="1700">
              <a:latin typeface="微軟正黑體" panose="020B0604030504040204" pitchFamily="34" charset="-120"/>
              <a:ea typeface="微軟正黑體" panose="020B0604030504040204" pitchFamily="34" charset="-120"/>
            </a:endParaRPr>
          </a:p>
          <a:p>
            <a:pPr marL="0" lvl="0" indent="0" algn="l" rtl="0">
              <a:spcBef>
                <a:spcPts val="0"/>
              </a:spcBef>
              <a:spcAft>
                <a:spcPts val="0"/>
              </a:spcAft>
              <a:buNone/>
            </a:pPr>
            <a:endParaRPr sz="1700">
              <a:latin typeface="微軟正黑體" panose="020B0604030504040204" pitchFamily="34" charset="-120"/>
              <a:ea typeface="微軟正黑體" panose="020B0604030504040204" pitchFamily="34" charset="-120"/>
            </a:endParaRPr>
          </a:p>
          <a:p>
            <a:pPr marL="0" lvl="0" indent="0" algn="l" rtl="0">
              <a:spcBef>
                <a:spcPts val="0"/>
              </a:spcBef>
              <a:spcAft>
                <a:spcPts val="0"/>
              </a:spcAft>
              <a:buNone/>
            </a:pPr>
            <a:endParaRPr sz="1700">
              <a:latin typeface="微軟正黑體" panose="020B0604030504040204" pitchFamily="34" charset="-120"/>
              <a:ea typeface="微軟正黑體" panose="020B0604030504040204" pitchFamily="34" charset="-120"/>
            </a:endParaRPr>
          </a:p>
        </p:txBody>
      </p:sp>
      <p:pic>
        <p:nvPicPr>
          <p:cNvPr id="3030" name="Google Shape;3030;p46"/>
          <p:cNvPicPr preferRelativeResize="0"/>
          <p:nvPr/>
        </p:nvPicPr>
        <p:blipFill>
          <a:blip r:embed="rId3">
            <a:alphaModFix/>
          </a:blip>
          <a:stretch>
            <a:fillRect/>
          </a:stretch>
        </p:blipFill>
        <p:spPr>
          <a:xfrm>
            <a:off x="4312588" y="1100125"/>
            <a:ext cx="3724275" cy="2943225"/>
          </a:xfrm>
          <a:prstGeom prst="rect">
            <a:avLst/>
          </a:prstGeom>
          <a:noFill/>
          <a:ln>
            <a:noFill/>
          </a:ln>
        </p:spPr>
      </p:pic>
      <p:sp>
        <p:nvSpPr>
          <p:cNvPr id="3031" name="Google Shape;3031;p46"/>
          <p:cNvSpPr txBox="1"/>
          <p:nvPr/>
        </p:nvSpPr>
        <p:spPr>
          <a:xfrm>
            <a:off x="1716300" y="216475"/>
            <a:ext cx="5711400" cy="8004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2000" b="1">
                <a:solidFill>
                  <a:schemeClr val="dk1"/>
                </a:solidFill>
                <a:latin typeface="微軟正黑體" panose="020B0604030504040204" pitchFamily="34" charset="-120"/>
                <a:ea typeface="微軟正黑體" panose="020B0604030504040204" pitchFamily="34" charset="-120"/>
                <a:cs typeface="DM Sans"/>
                <a:sym typeface="DM Sans"/>
              </a:rPr>
              <a:t>1.車禍致死率和保護裝備的關係</a:t>
            </a:r>
            <a:endParaRPr sz="2000" b="1">
              <a:solidFill>
                <a:schemeClr val="dk1"/>
              </a:solidFill>
              <a:latin typeface="微軟正黑體" panose="020B0604030504040204" pitchFamily="34" charset="-120"/>
              <a:ea typeface="微軟正黑體" panose="020B0604030504040204" pitchFamily="34" charset="-120"/>
              <a:cs typeface="DM Sans"/>
              <a:sym typeface="DM Sans"/>
            </a:endParaRPr>
          </a:p>
          <a:p>
            <a:pPr marL="0" lvl="0" indent="0" algn="ctr" rtl="0">
              <a:spcBef>
                <a:spcPts val="0"/>
              </a:spcBef>
              <a:spcAft>
                <a:spcPts val="0"/>
              </a:spcAft>
              <a:buNone/>
            </a:pPr>
            <a:endParaRPr sz="2000" b="1">
              <a:solidFill>
                <a:schemeClr val="dk1"/>
              </a:solidFill>
              <a:latin typeface="微軟正黑體" panose="020B0604030504040204" pitchFamily="34" charset="-120"/>
              <a:ea typeface="微軟正黑體" panose="020B0604030504040204" pitchFamily="34" charset="-120"/>
              <a:cs typeface="DM Sans"/>
              <a:sym typeface="DM Sans"/>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3035"/>
        <p:cNvGrpSpPr/>
        <p:nvPr/>
      </p:nvGrpSpPr>
      <p:grpSpPr>
        <a:xfrm>
          <a:off x="0" y="0"/>
          <a:ext cx="0" cy="0"/>
          <a:chOff x="0" y="0"/>
          <a:chExt cx="0" cy="0"/>
        </a:xfrm>
      </p:grpSpPr>
      <p:sp>
        <p:nvSpPr>
          <p:cNvPr id="3036" name="Google Shape;3036;p47"/>
          <p:cNvSpPr txBox="1">
            <a:spLocks noGrp="1"/>
          </p:cNvSpPr>
          <p:nvPr>
            <p:ph type="subTitle" idx="5"/>
          </p:nvPr>
        </p:nvSpPr>
        <p:spPr>
          <a:xfrm>
            <a:off x="383500" y="1876050"/>
            <a:ext cx="3313800" cy="1391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700" dirty="0">
                <a:latin typeface="微軟正黑體" panose="020B0604030504040204" pitchFamily="34" charset="-120"/>
                <a:ea typeface="微軟正黑體" panose="020B0604030504040204" pitchFamily="34" charset="-120"/>
              </a:rPr>
              <a:t>傷亡人數較多是在普通重型機車有319262人，第二為自用小客車有156605人，第三為腳踏自行車總共有10700人。</a:t>
            </a:r>
            <a:endParaRPr sz="1700" dirty="0">
              <a:latin typeface="微軟正黑體" panose="020B0604030504040204" pitchFamily="34" charset="-120"/>
              <a:ea typeface="微軟正黑體" panose="020B0604030504040204" pitchFamily="34" charset="-120"/>
            </a:endParaRPr>
          </a:p>
          <a:p>
            <a:pPr marL="0" lvl="0" indent="0" algn="l" rtl="0">
              <a:spcBef>
                <a:spcPts val="0"/>
              </a:spcBef>
              <a:spcAft>
                <a:spcPts val="0"/>
              </a:spcAft>
              <a:buNone/>
            </a:pPr>
            <a:endParaRPr sz="1700" dirty="0">
              <a:latin typeface="微軟正黑體" panose="020B0604030504040204" pitchFamily="34" charset="-120"/>
              <a:ea typeface="微軟正黑體" panose="020B0604030504040204" pitchFamily="34" charset="-120"/>
            </a:endParaRPr>
          </a:p>
          <a:p>
            <a:pPr marL="0" lvl="0" indent="0" algn="l" rtl="0">
              <a:spcBef>
                <a:spcPts val="0"/>
              </a:spcBef>
              <a:spcAft>
                <a:spcPts val="0"/>
              </a:spcAft>
              <a:buNone/>
            </a:pPr>
            <a:endParaRPr sz="1700" dirty="0">
              <a:latin typeface="微軟正黑體" panose="020B0604030504040204" pitchFamily="34" charset="-120"/>
              <a:ea typeface="微軟正黑體" panose="020B0604030504040204" pitchFamily="34" charset="-120"/>
            </a:endParaRPr>
          </a:p>
          <a:p>
            <a:pPr marL="0" lvl="0" indent="0" algn="l" rtl="0">
              <a:spcBef>
                <a:spcPts val="0"/>
              </a:spcBef>
              <a:spcAft>
                <a:spcPts val="0"/>
              </a:spcAft>
              <a:buNone/>
            </a:pPr>
            <a:endParaRPr sz="1700" dirty="0">
              <a:latin typeface="微軟正黑體" panose="020B0604030504040204" pitchFamily="34" charset="-120"/>
              <a:ea typeface="微軟正黑體" panose="020B0604030504040204" pitchFamily="34" charset="-120"/>
            </a:endParaRPr>
          </a:p>
          <a:p>
            <a:pPr marL="0" lvl="0" indent="0" algn="l" rtl="0">
              <a:spcBef>
                <a:spcPts val="0"/>
              </a:spcBef>
              <a:spcAft>
                <a:spcPts val="0"/>
              </a:spcAft>
              <a:buNone/>
            </a:pPr>
            <a:endParaRPr sz="1700" dirty="0">
              <a:latin typeface="微軟正黑體" panose="020B0604030504040204" pitchFamily="34" charset="-120"/>
              <a:ea typeface="微軟正黑體" panose="020B0604030504040204" pitchFamily="34" charset="-120"/>
            </a:endParaRPr>
          </a:p>
        </p:txBody>
      </p:sp>
      <p:pic>
        <p:nvPicPr>
          <p:cNvPr id="3037" name="Google Shape;3037;p47"/>
          <p:cNvPicPr preferRelativeResize="0"/>
          <p:nvPr/>
        </p:nvPicPr>
        <p:blipFill>
          <a:blip r:embed="rId3">
            <a:alphaModFix/>
          </a:blip>
          <a:stretch>
            <a:fillRect/>
          </a:stretch>
        </p:blipFill>
        <p:spPr>
          <a:xfrm>
            <a:off x="3831750" y="1171250"/>
            <a:ext cx="5064576" cy="2800999"/>
          </a:xfrm>
          <a:prstGeom prst="rect">
            <a:avLst/>
          </a:prstGeom>
          <a:noFill/>
          <a:ln>
            <a:noFill/>
          </a:ln>
        </p:spPr>
      </p:pic>
      <p:sp>
        <p:nvSpPr>
          <p:cNvPr id="3038" name="Google Shape;3038;p47"/>
          <p:cNvSpPr txBox="1"/>
          <p:nvPr/>
        </p:nvSpPr>
        <p:spPr>
          <a:xfrm>
            <a:off x="1716300" y="216475"/>
            <a:ext cx="5711400" cy="8004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2000" b="1">
                <a:solidFill>
                  <a:schemeClr val="dk1"/>
                </a:solidFill>
                <a:latin typeface="微軟正黑體" panose="020B0604030504040204" pitchFamily="34" charset="-120"/>
                <a:ea typeface="微軟正黑體" panose="020B0604030504040204" pitchFamily="34" charset="-120"/>
                <a:cs typeface="DM Sans"/>
                <a:sym typeface="DM Sans"/>
              </a:rPr>
              <a:t>2.死亡人數和當事者類別的關係</a:t>
            </a:r>
            <a:endParaRPr sz="2000" b="1">
              <a:solidFill>
                <a:schemeClr val="dk1"/>
              </a:solidFill>
              <a:latin typeface="微軟正黑體" panose="020B0604030504040204" pitchFamily="34" charset="-120"/>
              <a:ea typeface="微軟正黑體" panose="020B0604030504040204" pitchFamily="34" charset="-120"/>
              <a:cs typeface="DM Sans"/>
              <a:sym typeface="DM Sans"/>
            </a:endParaRPr>
          </a:p>
          <a:p>
            <a:pPr marL="0" lvl="0" indent="0" algn="ctr" rtl="0">
              <a:spcBef>
                <a:spcPts val="0"/>
              </a:spcBef>
              <a:spcAft>
                <a:spcPts val="0"/>
              </a:spcAft>
              <a:buNone/>
            </a:pPr>
            <a:endParaRPr sz="2000" b="1">
              <a:solidFill>
                <a:schemeClr val="dk1"/>
              </a:solidFill>
              <a:latin typeface="微軟正黑體" panose="020B0604030504040204" pitchFamily="34" charset="-120"/>
              <a:ea typeface="微軟正黑體" panose="020B0604030504040204" pitchFamily="34" charset="-120"/>
              <a:cs typeface="DM Sans"/>
              <a:sym typeface="DM Sans"/>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3042"/>
        <p:cNvGrpSpPr/>
        <p:nvPr/>
      </p:nvGrpSpPr>
      <p:grpSpPr>
        <a:xfrm>
          <a:off x="0" y="0"/>
          <a:ext cx="0" cy="0"/>
          <a:chOff x="0" y="0"/>
          <a:chExt cx="0" cy="0"/>
        </a:xfrm>
      </p:grpSpPr>
      <p:sp>
        <p:nvSpPr>
          <p:cNvPr id="3043" name="Google Shape;3043;p48"/>
          <p:cNvSpPr txBox="1">
            <a:spLocks noGrp="1"/>
          </p:cNvSpPr>
          <p:nvPr>
            <p:ph type="subTitle" idx="5"/>
          </p:nvPr>
        </p:nvSpPr>
        <p:spPr>
          <a:xfrm>
            <a:off x="459925" y="1643250"/>
            <a:ext cx="4634100" cy="18570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700" dirty="0">
                <a:latin typeface="微軟正黑體" panose="020B0604030504040204" pitchFamily="34" charset="-120"/>
                <a:ea typeface="微軟正黑體" panose="020B0604030504040204" pitchFamily="34" charset="-120"/>
              </a:rPr>
              <a:t>根據圖表顯示台東縣、嘉義縣、雲林縣致死率較高，而台中市、新竹市、台北市致死率較低，所以我們推斷都市地區的交通基礎建設比較完整，車禍處理較快，而台東縣、嘉義縣、雲林縣交通較不方便，車禍處理時間較長，導致致死率較高。</a:t>
            </a:r>
            <a:endParaRPr sz="1700" dirty="0">
              <a:latin typeface="微軟正黑體" panose="020B0604030504040204" pitchFamily="34" charset="-120"/>
              <a:ea typeface="微軟正黑體" panose="020B0604030504040204" pitchFamily="34" charset="-120"/>
            </a:endParaRPr>
          </a:p>
          <a:p>
            <a:pPr marL="0" lvl="0" indent="0" algn="l" rtl="0">
              <a:spcBef>
                <a:spcPts val="0"/>
              </a:spcBef>
              <a:spcAft>
                <a:spcPts val="0"/>
              </a:spcAft>
              <a:buNone/>
            </a:pPr>
            <a:endParaRPr sz="1700" dirty="0">
              <a:latin typeface="微軟正黑體" panose="020B0604030504040204" pitchFamily="34" charset="-120"/>
              <a:ea typeface="微軟正黑體" panose="020B0604030504040204" pitchFamily="34" charset="-120"/>
            </a:endParaRPr>
          </a:p>
        </p:txBody>
      </p:sp>
      <p:pic>
        <p:nvPicPr>
          <p:cNvPr id="3044" name="Google Shape;3044;p48"/>
          <p:cNvPicPr preferRelativeResize="0"/>
          <p:nvPr/>
        </p:nvPicPr>
        <p:blipFill>
          <a:blip r:embed="rId3">
            <a:alphaModFix/>
          </a:blip>
          <a:stretch>
            <a:fillRect/>
          </a:stretch>
        </p:blipFill>
        <p:spPr>
          <a:xfrm>
            <a:off x="5210900" y="852075"/>
            <a:ext cx="3635325" cy="3439351"/>
          </a:xfrm>
          <a:prstGeom prst="rect">
            <a:avLst/>
          </a:prstGeom>
          <a:noFill/>
          <a:ln>
            <a:noFill/>
          </a:ln>
        </p:spPr>
      </p:pic>
      <p:sp>
        <p:nvSpPr>
          <p:cNvPr id="3045" name="Google Shape;3045;p48"/>
          <p:cNvSpPr txBox="1"/>
          <p:nvPr/>
        </p:nvSpPr>
        <p:spPr>
          <a:xfrm>
            <a:off x="1716300" y="216475"/>
            <a:ext cx="5711400" cy="8004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2000" b="1">
                <a:solidFill>
                  <a:schemeClr val="dk1"/>
                </a:solidFill>
                <a:latin typeface="微軟正黑體" panose="020B0604030504040204" pitchFamily="34" charset="-120"/>
                <a:ea typeface="微軟正黑體" panose="020B0604030504040204" pitchFamily="34" charset="-120"/>
                <a:cs typeface="DM Sans"/>
                <a:sym typeface="DM Sans"/>
              </a:rPr>
              <a:t>3.車禍致死率和縣市的關係</a:t>
            </a:r>
            <a:endParaRPr sz="2000" b="1">
              <a:solidFill>
                <a:schemeClr val="dk1"/>
              </a:solidFill>
              <a:latin typeface="微軟正黑體" panose="020B0604030504040204" pitchFamily="34" charset="-120"/>
              <a:ea typeface="微軟正黑體" panose="020B0604030504040204" pitchFamily="34" charset="-120"/>
              <a:cs typeface="DM Sans"/>
              <a:sym typeface="DM Sans"/>
            </a:endParaRPr>
          </a:p>
          <a:p>
            <a:pPr marL="0" lvl="0" indent="0" algn="ctr" rtl="0">
              <a:spcBef>
                <a:spcPts val="0"/>
              </a:spcBef>
              <a:spcAft>
                <a:spcPts val="0"/>
              </a:spcAft>
              <a:buNone/>
            </a:pPr>
            <a:endParaRPr sz="2000" b="1">
              <a:solidFill>
                <a:schemeClr val="dk1"/>
              </a:solidFill>
              <a:latin typeface="微軟正黑體" panose="020B0604030504040204" pitchFamily="34" charset="-120"/>
              <a:ea typeface="微軟正黑體" panose="020B0604030504040204" pitchFamily="34" charset="-120"/>
              <a:cs typeface="DM Sans"/>
              <a:sym typeface="DM Sans"/>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3049"/>
        <p:cNvGrpSpPr/>
        <p:nvPr/>
      </p:nvGrpSpPr>
      <p:grpSpPr>
        <a:xfrm>
          <a:off x="0" y="0"/>
          <a:ext cx="0" cy="0"/>
          <a:chOff x="0" y="0"/>
          <a:chExt cx="0" cy="0"/>
        </a:xfrm>
      </p:grpSpPr>
      <p:sp>
        <p:nvSpPr>
          <p:cNvPr id="3050" name="Google Shape;3050;p49"/>
          <p:cNvSpPr txBox="1"/>
          <p:nvPr/>
        </p:nvSpPr>
        <p:spPr>
          <a:xfrm>
            <a:off x="719850" y="801600"/>
            <a:ext cx="2726700" cy="35403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700" dirty="0">
                <a:solidFill>
                  <a:schemeClr val="dk1"/>
                </a:solidFill>
                <a:latin typeface="微軟正黑體" panose="020B0604030504040204" pitchFamily="34" charset="-120"/>
                <a:ea typeface="微軟正黑體" panose="020B0604030504040204" pitchFamily="34" charset="-120"/>
                <a:cs typeface="DM Sans"/>
                <a:sym typeface="DM Sans"/>
              </a:rPr>
              <a:t>根據圖表車禍致死率與肇事類別，致死率最高發生在肇因為吸食違禁物後駕駛失控，可能是駕駛在吸食違禁品後駕車導致反應遲鈍，判斷力下降等，所以車禍致死率較高。</a:t>
            </a:r>
            <a:endParaRPr sz="1700" dirty="0">
              <a:solidFill>
                <a:schemeClr val="dk1"/>
              </a:solidFill>
              <a:latin typeface="微軟正黑體" panose="020B0604030504040204" pitchFamily="34" charset="-120"/>
              <a:ea typeface="微軟正黑體" panose="020B0604030504040204" pitchFamily="34" charset="-120"/>
              <a:cs typeface="DM Sans"/>
              <a:sym typeface="DM Sans"/>
            </a:endParaRPr>
          </a:p>
          <a:p>
            <a:pPr marL="0" lvl="0" indent="0" algn="l" rtl="0">
              <a:spcBef>
                <a:spcPts val="0"/>
              </a:spcBef>
              <a:spcAft>
                <a:spcPts val="0"/>
              </a:spcAft>
              <a:buNone/>
            </a:pPr>
            <a:r>
              <a:rPr lang="en" sz="1700" dirty="0">
                <a:solidFill>
                  <a:schemeClr val="dk1"/>
                </a:solidFill>
                <a:latin typeface="微軟正黑體" panose="020B0604030504040204" pitchFamily="34" charset="-120"/>
                <a:ea typeface="微軟正黑體" panose="020B0604030504040204" pitchFamily="34" charset="-120"/>
                <a:cs typeface="DM Sans"/>
                <a:sym typeface="DM Sans"/>
              </a:rPr>
              <a:t>而事故發生後當事者逃離現場的致死率較高可能是因為當事者逃離後未即時報警，錯失搶救機會，導致車禍致死率較高。</a:t>
            </a:r>
            <a:endParaRPr sz="1700" dirty="0">
              <a:solidFill>
                <a:schemeClr val="dk1"/>
              </a:solidFill>
              <a:latin typeface="微軟正黑體" panose="020B0604030504040204" pitchFamily="34" charset="-120"/>
              <a:ea typeface="微軟正黑體" panose="020B0604030504040204" pitchFamily="34" charset="-120"/>
              <a:cs typeface="DM Sans"/>
              <a:sym typeface="DM Sans"/>
            </a:endParaRPr>
          </a:p>
          <a:p>
            <a:pPr marL="0" lvl="0" indent="0" algn="l" rtl="0">
              <a:spcBef>
                <a:spcPts val="0"/>
              </a:spcBef>
              <a:spcAft>
                <a:spcPts val="0"/>
              </a:spcAft>
              <a:buNone/>
            </a:pPr>
            <a:endParaRPr dirty="0">
              <a:latin typeface="微軟正黑體" panose="020B0604030504040204" pitchFamily="34" charset="-120"/>
              <a:ea typeface="微軟正黑體" panose="020B0604030504040204" pitchFamily="34" charset="-120"/>
            </a:endParaRPr>
          </a:p>
        </p:txBody>
      </p:sp>
      <p:pic>
        <p:nvPicPr>
          <p:cNvPr id="3051" name="Google Shape;3051;p49"/>
          <p:cNvPicPr preferRelativeResize="0"/>
          <p:nvPr/>
        </p:nvPicPr>
        <p:blipFill>
          <a:blip r:embed="rId3">
            <a:alphaModFix/>
          </a:blip>
          <a:stretch>
            <a:fillRect/>
          </a:stretch>
        </p:blipFill>
        <p:spPr>
          <a:xfrm>
            <a:off x="3575150" y="1084750"/>
            <a:ext cx="5392650" cy="2973979"/>
          </a:xfrm>
          <a:prstGeom prst="rect">
            <a:avLst/>
          </a:prstGeom>
          <a:noFill/>
          <a:ln>
            <a:noFill/>
          </a:ln>
        </p:spPr>
      </p:pic>
      <p:sp>
        <p:nvSpPr>
          <p:cNvPr id="3052" name="Google Shape;3052;p49"/>
          <p:cNvSpPr txBox="1"/>
          <p:nvPr/>
        </p:nvSpPr>
        <p:spPr>
          <a:xfrm>
            <a:off x="1716300" y="216475"/>
            <a:ext cx="5711400" cy="8004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2000" b="1">
                <a:solidFill>
                  <a:schemeClr val="dk1"/>
                </a:solidFill>
                <a:latin typeface="微軟正黑體" panose="020B0604030504040204" pitchFamily="34" charset="-120"/>
                <a:ea typeface="微軟正黑體" panose="020B0604030504040204" pitchFamily="34" charset="-120"/>
                <a:cs typeface="DM Sans"/>
                <a:sym typeface="DM Sans"/>
              </a:rPr>
              <a:t>4.車禍致死率和肇因判別的關係</a:t>
            </a:r>
            <a:endParaRPr sz="2000" b="1">
              <a:solidFill>
                <a:schemeClr val="dk1"/>
              </a:solidFill>
              <a:latin typeface="微軟正黑體" panose="020B0604030504040204" pitchFamily="34" charset="-120"/>
              <a:ea typeface="微軟正黑體" panose="020B0604030504040204" pitchFamily="34" charset="-120"/>
              <a:cs typeface="DM Sans"/>
              <a:sym typeface="DM Sans"/>
            </a:endParaRPr>
          </a:p>
          <a:p>
            <a:pPr marL="0" lvl="0" indent="0" algn="ctr" rtl="0">
              <a:spcBef>
                <a:spcPts val="0"/>
              </a:spcBef>
              <a:spcAft>
                <a:spcPts val="0"/>
              </a:spcAft>
              <a:buNone/>
            </a:pPr>
            <a:endParaRPr sz="2000" b="1">
              <a:solidFill>
                <a:schemeClr val="dk1"/>
              </a:solidFill>
              <a:latin typeface="微軟正黑體" panose="020B0604030504040204" pitchFamily="34" charset="-120"/>
              <a:ea typeface="微軟正黑體" panose="020B0604030504040204" pitchFamily="34" charset="-120"/>
              <a:cs typeface="DM Sans"/>
              <a:sym typeface="DM Sans"/>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3056"/>
        <p:cNvGrpSpPr/>
        <p:nvPr/>
      </p:nvGrpSpPr>
      <p:grpSpPr>
        <a:xfrm>
          <a:off x="0" y="0"/>
          <a:ext cx="0" cy="0"/>
          <a:chOff x="0" y="0"/>
          <a:chExt cx="0" cy="0"/>
        </a:xfrm>
      </p:grpSpPr>
      <p:sp>
        <p:nvSpPr>
          <p:cNvPr id="3057" name="Google Shape;3057;p50"/>
          <p:cNvSpPr txBox="1"/>
          <p:nvPr/>
        </p:nvSpPr>
        <p:spPr>
          <a:xfrm>
            <a:off x="606725" y="1301850"/>
            <a:ext cx="2577600" cy="2277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700" dirty="0">
                <a:solidFill>
                  <a:schemeClr val="dk1"/>
                </a:solidFill>
                <a:latin typeface="微軟正黑體" panose="020B0604030504040204" pitchFamily="34" charset="-120"/>
                <a:ea typeface="微軟正黑體" panose="020B0604030504040204" pitchFamily="34" charset="-120"/>
                <a:cs typeface="DM Sans"/>
                <a:sym typeface="DM Sans"/>
              </a:rPr>
              <a:t>右圖可知雖然在凌晨傷亡數比較少，但是致死率卻異常的高，所以我們推斷可能是因為凌晨時車流量少，駕駛可能車速較快或是疲勞駕駛。導致車禍較嚴重，致死率較高。</a:t>
            </a:r>
            <a:endParaRPr sz="1700" dirty="0">
              <a:solidFill>
                <a:schemeClr val="dk1"/>
              </a:solidFill>
              <a:latin typeface="微軟正黑體" panose="020B0604030504040204" pitchFamily="34" charset="-120"/>
              <a:ea typeface="微軟正黑體" panose="020B0604030504040204" pitchFamily="34" charset="-120"/>
              <a:cs typeface="DM Sans"/>
              <a:sym typeface="DM Sans"/>
            </a:endParaRPr>
          </a:p>
          <a:p>
            <a:pPr marL="0" lvl="0" indent="0" algn="l" rtl="0">
              <a:spcBef>
                <a:spcPts val="0"/>
              </a:spcBef>
              <a:spcAft>
                <a:spcPts val="0"/>
              </a:spcAft>
              <a:buNone/>
            </a:pPr>
            <a:endParaRPr sz="1700" dirty="0">
              <a:solidFill>
                <a:schemeClr val="dk1"/>
              </a:solidFill>
              <a:latin typeface="微軟正黑體" panose="020B0604030504040204" pitchFamily="34" charset="-120"/>
              <a:ea typeface="微軟正黑體" panose="020B0604030504040204" pitchFamily="34" charset="-120"/>
              <a:cs typeface="DM Sans"/>
              <a:sym typeface="DM Sans"/>
            </a:endParaRPr>
          </a:p>
        </p:txBody>
      </p:sp>
      <p:pic>
        <p:nvPicPr>
          <p:cNvPr id="3058" name="Google Shape;3058;p50"/>
          <p:cNvPicPr preferRelativeResize="0"/>
          <p:nvPr/>
        </p:nvPicPr>
        <p:blipFill>
          <a:blip r:embed="rId3">
            <a:alphaModFix/>
          </a:blip>
          <a:stretch>
            <a:fillRect/>
          </a:stretch>
        </p:blipFill>
        <p:spPr>
          <a:xfrm>
            <a:off x="3241150" y="913625"/>
            <a:ext cx="5711325" cy="3316250"/>
          </a:xfrm>
          <a:prstGeom prst="rect">
            <a:avLst/>
          </a:prstGeom>
          <a:noFill/>
          <a:ln>
            <a:noFill/>
          </a:ln>
        </p:spPr>
      </p:pic>
      <p:sp>
        <p:nvSpPr>
          <p:cNvPr id="3059" name="Google Shape;3059;p50"/>
          <p:cNvSpPr txBox="1"/>
          <p:nvPr/>
        </p:nvSpPr>
        <p:spPr>
          <a:xfrm>
            <a:off x="1716300" y="216475"/>
            <a:ext cx="5711400" cy="8004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2000" b="1" dirty="0">
                <a:solidFill>
                  <a:schemeClr val="dk1"/>
                </a:solidFill>
                <a:latin typeface="微軟正黑體" panose="020B0604030504040204" pitchFamily="34" charset="-120"/>
                <a:ea typeface="微軟正黑體" panose="020B0604030504040204" pitchFamily="34" charset="-120"/>
                <a:cs typeface="DM Sans"/>
                <a:sym typeface="DM Sans"/>
              </a:rPr>
              <a:t>5.傷亡數和車禍致死率在不同時段的差異</a:t>
            </a:r>
            <a:endParaRPr sz="2000" b="1" dirty="0">
              <a:solidFill>
                <a:schemeClr val="dk1"/>
              </a:solidFill>
              <a:latin typeface="微軟正黑體" panose="020B0604030504040204" pitchFamily="34" charset="-120"/>
              <a:ea typeface="微軟正黑體" panose="020B0604030504040204" pitchFamily="34" charset="-120"/>
              <a:cs typeface="DM Sans"/>
              <a:sym typeface="DM Sans"/>
            </a:endParaRPr>
          </a:p>
          <a:p>
            <a:pPr marL="0" lvl="0" indent="0" algn="ctr" rtl="0">
              <a:spcBef>
                <a:spcPts val="0"/>
              </a:spcBef>
              <a:spcAft>
                <a:spcPts val="0"/>
              </a:spcAft>
              <a:buNone/>
            </a:pPr>
            <a:endParaRPr sz="2000" b="1" dirty="0">
              <a:solidFill>
                <a:schemeClr val="dk1"/>
              </a:solidFill>
              <a:latin typeface="微軟正黑體" panose="020B0604030504040204" pitchFamily="34" charset="-120"/>
              <a:ea typeface="微軟正黑體" panose="020B0604030504040204" pitchFamily="34" charset="-120"/>
              <a:cs typeface="DM Sans"/>
              <a:sym typeface="DM Sans"/>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3063"/>
        <p:cNvGrpSpPr/>
        <p:nvPr/>
      </p:nvGrpSpPr>
      <p:grpSpPr>
        <a:xfrm>
          <a:off x="0" y="0"/>
          <a:ext cx="0" cy="0"/>
          <a:chOff x="0" y="0"/>
          <a:chExt cx="0" cy="0"/>
        </a:xfrm>
      </p:grpSpPr>
      <p:sp>
        <p:nvSpPr>
          <p:cNvPr id="3064" name="Google Shape;3064;p51"/>
          <p:cNvSpPr/>
          <p:nvPr/>
        </p:nvSpPr>
        <p:spPr>
          <a:xfrm>
            <a:off x="1497913" y="1278825"/>
            <a:ext cx="3213600" cy="3213600"/>
          </a:xfrm>
          <a:prstGeom prst="ellipse">
            <a:avLst/>
          </a:prstGeom>
          <a:solidFill>
            <a:srgbClr val="897FBB">
              <a:alpha val="291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5" name="Google Shape;3065;p51"/>
          <p:cNvSpPr txBox="1">
            <a:spLocks noGrp="1"/>
          </p:cNvSpPr>
          <p:nvPr>
            <p:ph type="title"/>
          </p:nvPr>
        </p:nvSpPr>
        <p:spPr>
          <a:xfrm>
            <a:off x="4835980" y="2552815"/>
            <a:ext cx="3450900" cy="15651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sz="3200" b="1">
                <a:latin typeface="微軟正黑體" panose="020B0604030504040204" pitchFamily="34" charset="-120"/>
                <a:ea typeface="微軟正黑體" panose="020B0604030504040204" pitchFamily="34" charset="-120"/>
              </a:rPr>
              <a:t>結論與發現</a:t>
            </a:r>
            <a:endParaRPr sz="6800" b="1">
              <a:latin typeface="微軟正黑體" panose="020B0604030504040204" pitchFamily="34" charset="-120"/>
              <a:ea typeface="微軟正黑體" panose="020B0604030504040204" pitchFamily="34" charset="-120"/>
            </a:endParaRPr>
          </a:p>
        </p:txBody>
      </p:sp>
      <p:sp>
        <p:nvSpPr>
          <p:cNvPr id="3066" name="Google Shape;3066;p51"/>
          <p:cNvSpPr txBox="1">
            <a:spLocks noGrp="1"/>
          </p:cNvSpPr>
          <p:nvPr>
            <p:ph type="title" idx="2"/>
          </p:nvPr>
        </p:nvSpPr>
        <p:spPr>
          <a:xfrm>
            <a:off x="5367575" y="1352850"/>
            <a:ext cx="2330100" cy="935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04</a:t>
            </a:r>
            <a:endParaRPr/>
          </a:p>
        </p:txBody>
      </p:sp>
      <p:grpSp>
        <p:nvGrpSpPr>
          <p:cNvPr id="3067" name="Google Shape;3067;p51"/>
          <p:cNvGrpSpPr/>
          <p:nvPr/>
        </p:nvGrpSpPr>
        <p:grpSpPr>
          <a:xfrm>
            <a:off x="435284" y="2391181"/>
            <a:ext cx="2351004" cy="4425656"/>
            <a:chOff x="5492025" y="895275"/>
            <a:chExt cx="2055612" cy="3869595"/>
          </a:xfrm>
        </p:grpSpPr>
        <p:sp>
          <p:nvSpPr>
            <p:cNvPr id="3068" name="Google Shape;3068;p51"/>
            <p:cNvSpPr/>
            <p:nvPr/>
          </p:nvSpPr>
          <p:spPr>
            <a:xfrm>
              <a:off x="5492025" y="895275"/>
              <a:ext cx="2055612" cy="3869595"/>
            </a:xfrm>
            <a:custGeom>
              <a:avLst/>
              <a:gdLst/>
              <a:ahLst/>
              <a:cxnLst/>
              <a:rect l="l" t="t" r="r" b="b"/>
              <a:pathLst>
                <a:path w="16887" h="31789" extrusionOk="0">
                  <a:moveTo>
                    <a:pt x="3773" y="0"/>
                  </a:moveTo>
                  <a:cubicBezTo>
                    <a:pt x="1687" y="0"/>
                    <a:pt x="1" y="1687"/>
                    <a:pt x="1" y="3759"/>
                  </a:cubicBezTo>
                  <a:lnTo>
                    <a:pt x="1" y="15729"/>
                  </a:lnTo>
                  <a:lnTo>
                    <a:pt x="14" y="15729"/>
                  </a:lnTo>
                  <a:lnTo>
                    <a:pt x="14" y="31788"/>
                  </a:lnTo>
                  <a:lnTo>
                    <a:pt x="2874" y="31788"/>
                  </a:lnTo>
                  <a:lnTo>
                    <a:pt x="2874" y="13157"/>
                  </a:lnTo>
                  <a:lnTo>
                    <a:pt x="2861" y="13157"/>
                  </a:lnTo>
                  <a:lnTo>
                    <a:pt x="2861" y="3759"/>
                  </a:lnTo>
                  <a:cubicBezTo>
                    <a:pt x="2861" y="3269"/>
                    <a:pt x="3269" y="2860"/>
                    <a:pt x="3773" y="2860"/>
                  </a:cubicBezTo>
                  <a:cubicBezTo>
                    <a:pt x="4276" y="2860"/>
                    <a:pt x="4684" y="3269"/>
                    <a:pt x="4684" y="3759"/>
                  </a:cubicBezTo>
                  <a:lnTo>
                    <a:pt x="4671" y="12748"/>
                  </a:lnTo>
                  <a:cubicBezTo>
                    <a:pt x="4671" y="14817"/>
                    <a:pt x="6374" y="16507"/>
                    <a:pt x="8443" y="16507"/>
                  </a:cubicBezTo>
                  <a:cubicBezTo>
                    <a:pt x="10525" y="16507"/>
                    <a:pt x="12215" y="14817"/>
                    <a:pt x="12215" y="12748"/>
                  </a:cubicBezTo>
                  <a:lnTo>
                    <a:pt x="12215" y="3759"/>
                  </a:lnTo>
                  <a:cubicBezTo>
                    <a:pt x="12215" y="3269"/>
                    <a:pt x="12624" y="2860"/>
                    <a:pt x="13114" y="2860"/>
                  </a:cubicBezTo>
                  <a:cubicBezTo>
                    <a:pt x="13618" y="2860"/>
                    <a:pt x="14026" y="3269"/>
                    <a:pt x="14026" y="3759"/>
                  </a:cubicBezTo>
                  <a:lnTo>
                    <a:pt x="14026" y="13157"/>
                  </a:lnTo>
                  <a:lnTo>
                    <a:pt x="14026" y="31788"/>
                  </a:lnTo>
                  <a:lnTo>
                    <a:pt x="16886" y="31788"/>
                  </a:lnTo>
                  <a:lnTo>
                    <a:pt x="16886" y="15729"/>
                  </a:lnTo>
                  <a:lnTo>
                    <a:pt x="16886" y="3759"/>
                  </a:lnTo>
                  <a:cubicBezTo>
                    <a:pt x="16886" y="1687"/>
                    <a:pt x="15200" y="0"/>
                    <a:pt x="13114" y="0"/>
                  </a:cubicBezTo>
                  <a:cubicBezTo>
                    <a:pt x="11045" y="0"/>
                    <a:pt x="9355" y="1687"/>
                    <a:pt x="9355" y="3759"/>
                  </a:cubicBezTo>
                  <a:lnTo>
                    <a:pt x="9355" y="12748"/>
                  </a:lnTo>
                  <a:cubicBezTo>
                    <a:pt x="9355" y="13209"/>
                    <a:pt x="9002" y="13591"/>
                    <a:pt x="8564" y="13647"/>
                  </a:cubicBezTo>
                  <a:lnTo>
                    <a:pt x="8336" y="13647"/>
                  </a:lnTo>
                  <a:cubicBezTo>
                    <a:pt x="7884" y="13591"/>
                    <a:pt x="7531" y="13209"/>
                    <a:pt x="7531" y="12748"/>
                  </a:cubicBezTo>
                  <a:lnTo>
                    <a:pt x="7531" y="3759"/>
                  </a:lnTo>
                  <a:cubicBezTo>
                    <a:pt x="7531" y="1687"/>
                    <a:pt x="5842" y="0"/>
                    <a:pt x="3773" y="0"/>
                  </a:cubicBezTo>
                  <a:close/>
                </a:path>
              </a:pathLst>
            </a:custGeom>
            <a:solidFill>
              <a:schemeClr val="accent5"/>
            </a:solidFill>
            <a:ln>
              <a:noFill/>
            </a:ln>
            <a:effectLst>
              <a:outerShdw dist="57150" dir="6300000" algn="bl" rotWithShape="0">
                <a:schemeClr val="dk1">
                  <a:alpha val="35000"/>
                </a:scheme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endParaRPr/>
            </a:p>
          </p:txBody>
        </p:sp>
        <p:grpSp>
          <p:nvGrpSpPr>
            <p:cNvPr id="3069" name="Google Shape;3069;p51"/>
            <p:cNvGrpSpPr/>
            <p:nvPr/>
          </p:nvGrpSpPr>
          <p:grpSpPr>
            <a:xfrm>
              <a:off x="5659156" y="1062406"/>
              <a:ext cx="1720973" cy="3496726"/>
              <a:chOff x="5659156" y="1062406"/>
              <a:chExt cx="1720973" cy="3496726"/>
            </a:xfrm>
          </p:grpSpPr>
          <p:sp>
            <p:nvSpPr>
              <p:cNvPr id="3070" name="Google Shape;3070;p51"/>
              <p:cNvSpPr/>
              <p:nvPr/>
            </p:nvSpPr>
            <p:spPr>
              <a:xfrm>
                <a:off x="5661103" y="2645951"/>
                <a:ext cx="13268" cy="53073"/>
              </a:xfrm>
              <a:custGeom>
                <a:avLst/>
                <a:gdLst/>
                <a:ahLst/>
                <a:cxnLst/>
                <a:rect l="l" t="t" r="r" b="b"/>
                <a:pathLst>
                  <a:path w="109" h="436" extrusionOk="0">
                    <a:moveTo>
                      <a:pt x="1" y="0"/>
                    </a:moveTo>
                    <a:lnTo>
                      <a:pt x="1" y="435"/>
                    </a:lnTo>
                    <a:lnTo>
                      <a:pt x="109" y="435"/>
                    </a:lnTo>
                    <a:lnTo>
                      <a:pt x="109"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1" name="Google Shape;3071;p51"/>
              <p:cNvSpPr/>
              <p:nvPr/>
            </p:nvSpPr>
            <p:spPr>
              <a:xfrm>
                <a:off x="7366861" y="3756465"/>
                <a:ext cx="13268" cy="53438"/>
              </a:xfrm>
              <a:custGeom>
                <a:avLst/>
                <a:gdLst/>
                <a:ahLst/>
                <a:cxnLst/>
                <a:rect l="l" t="t" r="r" b="b"/>
                <a:pathLst>
                  <a:path w="109" h="439" extrusionOk="0">
                    <a:moveTo>
                      <a:pt x="0" y="0"/>
                    </a:moveTo>
                    <a:lnTo>
                      <a:pt x="0" y="438"/>
                    </a:lnTo>
                    <a:lnTo>
                      <a:pt x="108" y="438"/>
                    </a:lnTo>
                    <a:lnTo>
                      <a:pt x="108"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2" name="Google Shape;3072;p51"/>
              <p:cNvSpPr/>
              <p:nvPr/>
            </p:nvSpPr>
            <p:spPr>
              <a:xfrm>
                <a:off x="7366861" y="3862732"/>
                <a:ext cx="13268" cy="54534"/>
              </a:xfrm>
              <a:custGeom>
                <a:avLst/>
                <a:gdLst/>
                <a:ahLst/>
                <a:cxnLst/>
                <a:rect l="l" t="t" r="r" b="b"/>
                <a:pathLst>
                  <a:path w="109" h="448" extrusionOk="0">
                    <a:moveTo>
                      <a:pt x="0" y="0"/>
                    </a:moveTo>
                    <a:lnTo>
                      <a:pt x="0" y="448"/>
                    </a:lnTo>
                    <a:lnTo>
                      <a:pt x="108" y="448"/>
                    </a:lnTo>
                    <a:lnTo>
                      <a:pt x="108"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3" name="Google Shape;3073;p51"/>
              <p:cNvSpPr/>
              <p:nvPr/>
            </p:nvSpPr>
            <p:spPr>
              <a:xfrm>
                <a:off x="7366861" y="3648615"/>
                <a:ext cx="13268" cy="53438"/>
              </a:xfrm>
              <a:custGeom>
                <a:avLst/>
                <a:gdLst/>
                <a:ahLst/>
                <a:cxnLst/>
                <a:rect l="l" t="t" r="r" b="b"/>
                <a:pathLst>
                  <a:path w="109" h="439" extrusionOk="0">
                    <a:moveTo>
                      <a:pt x="0" y="0"/>
                    </a:moveTo>
                    <a:lnTo>
                      <a:pt x="0" y="438"/>
                    </a:lnTo>
                    <a:lnTo>
                      <a:pt x="108" y="438"/>
                    </a:lnTo>
                    <a:lnTo>
                      <a:pt x="108"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4" name="Google Shape;3074;p51"/>
              <p:cNvSpPr/>
              <p:nvPr/>
            </p:nvSpPr>
            <p:spPr>
              <a:xfrm>
                <a:off x="7366861" y="4506059"/>
                <a:ext cx="13268" cy="53073"/>
              </a:xfrm>
              <a:custGeom>
                <a:avLst/>
                <a:gdLst/>
                <a:ahLst/>
                <a:cxnLst/>
                <a:rect l="l" t="t" r="r" b="b"/>
                <a:pathLst>
                  <a:path w="109" h="436" extrusionOk="0">
                    <a:moveTo>
                      <a:pt x="0" y="0"/>
                    </a:moveTo>
                    <a:lnTo>
                      <a:pt x="0" y="435"/>
                    </a:lnTo>
                    <a:lnTo>
                      <a:pt x="108" y="435"/>
                    </a:lnTo>
                    <a:lnTo>
                      <a:pt x="108"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5" name="Google Shape;3075;p51"/>
              <p:cNvSpPr/>
              <p:nvPr/>
            </p:nvSpPr>
            <p:spPr>
              <a:xfrm>
                <a:off x="7366861" y="3970461"/>
                <a:ext cx="13268" cy="53073"/>
              </a:xfrm>
              <a:custGeom>
                <a:avLst/>
                <a:gdLst/>
                <a:ahLst/>
                <a:cxnLst/>
                <a:rect l="l" t="t" r="r" b="b"/>
                <a:pathLst>
                  <a:path w="109" h="436" extrusionOk="0">
                    <a:moveTo>
                      <a:pt x="0" y="1"/>
                    </a:moveTo>
                    <a:lnTo>
                      <a:pt x="0" y="436"/>
                    </a:lnTo>
                    <a:lnTo>
                      <a:pt x="108" y="436"/>
                    </a:lnTo>
                    <a:lnTo>
                      <a:pt x="10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6" name="Google Shape;3076;p51"/>
              <p:cNvSpPr/>
              <p:nvPr/>
            </p:nvSpPr>
            <p:spPr>
              <a:xfrm>
                <a:off x="7366861" y="4078311"/>
                <a:ext cx="13268" cy="53073"/>
              </a:xfrm>
              <a:custGeom>
                <a:avLst/>
                <a:gdLst/>
                <a:ahLst/>
                <a:cxnLst/>
                <a:rect l="l" t="t" r="r" b="b"/>
                <a:pathLst>
                  <a:path w="109" h="436" extrusionOk="0">
                    <a:moveTo>
                      <a:pt x="0" y="1"/>
                    </a:moveTo>
                    <a:lnTo>
                      <a:pt x="0" y="435"/>
                    </a:lnTo>
                    <a:lnTo>
                      <a:pt x="108" y="435"/>
                    </a:lnTo>
                    <a:lnTo>
                      <a:pt x="10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7" name="Google Shape;3077;p51"/>
              <p:cNvSpPr/>
              <p:nvPr/>
            </p:nvSpPr>
            <p:spPr>
              <a:xfrm>
                <a:off x="7366861" y="4184213"/>
                <a:ext cx="13268" cy="53438"/>
              </a:xfrm>
              <a:custGeom>
                <a:avLst/>
                <a:gdLst/>
                <a:ahLst/>
                <a:cxnLst/>
                <a:rect l="l" t="t" r="r" b="b"/>
                <a:pathLst>
                  <a:path w="109" h="439" extrusionOk="0">
                    <a:moveTo>
                      <a:pt x="0" y="0"/>
                    </a:moveTo>
                    <a:lnTo>
                      <a:pt x="0" y="438"/>
                    </a:lnTo>
                    <a:lnTo>
                      <a:pt x="108" y="438"/>
                    </a:lnTo>
                    <a:lnTo>
                      <a:pt x="108"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8" name="Google Shape;3078;p51"/>
              <p:cNvSpPr/>
              <p:nvPr/>
            </p:nvSpPr>
            <p:spPr>
              <a:xfrm>
                <a:off x="7366861" y="4398209"/>
                <a:ext cx="13268" cy="54656"/>
              </a:xfrm>
              <a:custGeom>
                <a:avLst/>
                <a:gdLst/>
                <a:ahLst/>
                <a:cxnLst/>
                <a:rect l="l" t="t" r="r" b="b"/>
                <a:pathLst>
                  <a:path w="109" h="449" extrusionOk="0">
                    <a:moveTo>
                      <a:pt x="0" y="1"/>
                    </a:moveTo>
                    <a:lnTo>
                      <a:pt x="0" y="448"/>
                    </a:lnTo>
                    <a:lnTo>
                      <a:pt x="108" y="448"/>
                    </a:lnTo>
                    <a:lnTo>
                      <a:pt x="10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9" name="Google Shape;3079;p51"/>
              <p:cNvSpPr/>
              <p:nvPr/>
            </p:nvSpPr>
            <p:spPr>
              <a:xfrm>
                <a:off x="7366861" y="4291941"/>
                <a:ext cx="13268" cy="53073"/>
              </a:xfrm>
              <a:custGeom>
                <a:avLst/>
                <a:gdLst/>
                <a:ahLst/>
                <a:cxnLst/>
                <a:rect l="l" t="t" r="r" b="b"/>
                <a:pathLst>
                  <a:path w="109" h="436" extrusionOk="0">
                    <a:moveTo>
                      <a:pt x="0" y="1"/>
                    </a:moveTo>
                    <a:lnTo>
                      <a:pt x="0" y="436"/>
                    </a:lnTo>
                    <a:lnTo>
                      <a:pt x="108" y="436"/>
                    </a:lnTo>
                    <a:lnTo>
                      <a:pt x="10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0" name="Google Shape;3080;p51"/>
              <p:cNvSpPr/>
              <p:nvPr/>
            </p:nvSpPr>
            <p:spPr>
              <a:xfrm>
                <a:off x="7366861" y="2896221"/>
                <a:ext cx="13268" cy="54656"/>
              </a:xfrm>
              <a:custGeom>
                <a:avLst/>
                <a:gdLst/>
                <a:ahLst/>
                <a:cxnLst/>
                <a:rect l="l" t="t" r="r" b="b"/>
                <a:pathLst>
                  <a:path w="109" h="449" extrusionOk="0">
                    <a:moveTo>
                      <a:pt x="0" y="0"/>
                    </a:moveTo>
                    <a:lnTo>
                      <a:pt x="0" y="448"/>
                    </a:lnTo>
                    <a:lnTo>
                      <a:pt x="108" y="448"/>
                    </a:lnTo>
                    <a:lnTo>
                      <a:pt x="108"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1" name="Google Shape;3081;p51"/>
              <p:cNvSpPr/>
              <p:nvPr/>
            </p:nvSpPr>
            <p:spPr>
              <a:xfrm>
                <a:off x="7366861" y="3004071"/>
                <a:ext cx="13268" cy="52951"/>
              </a:xfrm>
              <a:custGeom>
                <a:avLst/>
                <a:gdLst/>
                <a:ahLst/>
                <a:cxnLst/>
                <a:rect l="l" t="t" r="r" b="b"/>
                <a:pathLst>
                  <a:path w="109" h="435" extrusionOk="0">
                    <a:moveTo>
                      <a:pt x="0" y="0"/>
                    </a:moveTo>
                    <a:lnTo>
                      <a:pt x="0" y="435"/>
                    </a:lnTo>
                    <a:lnTo>
                      <a:pt x="108" y="435"/>
                    </a:lnTo>
                    <a:lnTo>
                      <a:pt x="108"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2" name="Google Shape;3082;p51"/>
              <p:cNvSpPr/>
              <p:nvPr/>
            </p:nvSpPr>
            <p:spPr>
              <a:xfrm>
                <a:off x="7366861" y="2789954"/>
                <a:ext cx="13268" cy="53073"/>
              </a:xfrm>
              <a:custGeom>
                <a:avLst/>
                <a:gdLst/>
                <a:ahLst/>
                <a:cxnLst/>
                <a:rect l="l" t="t" r="r" b="b"/>
                <a:pathLst>
                  <a:path w="109" h="436" extrusionOk="0">
                    <a:moveTo>
                      <a:pt x="0" y="1"/>
                    </a:moveTo>
                    <a:lnTo>
                      <a:pt x="0" y="435"/>
                    </a:lnTo>
                    <a:lnTo>
                      <a:pt x="108" y="435"/>
                    </a:lnTo>
                    <a:lnTo>
                      <a:pt x="108" y="164"/>
                    </a:lnTo>
                    <a:lnTo>
                      <a:pt x="108" y="14"/>
                    </a:lnTo>
                    <a:lnTo>
                      <a:pt x="10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3" name="Google Shape;3083;p51"/>
              <p:cNvSpPr/>
              <p:nvPr/>
            </p:nvSpPr>
            <p:spPr>
              <a:xfrm>
                <a:off x="7366861" y="3111434"/>
                <a:ext cx="13268" cy="53438"/>
              </a:xfrm>
              <a:custGeom>
                <a:avLst/>
                <a:gdLst/>
                <a:ahLst/>
                <a:cxnLst/>
                <a:rect l="l" t="t" r="r" b="b"/>
                <a:pathLst>
                  <a:path w="109" h="439" extrusionOk="0">
                    <a:moveTo>
                      <a:pt x="0" y="1"/>
                    </a:moveTo>
                    <a:lnTo>
                      <a:pt x="0" y="439"/>
                    </a:lnTo>
                    <a:lnTo>
                      <a:pt x="108" y="439"/>
                    </a:lnTo>
                    <a:lnTo>
                      <a:pt x="10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4" name="Google Shape;3084;p51"/>
              <p:cNvSpPr/>
              <p:nvPr/>
            </p:nvSpPr>
            <p:spPr>
              <a:xfrm>
                <a:off x="7366861" y="3217702"/>
                <a:ext cx="13268" cy="55021"/>
              </a:xfrm>
              <a:custGeom>
                <a:avLst/>
                <a:gdLst/>
                <a:ahLst/>
                <a:cxnLst/>
                <a:rect l="l" t="t" r="r" b="b"/>
                <a:pathLst>
                  <a:path w="109" h="452" extrusionOk="0">
                    <a:moveTo>
                      <a:pt x="0" y="1"/>
                    </a:moveTo>
                    <a:lnTo>
                      <a:pt x="0" y="452"/>
                    </a:lnTo>
                    <a:lnTo>
                      <a:pt x="108" y="452"/>
                    </a:lnTo>
                    <a:lnTo>
                      <a:pt x="10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5" name="Google Shape;3085;p51"/>
              <p:cNvSpPr/>
              <p:nvPr/>
            </p:nvSpPr>
            <p:spPr>
              <a:xfrm>
                <a:off x="7366861" y="3325552"/>
                <a:ext cx="13268" cy="53073"/>
              </a:xfrm>
              <a:custGeom>
                <a:avLst/>
                <a:gdLst/>
                <a:ahLst/>
                <a:cxnLst/>
                <a:rect l="l" t="t" r="r" b="b"/>
                <a:pathLst>
                  <a:path w="109" h="436" extrusionOk="0">
                    <a:moveTo>
                      <a:pt x="0" y="0"/>
                    </a:moveTo>
                    <a:lnTo>
                      <a:pt x="0" y="435"/>
                    </a:lnTo>
                    <a:lnTo>
                      <a:pt x="108" y="435"/>
                    </a:lnTo>
                    <a:lnTo>
                      <a:pt x="108"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6" name="Google Shape;3086;p51"/>
              <p:cNvSpPr/>
              <p:nvPr/>
            </p:nvSpPr>
            <p:spPr>
              <a:xfrm>
                <a:off x="7366861" y="3539182"/>
                <a:ext cx="13268" cy="56603"/>
              </a:xfrm>
              <a:custGeom>
                <a:avLst/>
                <a:gdLst/>
                <a:ahLst/>
                <a:cxnLst/>
                <a:rect l="l" t="t" r="r" b="b"/>
                <a:pathLst>
                  <a:path w="109" h="465" extrusionOk="0">
                    <a:moveTo>
                      <a:pt x="0" y="1"/>
                    </a:moveTo>
                    <a:lnTo>
                      <a:pt x="0" y="30"/>
                    </a:lnTo>
                    <a:lnTo>
                      <a:pt x="0" y="439"/>
                    </a:lnTo>
                    <a:lnTo>
                      <a:pt x="0" y="465"/>
                    </a:lnTo>
                    <a:lnTo>
                      <a:pt x="108" y="465"/>
                    </a:lnTo>
                    <a:lnTo>
                      <a:pt x="108" y="439"/>
                    </a:lnTo>
                    <a:lnTo>
                      <a:pt x="108" y="30"/>
                    </a:lnTo>
                    <a:lnTo>
                      <a:pt x="10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7" name="Google Shape;3087;p51"/>
              <p:cNvSpPr/>
              <p:nvPr/>
            </p:nvSpPr>
            <p:spPr>
              <a:xfrm>
                <a:off x="7366861" y="3431819"/>
                <a:ext cx="13268" cy="54534"/>
              </a:xfrm>
              <a:custGeom>
                <a:avLst/>
                <a:gdLst/>
                <a:ahLst/>
                <a:cxnLst/>
                <a:rect l="l" t="t" r="r" b="b"/>
                <a:pathLst>
                  <a:path w="109" h="448" extrusionOk="0">
                    <a:moveTo>
                      <a:pt x="0" y="0"/>
                    </a:moveTo>
                    <a:lnTo>
                      <a:pt x="0" y="448"/>
                    </a:lnTo>
                    <a:lnTo>
                      <a:pt x="108" y="448"/>
                    </a:lnTo>
                    <a:lnTo>
                      <a:pt x="108"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8" name="Google Shape;3088;p51"/>
              <p:cNvSpPr/>
              <p:nvPr/>
            </p:nvSpPr>
            <p:spPr>
              <a:xfrm>
                <a:off x="5833347" y="1069101"/>
                <a:ext cx="54656" cy="29945"/>
              </a:xfrm>
              <a:custGeom>
                <a:avLst/>
                <a:gdLst/>
                <a:ahLst/>
                <a:cxnLst/>
                <a:rect l="l" t="t" r="r" b="b"/>
                <a:pathLst>
                  <a:path w="449" h="246" extrusionOk="0">
                    <a:moveTo>
                      <a:pt x="423" y="1"/>
                    </a:moveTo>
                    <a:cubicBezTo>
                      <a:pt x="285" y="43"/>
                      <a:pt x="138" y="83"/>
                      <a:pt x="1" y="151"/>
                    </a:cubicBezTo>
                    <a:lnTo>
                      <a:pt x="40" y="246"/>
                    </a:lnTo>
                    <a:cubicBezTo>
                      <a:pt x="178" y="190"/>
                      <a:pt x="315" y="138"/>
                      <a:pt x="449" y="109"/>
                    </a:cubicBezTo>
                    <a:lnTo>
                      <a:pt x="423"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9" name="Google Shape;3089;p51"/>
              <p:cNvSpPr/>
              <p:nvPr/>
            </p:nvSpPr>
            <p:spPr>
              <a:xfrm>
                <a:off x="5659156" y="1720827"/>
                <a:ext cx="13633" cy="53073"/>
              </a:xfrm>
              <a:custGeom>
                <a:avLst/>
                <a:gdLst/>
                <a:ahLst/>
                <a:cxnLst/>
                <a:rect l="l" t="t" r="r" b="b"/>
                <a:pathLst>
                  <a:path w="112" h="436" extrusionOk="0">
                    <a:moveTo>
                      <a:pt x="0" y="1"/>
                    </a:moveTo>
                    <a:lnTo>
                      <a:pt x="0" y="436"/>
                    </a:lnTo>
                    <a:lnTo>
                      <a:pt x="111" y="436"/>
                    </a:lnTo>
                    <a:lnTo>
                      <a:pt x="111"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0" name="Google Shape;3090;p51"/>
              <p:cNvSpPr/>
              <p:nvPr/>
            </p:nvSpPr>
            <p:spPr>
              <a:xfrm>
                <a:off x="5659156" y="1826729"/>
                <a:ext cx="13633" cy="55021"/>
              </a:xfrm>
              <a:custGeom>
                <a:avLst/>
                <a:gdLst/>
                <a:ahLst/>
                <a:cxnLst/>
                <a:rect l="l" t="t" r="r" b="b"/>
                <a:pathLst>
                  <a:path w="112" h="452" extrusionOk="0">
                    <a:moveTo>
                      <a:pt x="0" y="0"/>
                    </a:moveTo>
                    <a:lnTo>
                      <a:pt x="0" y="451"/>
                    </a:lnTo>
                    <a:lnTo>
                      <a:pt x="111" y="451"/>
                    </a:lnTo>
                    <a:lnTo>
                      <a:pt x="111"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1" name="Google Shape;3091;p51"/>
              <p:cNvSpPr/>
              <p:nvPr/>
            </p:nvSpPr>
            <p:spPr>
              <a:xfrm>
                <a:off x="5659156" y="1506831"/>
                <a:ext cx="13633" cy="53073"/>
              </a:xfrm>
              <a:custGeom>
                <a:avLst/>
                <a:gdLst/>
                <a:ahLst/>
                <a:cxnLst/>
                <a:rect l="l" t="t" r="r" b="b"/>
                <a:pathLst>
                  <a:path w="112" h="436" extrusionOk="0">
                    <a:moveTo>
                      <a:pt x="0" y="0"/>
                    </a:moveTo>
                    <a:lnTo>
                      <a:pt x="0" y="435"/>
                    </a:lnTo>
                    <a:lnTo>
                      <a:pt x="111" y="435"/>
                    </a:lnTo>
                    <a:lnTo>
                      <a:pt x="111"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2" name="Google Shape;3092;p51"/>
              <p:cNvSpPr/>
              <p:nvPr/>
            </p:nvSpPr>
            <p:spPr>
              <a:xfrm>
                <a:off x="5682649" y="1190097"/>
                <a:ext cx="38222" cy="55021"/>
              </a:xfrm>
              <a:custGeom>
                <a:avLst/>
                <a:gdLst/>
                <a:ahLst/>
                <a:cxnLst/>
                <a:rect l="l" t="t" r="r" b="b"/>
                <a:pathLst>
                  <a:path w="314" h="452" extrusionOk="0">
                    <a:moveTo>
                      <a:pt x="216" y="0"/>
                    </a:moveTo>
                    <a:cubicBezTo>
                      <a:pt x="134" y="138"/>
                      <a:pt x="69" y="259"/>
                      <a:pt x="0" y="396"/>
                    </a:cubicBezTo>
                    <a:lnTo>
                      <a:pt x="108" y="452"/>
                    </a:lnTo>
                    <a:cubicBezTo>
                      <a:pt x="164" y="314"/>
                      <a:pt x="232" y="193"/>
                      <a:pt x="314" y="69"/>
                    </a:cubicBezTo>
                    <a:lnTo>
                      <a:pt x="21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3" name="Google Shape;3093;p51"/>
              <p:cNvSpPr/>
              <p:nvPr/>
            </p:nvSpPr>
            <p:spPr>
              <a:xfrm>
                <a:off x="5659156" y="1398981"/>
                <a:ext cx="13633" cy="53438"/>
              </a:xfrm>
              <a:custGeom>
                <a:avLst/>
                <a:gdLst/>
                <a:ahLst/>
                <a:cxnLst/>
                <a:rect l="l" t="t" r="r" b="b"/>
                <a:pathLst>
                  <a:path w="112" h="439" extrusionOk="0">
                    <a:moveTo>
                      <a:pt x="0" y="1"/>
                    </a:moveTo>
                    <a:lnTo>
                      <a:pt x="0" y="439"/>
                    </a:lnTo>
                    <a:lnTo>
                      <a:pt x="111" y="439"/>
                    </a:lnTo>
                    <a:lnTo>
                      <a:pt x="111"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4" name="Google Shape;3094;p51"/>
              <p:cNvSpPr/>
              <p:nvPr/>
            </p:nvSpPr>
            <p:spPr>
              <a:xfrm>
                <a:off x="5743878" y="1114140"/>
                <a:ext cx="49908" cy="44674"/>
              </a:xfrm>
              <a:custGeom>
                <a:avLst/>
                <a:gdLst/>
                <a:ahLst/>
                <a:cxnLst/>
                <a:rect l="l" t="t" r="r" b="b"/>
                <a:pathLst>
                  <a:path w="410" h="367" extrusionOk="0">
                    <a:moveTo>
                      <a:pt x="340" y="0"/>
                    </a:moveTo>
                    <a:cubicBezTo>
                      <a:pt x="220" y="82"/>
                      <a:pt x="108" y="177"/>
                      <a:pt x="1" y="285"/>
                    </a:cubicBezTo>
                    <a:lnTo>
                      <a:pt x="82" y="366"/>
                    </a:lnTo>
                    <a:cubicBezTo>
                      <a:pt x="177" y="258"/>
                      <a:pt x="285" y="164"/>
                      <a:pt x="409" y="82"/>
                    </a:cubicBezTo>
                    <a:lnTo>
                      <a:pt x="340"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5" name="Google Shape;3095;p51"/>
              <p:cNvSpPr/>
              <p:nvPr/>
            </p:nvSpPr>
            <p:spPr>
              <a:xfrm>
                <a:off x="5659156" y="1291131"/>
                <a:ext cx="19963" cy="55021"/>
              </a:xfrm>
              <a:custGeom>
                <a:avLst/>
                <a:gdLst/>
                <a:ahLst/>
                <a:cxnLst/>
                <a:rect l="l" t="t" r="r" b="b"/>
                <a:pathLst>
                  <a:path w="164" h="452" extrusionOk="0">
                    <a:moveTo>
                      <a:pt x="56" y="1"/>
                    </a:moveTo>
                    <a:cubicBezTo>
                      <a:pt x="30" y="151"/>
                      <a:pt x="17" y="301"/>
                      <a:pt x="0" y="452"/>
                    </a:cubicBezTo>
                    <a:lnTo>
                      <a:pt x="111" y="452"/>
                    </a:lnTo>
                    <a:cubicBezTo>
                      <a:pt x="125" y="301"/>
                      <a:pt x="138" y="164"/>
                      <a:pt x="164" y="30"/>
                    </a:cubicBezTo>
                    <a:lnTo>
                      <a:pt x="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6" name="Google Shape;3096;p51"/>
              <p:cNvSpPr/>
              <p:nvPr/>
            </p:nvSpPr>
            <p:spPr>
              <a:xfrm>
                <a:off x="5659156" y="1613098"/>
                <a:ext cx="13633" cy="52951"/>
              </a:xfrm>
              <a:custGeom>
                <a:avLst/>
                <a:gdLst/>
                <a:ahLst/>
                <a:cxnLst/>
                <a:rect l="l" t="t" r="r" b="b"/>
                <a:pathLst>
                  <a:path w="112" h="435" extrusionOk="0">
                    <a:moveTo>
                      <a:pt x="0" y="0"/>
                    </a:moveTo>
                    <a:lnTo>
                      <a:pt x="0" y="435"/>
                    </a:lnTo>
                    <a:lnTo>
                      <a:pt x="111" y="435"/>
                    </a:lnTo>
                    <a:lnTo>
                      <a:pt x="111"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7" name="Google Shape;3097;p51"/>
              <p:cNvSpPr/>
              <p:nvPr/>
            </p:nvSpPr>
            <p:spPr>
              <a:xfrm>
                <a:off x="5659156" y="2470055"/>
                <a:ext cx="13633" cy="53073"/>
              </a:xfrm>
              <a:custGeom>
                <a:avLst/>
                <a:gdLst/>
                <a:ahLst/>
                <a:cxnLst/>
                <a:rect l="l" t="t" r="r" b="b"/>
                <a:pathLst>
                  <a:path w="112" h="436" extrusionOk="0">
                    <a:moveTo>
                      <a:pt x="0" y="1"/>
                    </a:moveTo>
                    <a:lnTo>
                      <a:pt x="0" y="435"/>
                    </a:lnTo>
                    <a:lnTo>
                      <a:pt x="111" y="435"/>
                    </a:lnTo>
                    <a:lnTo>
                      <a:pt x="111"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8" name="Google Shape;3098;p51"/>
              <p:cNvSpPr/>
              <p:nvPr/>
            </p:nvSpPr>
            <p:spPr>
              <a:xfrm>
                <a:off x="5659156" y="2576323"/>
                <a:ext cx="13633" cy="54656"/>
              </a:xfrm>
              <a:custGeom>
                <a:avLst/>
                <a:gdLst/>
                <a:ahLst/>
                <a:cxnLst/>
                <a:rect l="l" t="t" r="r" b="b"/>
                <a:pathLst>
                  <a:path w="112" h="449" extrusionOk="0">
                    <a:moveTo>
                      <a:pt x="0" y="0"/>
                    </a:moveTo>
                    <a:lnTo>
                      <a:pt x="0" y="448"/>
                    </a:lnTo>
                    <a:lnTo>
                      <a:pt x="111" y="448"/>
                    </a:lnTo>
                    <a:lnTo>
                      <a:pt x="111"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9" name="Google Shape;3099;p51"/>
              <p:cNvSpPr/>
              <p:nvPr/>
            </p:nvSpPr>
            <p:spPr>
              <a:xfrm>
                <a:off x="5659156" y="1934579"/>
                <a:ext cx="13633" cy="52951"/>
              </a:xfrm>
              <a:custGeom>
                <a:avLst/>
                <a:gdLst/>
                <a:ahLst/>
                <a:cxnLst/>
                <a:rect l="l" t="t" r="r" b="b"/>
                <a:pathLst>
                  <a:path w="112" h="435" extrusionOk="0">
                    <a:moveTo>
                      <a:pt x="0" y="0"/>
                    </a:moveTo>
                    <a:lnTo>
                      <a:pt x="0" y="435"/>
                    </a:lnTo>
                    <a:lnTo>
                      <a:pt x="111" y="435"/>
                    </a:lnTo>
                    <a:lnTo>
                      <a:pt x="111"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0" name="Google Shape;3100;p51"/>
              <p:cNvSpPr/>
              <p:nvPr/>
            </p:nvSpPr>
            <p:spPr>
              <a:xfrm>
                <a:off x="5659156" y="2683808"/>
                <a:ext cx="13633" cy="53317"/>
              </a:xfrm>
              <a:custGeom>
                <a:avLst/>
                <a:gdLst/>
                <a:ahLst/>
                <a:cxnLst/>
                <a:rect l="l" t="t" r="r" b="b"/>
                <a:pathLst>
                  <a:path w="112" h="438" extrusionOk="0">
                    <a:moveTo>
                      <a:pt x="0" y="0"/>
                    </a:moveTo>
                    <a:lnTo>
                      <a:pt x="0" y="438"/>
                    </a:lnTo>
                    <a:lnTo>
                      <a:pt x="111" y="438"/>
                    </a:lnTo>
                    <a:lnTo>
                      <a:pt x="111"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1" name="Google Shape;3101;p51"/>
              <p:cNvSpPr/>
              <p:nvPr/>
            </p:nvSpPr>
            <p:spPr>
              <a:xfrm>
                <a:off x="5659156" y="2040725"/>
                <a:ext cx="13633" cy="54656"/>
              </a:xfrm>
              <a:custGeom>
                <a:avLst/>
                <a:gdLst/>
                <a:ahLst/>
                <a:cxnLst/>
                <a:rect l="l" t="t" r="r" b="b"/>
                <a:pathLst>
                  <a:path w="112" h="449" extrusionOk="0">
                    <a:moveTo>
                      <a:pt x="0" y="1"/>
                    </a:moveTo>
                    <a:lnTo>
                      <a:pt x="0" y="449"/>
                    </a:lnTo>
                    <a:lnTo>
                      <a:pt x="111" y="449"/>
                    </a:lnTo>
                    <a:lnTo>
                      <a:pt x="111"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2" name="Google Shape;3102;p51"/>
              <p:cNvSpPr/>
              <p:nvPr/>
            </p:nvSpPr>
            <p:spPr>
              <a:xfrm>
                <a:off x="5659156" y="2148575"/>
                <a:ext cx="13633" cy="53073"/>
              </a:xfrm>
              <a:custGeom>
                <a:avLst/>
                <a:gdLst/>
                <a:ahLst/>
                <a:cxnLst/>
                <a:rect l="l" t="t" r="r" b="b"/>
                <a:pathLst>
                  <a:path w="112" h="436" extrusionOk="0">
                    <a:moveTo>
                      <a:pt x="0" y="1"/>
                    </a:moveTo>
                    <a:lnTo>
                      <a:pt x="0" y="435"/>
                    </a:lnTo>
                    <a:lnTo>
                      <a:pt x="111" y="435"/>
                    </a:lnTo>
                    <a:lnTo>
                      <a:pt x="111"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3" name="Google Shape;3103;p51"/>
              <p:cNvSpPr/>
              <p:nvPr/>
            </p:nvSpPr>
            <p:spPr>
              <a:xfrm>
                <a:off x="5659156" y="2362205"/>
                <a:ext cx="13633" cy="55021"/>
              </a:xfrm>
              <a:custGeom>
                <a:avLst/>
                <a:gdLst/>
                <a:ahLst/>
                <a:cxnLst/>
                <a:rect l="l" t="t" r="r" b="b"/>
                <a:pathLst>
                  <a:path w="112" h="452" extrusionOk="0">
                    <a:moveTo>
                      <a:pt x="0" y="1"/>
                    </a:moveTo>
                    <a:lnTo>
                      <a:pt x="0" y="452"/>
                    </a:lnTo>
                    <a:lnTo>
                      <a:pt x="111" y="452"/>
                    </a:lnTo>
                    <a:lnTo>
                      <a:pt x="111"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4" name="Google Shape;3104;p51"/>
              <p:cNvSpPr/>
              <p:nvPr/>
            </p:nvSpPr>
            <p:spPr>
              <a:xfrm>
                <a:off x="5659156" y="2256060"/>
                <a:ext cx="13633" cy="53438"/>
              </a:xfrm>
              <a:custGeom>
                <a:avLst/>
                <a:gdLst/>
                <a:ahLst/>
                <a:cxnLst/>
                <a:rect l="l" t="t" r="r" b="b"/>
                <a:pathLst>
                  <a:path w="112" h="439" extrusionOk="0">
                    <a:moveTo>
                      <a:pt x="0" y="0"/>
                    </a:moveTo>
                    <a:lnTo>
                      <a:pt x="0" y="438"/>
                    </a:lnTo>
                    <a:lnTo>
                      <a:pt x="111" y="438"/>
                    </a:lnTo>
                    <a:lnTo>
                      <a:pt x="111"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5" name="Google Shape;3105;p51"/>
              <p:cNvSpPr/>
              <p:nvPr/>
            </p:nvSpPr>
            <p:spPr>
              <a:xfrm>
                <a:off x="6228107" y="1965984"/>
                <a:ext cx="13268" cy="53438"/>
              </a:xfrm>
              <a:custGeom>
                <a:avLst/>
                <a:gdLst/>
                <a:ahLst/>
                <a:cxnLst/>
                <a:rect l="l" t="t" r="r" b="b"/>
                <a:pathLst>
                  <a:path w="109" h="439" extrusionOk="0">
                    <a:moveTo>
                      <a:pt x="0" y="0"/>
                    </a:moveTo>
                    <a:lnTo>
                      <a:pt x="0" y="438"/>
                    </a:lnTo>
                    <a:lnTo>
                      <a:pt x="108" y="438"/>
                    </a:lnTo>
                    <a:lnTo>
                      <a:pt x="108"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6" name="Google Shape;3106;p51"/>
              <p:cNvSpPr/>
              <p:nvPr/>
            </p:nvSpPr>
            <p:spPr>
              <a:xfrm>
                <a:off x="6228107" y="1430386"/>
                <a:ext cx="14851" cy="53438"/>
              </a:xfrm>
              <a:custGeom>
                <a:avLst/>
                <a:gdLst/>
                <a:ahLst/>
                <a:cxnLst/>
                <a:rect l="l" t="t" r="r" b="b"/>
                <a:pathLst>
                  <a:path w="122" h="439" extrusionOk="0">
                    <a:moveTo>
                      <a:pt x="0" y="1"/>
                    </a:moveTo>
                    <a:lnTo>
                      <a:pt x="0" y="439"/>
                    </a:lnTo>
                    <a:lnTo>
                      <a:pt x="121" y="439"/>
                    </a:lnTo>
                    <a:lnTo>
                      <a:pt x="121"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7" name="Google Shape;3107;p51"/>
              <p:cNvSpPr/>
              <p:nvPr/>
            </p:nvSpPr>
            <p:spPr>
              <a:xfrm>
                <a:off x="6228107" y="1538236"/>
                <a:ext cx="14851" cy="53438"/>
              </a:xfrm>
              <a:custGeom>
                <a:avLst/>
                <a:gdLst/>
                <a:ahLst/>
                <a:cxnLst/>
                <a:rect l="l" t="t" r="r" b="b"/>
                <a:pathLst>
                  <a:path w="122" h="439" extrusionOk="0">
                    <a:moveTo>
                      <a:pt x="0" y="1"/>
                    </a:moveTo>
                    <a:lnTo>
                      <a:pt x="0" y="439"/>
                    </a:lnTo>
                    <a:lnTo>
                      <a:pt x="121" y="439"/>
                    </a:lnTo>
                    <a:lnTo>
                      <a:pt x="121"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8" name="Google Shape;3108;p51"/>
              <p:cNvSpPr/>
              <p:nvPr/>
            </p:nvSpPr>
            <p:spPr>
              <a:xfrm>
                <a:off x="6228107" y="1644504"/>
                <a:ext cx="14851" cy="54656"/>
              </a:xfrm>
              <a:custGeom>
                <a:avLst/>
                <a:gdLst/>
                <a:ahLst/>
                <a:cxnLst/>
                <a:rect l="l" t="t" r="r" b="b"/>
                <a:pathLst>
                  <a:path w="122" h="449" extrusionOk="0">
                    <a:moveTo>
                      <a:pt x="0" y="0"/>
                    </a:moveTo>
                    <a:lnTo>
                      <a:pt x="0" y="448"/>
                    </a:lnTo>
                    <a:lnTo>
                      <a:pt x="121" y="448"/>
                    </a:lnTo>
                    <a:lnTo>
                      <a:pt x="121"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9" name="Google Shape;3109;p51"/>
              <p:cNvSpPr/>
              <p:nvPr/>
            </p:nvSpPr>
            <p:spPr>
              <a:xfrm>
                <a:off x="6228107" y="2393733"/>
                <a:ext cx="13268" cy="55021"/>
              </a:xfrm>
              <a:custGeom>
                <a:avLst/>
                <a:gdLst/>
                <a:ahLst/>
                <a:cxnLst/>
                <a:rect l="l" t="t" r="r" b="b"/>
                <a:pathLst>
                  <a:path w="109" h="452" extrusionOk="0">
                    <a:moveTo>
                      <a:pt x="0" y="0"/>
                    </a:moveTo>
                    <a:lnTo>
                      <a:pt x="0" y="438"/>
                    </a:lnTo>
                    <a:lnTo>
                      <a:pt x="0" y="451"/>
                    </a:lnTo>
                    <a:lnTo>
                      <a:pt x="108" y="451"/>
                    </a:lnTo>
                    <a:lnTo>
                      <a:pt x="108" y="438"/>
                    </a:lnTo>
                    <a:lnTo>
                      <a:pt x="108"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0" name="Google Shape;3110;p51"/>
              <p:cNvSpPr/>
              <p:nvPr/>
            </p:nvSpPr>
            <p:spPr>
              <a:xfrm>
                <a:off x="6448554" y="2715578"/>
                <a:ext cx="54656" cy="21546"/>
              </a:xfrm>
              <a:custGeom>
                <a:avLst/>
                <a:gdLst/>
                <a:ahLst/>
                <a:cxnLst/>
                <a:rect l="l" t="t" r="r" b="b"/>
                <a:pathLst>
                  <a:path w="449" h="177" extrusionOk="0">
                    <a:moveTo>
                      <a:pt x="26" y="1"/>
                    </a:moveTo>
                    <a:lnTo>
                      <a:pt x="0" y="108"/>
                    </a:lnTo>
                    <a:cubicBezTo>
                      <a:pt x="134" y="148"/>
                      <a:pt x="285" y="164"/>
                      <a:pt x="435" y="177"/>
                    </a:cubicBezTo>
                    <a:lnTo>
                      <a:pt x="448" y="66"/>
                    </a:lnTo>
                    <a:cubicBezTo>
                      <a:pt x="298" y="53"/>
                      <a:pt x="164" y="40"/>
                      <a:pt x="26"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1" name="Google Shape;3111;p51"/>
              <p:cNvSpPr/>
              <p:nvPr/>
            </p:nvSpPr>
            <p:spPr>
              <a:xfrm>
                <a:off x="6228107" y="1752354"/>
                <a:ext cx="14851" cy="52951"/>
              </a:xfrm>
              <a:custGeom>
                <a:avLst/>
                <a:gdLst/>
                <a:ahLst/>
                <a:cxnLst/>
                <a:rect l="l" t="t" r="r" b="b"/>
                <a:pathLst>
                  <a:path w="122" h="435" extrusionOk="0">
                    <a:moveTo>
                      <a:pt x="0" y="0"/>
                    </a:moveTo>
                    <a:lnTo>
                      <a:pt x="0" y="435"/>
                    </a:lnTo>
                    <a:lnTo>
                      <a:pt x="121" y="435"/>
                    </a:lnTo>
                    <a:lnTo>
                      <a:pt x="121"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2" name="Google Shape;3112;p51"/>
              <p:cNvSpPr/>
              <p:nvPr/>
            </p:nvSpPr>
            <p:spPr>
              <a:xfrm>
                <a:off x="6234437" y="2499878"/>
                <a:ext cx="26780" cy="54656"/>
              </a:xfrm>
              <a:custGeom>
                <a:avLst/>
                <a:gdLst/>
                <a:ahLst/>
                <a:cxnLst/>
                <a:rect l="l" t="t" r="r" b="b"/>
                <a:pathLst>
                  <a:path w="220" h="449" extrusionOk="0">
                    <a:moveTo>
                      <a:pt x="112" y="1"/>
                    </a:moveTo>
                    <a:lnTo>
                      <a:pt x="1" y="14"/>
                    </a:lnTo>
                    <a:cubicBezTo>
                      <a:pt x="30" y="164"/>
                      <a:pt x="69" y="315"/>
                      <a:pt x="125" y="449"/>
                    </a:cubicBezTo>
                    <a:lnTo>
                      <a:pt x="220" y="409"/>
                    </a:lnTo>
                    <a:cubicBezTo>
                      <a:pt x="177" y="272"/>
                      <a:pt x="138" y="138"/>
                      <a:pt x="112"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3" name="Google Shape;3113;p51"/>
              <p:cNvSpPr/>
              <p:nvPr/>
            </p:nvSpPr>
            <p:spPr>
              <a:xfrm>
                <a:off x="6349103" y="2672244"/>
                <a:ext cx="52951" cy="38222"/>
              </a:xfrm>
              <a:custGeom>
                <a:avLst/>
                <a:gdLst/>
                <a:ahLst/>
                <a:cxnLst/>
                <a:rect l="l" t="t" r="r" b="b"/>
                <a:pathLst>
                  <a:path w="435" h="314" extrusionOk="0">
                    <a:moveTo>
                      <a:pt x="69" y="0"/>
                    </a:moveTo>
                    <a:lnTo>
                      <a:pt x="0" y="82"/>
                    </a:lnTo>
                    <a:cubicBezTo>
                      <a:pt x="121" y="177"/>
                      <a:pt x="258" y="245"/>
                      <a:pt x="396" y="314"/>
                    </a:cubicBezTo>
                    <a:lnTo>
                      <a:pt x="435" y="219"/>
                    </a:lnTo>
                    <a:cubicBezTo>
                      <a:pt x="314" y="151"/>
                      <a:pt x="190" y="82"/>
                      <a:pt x="69"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4" name="Google Shape;3114;p51"/>
              <p:cNvSpPr/>
              <p:nvPr/>
            </p:nvSpPr>
            <p:spPr>
              <a:xfrm>
                <a:off x="6274241" y="2596164"/>
                <a:ext cx="43457" cy="49908"/>
              </a:xfrm>
              <a:custGeom>
                <a:avLst/>
                <a:gdLst/>
                <a:ahLst/>
                <a:cxnLst/>
                <a:rect l="l" t="t" r="r" b="b"/>
                <a:pathLst>
                  <a:path w="357" h="410" extrusionOk="0">
                    <a:moveTo>
                      <a:pt x="95" y="1"/>
                    </a:moveTo>
                    <a:lnTo>
                      <a:pt x="1" y="53"/>
                    </a:lnTo>
                    <a:cubicBezTo>
                      <a:pt x="82" y="190"/>
                      <a:pt x="177" y="298"/>
                      <a:pt x="275" y="409"/>
                    </a:cubicBezTo>
                    <a:lnTo>
                      <a:pt x="357" y="341"/>
                    </a:lnTo>
                    <a:cubicBezTo>
                      <a:pt x="259" y="230"/>
                      <a:pt x="177" y="122"/>
                      <a:pt x="95"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5" name="Google Shape;3115;p51"/>
              <p:cNvSpPr/>
              <p:nvPr/>
            </p:nvSpPr>
            <p:spPr>
              <a:xfrm>
                <a:off x="5939614" y="1062406"/>
                <a:ext cx="54656" cy="16798"/>
              </a:xfrm>
              <a:custGeom>
                <a:avLst/>
                <a:gdLst/>
                <a:ahLst/>
                <a:cxnLst/>
                <a:rect l="l" t="t" r="r" b="b"/>
                <a:pathLst>
                  <a:path w="449" h="138" extrusionOk="0">
                    <a:moveTo>
                      <a:pt x="1" y="0"/>
                    </a:moveTo>
                    <a:lnTo>
                      <a:pt x="1" y="111"/>
                    </a:lnTo>
                    <a:lnTo>
                      <a:pt x="96" y="111"/>
                    </a:lnTo>
                    <a:cubicBezTo>
                      <a:pt x="203" y="111"/>
                      <a:pt x="328" y="111"/>
                      <a:pt x="435" y="138"/>
                    </a:cubicBezTo>
                    <a:lnTo>
                      <a:pt x="449" y="30"/>
                    </a:lnTo>
                    <a:cubicBezTo>
                      <a:pt x="341" y="0"/>
                      <a:pt x="216" y="0"/>
                      <a:pt x="96"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6" name="Google Shape;3116;p51"/>
              <p:cNvSpPr/>
              <p:nvPr/>
            </p:nvSpPr>
            <p:spPr>
              <a:xfrm>
                <a:off x="6228107" y="1323023"/>
                <a:ext cx="14851" cy="54656"/>
              </a:xfrm>
              <a:custGeom>
                <a:avLst/>
                <a:gdLst/>
                <a:ahLst/>
                <a:cxnLst/>
                <a:rect l="l" t="t" r="r" b="b"/>
                <a:pathLst>
                  <a:path w="122" h="449" extrusionOk="0">
                    <a:moveTo>
                      <a:pt x="108" y="0"/>
                    </a:moveTo>
                    <a:lnTo>
                      <a:pt x="0" y="13"/>
                    </a:lnTo>
                    <a:lnTo>
                      <a:pt x="0" y="245"/>
                    </a:lnTo>
                    <a:lnTo>
                      <a:pt x="0" y="448"/>
                    </a:lnTo>
                    <a:lnTo>
                      <a:pt x="121" y="448"/>
                    </a:lnTo>
                    <a:lnTo>
                      <a:pt x="121" y="245"/>
                    </a:lnTo>
                    <a:cubicBezTo>
                      <a:pt x="121" y="164"/>
                      <a:pt x="108" y="82"/>
                      <a:pt x="108"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7" name="Google Shape;3117;p51"/>
              <p:cNvSpPr/>
              <p:nvPr/>
            </p:nvSpPr>
            <p:spPr>
              <a:xfrm>
                <a:off x="6198284" y="1218338"/>
                <a:ext cx="31527" cy="55021"/>
              </a:xfrm>
              <a:custGeom>
                <a:avLst/>
                <a:gdLst/>
                <a:ahLst/>
                <a:cxnLst/>
                <a:rect l="l" t="t" r="r" b="b"/>
                <a:pathLst>
                  <a:path w="259" h="452" extrusionOk="0">
                    <a:moveTo>
                      <a:pt x="95" y="1"/>
                    </a:moveTo>
                    <a:lnTo>
                      <a:pt x="0" y="56"/>
                    </a:lnTo>
                    <a:cubicBezTo>
                      <a:pt x="53" y="177"/>
                      <a:pt x="108" y="314"/>
                      <a:pt x="147" y="452"/>
                    </a:cubicBezTo>
                    <a:lnTo>
                      <a:pt x="259" y="422"/>
                    </a:lnTo>
                    <a:cubicBezTo>
                      <a:pt x="216" y="272"/>
                      <a:pt x="164" y="138"/>
                      <a:pt x="95"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8" name="Google Shape;3118;p51"/>
              <p:cNvSpPr/>
              <p:nvPr/>
            </p:nvSpPr>
            <p:spPr>
              <a:xfrm>
                <a:off x="6133403" y="1133981"/>
                <a:ext cx="46622" cy="47839"/>
              </a:xfrm>
              <a:custGeom>
                <a:avLst/>
                <a:gdLst/>
                <a:ahLst/>
                <a:cxnLst/>
                <a:rect l="l" t="t" r="r" b="b"/>
                <a:pathLst>
                  <a:path w="383" h="393" extrusionOk="0">
                    <a:moveTo>
                      <a:pt x="69" y="1"/>
                    </a:moveTo>
                    <a:lnTo>
                      <a:pt x="1" y="82"/>
                    </a:lnTo>
                    <a:cubicBezTo>
                      <a:pt x="108" y="177"/>
                      <a:pt x="206" y="272"/>
                      <a:pt x="288" y="393"/>
                    </a:cubicBezTo>
                    <a:lnTo>
                      <a:pt x="383" y="327"/>
                    </a:lnTo>
                    <a:cubicBezTo>
                      <a:pt x="288" y="203"/>
                      <a:pt x="177" y="95"/>
                      <a:pt x="69"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9" name="Google Shape;3119;p51"/>
              <p:cNvSpPr/>
              <p:nvPr/>
            </p:nvSpPr>
            <p:spPr>
              <a:xfrm>
                <a:off x="6042352" y="1079083"/>
                <a:ext cx="54534" cy="33110"/>
              </a:xfrm>
              <a:custGeom>
                <a:avLst/>
                <a:gdLst/>
                <a:ahLst/>
                <a:cxnLst/>
                <a:rect l="l" t="t" r="r" b="b"/>
                <a:pathLst>
                  <a:path w="448" h="272" extrusionOk="0">
                    <a:moveTo>
                      <a:pt x="39" y="1"/>
                    </a:moveTo>
                    <a:lnTo>
                      <a:pt x="0" y="95"/>
                    </a:lnTo>
                    <a:cubicBezTo>
                      <a:pt x="137" y="151"/>
                      <a:pt x="271" y="206"/>
                      <a:pt x="396" y="272"/>
                    </a:cubicBezTo>
                    <a:lnTo>
                      <a:pt x="448" y="177"/>
                    </a:lnTo>
                    <a:cubicBezTo>
                      <a:pt x="327" y="108"/>
                      <a:pt x="177" y="43"/>
                      <a:pt x="39"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0" name="Google Shape;3120;p51"/>
              <p:cNvSpPr/>
              <p:nvPr/>
            </p:nvSpPr>
            <p:spPr>
              <a:xfrm>
                <a:off x="6228107" y="2287830"/>
                <a:ext cx="13268" cy="53073"/>
              </a:xfrm>
              <a:custGeom>
                <a:avLst/>
                <a:gdLst/>
                <a:ahLst/>
                <a:cxnLst/>
                <a:rect l="l" t="t" r="r" b="b"/>
                <a:pathLst>
                  <a:path w="109" h="436" extrusionOk="0">
                    <a:moveTo>
                      <a:pt x="0" y="1"/>
                    </a:moveTo>
                    <a:lnTo>
                      <a:pt x="0" y="435"/>
                    </a:lnTo>
                    <a:lnTo>
                      <a:pt x="108" y="435"/>
                    </a:lnTo>
                    <a:lnTo>
                      <a:pt x="10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1" name="Google Shape;3121;p51"/>
              <p:cNvSpPr/>
              <p:nvPr/>
            </p:nvSpPr>
            <p:spPr>
              <a:xfrm>
                <a:off x="6228107" y="2073834"/>
                <a:ext cx="13268" cy="52951"/>
              </a:xfrm>
              <a:custGeom>
                <a:avLst/>
                <a:gdLst/>
                <a:ahLst/>
                <a:cxnLst/>
                <a:rect l="l" t="t" r="r" b="b"/>
                <a:pathLst>
                  <a:path w="109" h="435" extrusionOk="0">
                    <a:moveTo>
                      <a:pt x="0" y="0"/>
                    </a:moveTo>
                    <a:lnTo>
                      <a:pt x="0" y="435"/>
                    </a:lnTo>
                    <a:lnTo>
                      <a:pt x="108" y="435"/>
                    </a:lnTo>
                    <a:lnTo>
                      <a:pt x="108"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2" name="Google Shape;3122;p51"/>
              <p:cNvSpPr/>
              <p:nvPr/>
            </p:nvSpPr>
            <p:spPr>
              <a:xfrm>
                <a:off x="6228107" y="1858134"/>
                <a:ext cx="13268" cy="55021"/>
              </a:xfrm>
              <a:custGeom>
                <a:avLst/>
                <a:gdLst/>
                <a:ahLst/>
                <a:cxnLst/>
                <a:rect l="l" t="t" r="r" b="b"/>
                <a:pathLst>
                  <a:path w="109" h="452" extrusionOk="0">
                    <a:moveTo>
                      <a:pt x="0" y="1"/>
                    </a:moveTo>
                    <a:lnTo>
                      <a:pt x="0" y="452"/>
                    </a:lnTo>
                    <a:lnTo>
                      <a:pt x="108" y="452"/>
                    </a:lnTo>
                    <a:lnTo>
                      <a:pt x="10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3" name="Google Shape;3123;p51"/>
              <p:cNvSpPr/>
              <p:nvPr/>
            </p:nvSpPr>
            <p:spPr>
              <a:xfrm>
                <a:off x="6228107" y="2179980"/>
                <a:ext cx="13268" cy="53073"/>
              </a:xfrm>
              <a:custGeom>
                <a:avLst/>
                <a:gdLst/>
                <a:ahLst/>
                <a:cxnLst/>
                <a:rect l="l" t="t" r="r" b="b"/>
                <a:pathLst>
                  <a:path w="109" h="436" extrusionOk="0">
                    <a:moveTo>
                      <a:pt x="0" y="1"/>
                    </a:moveTo>
                    <a:lnTo>
                      <a:pt x="0" y="436"/>
                    </a:lnTo>
                    <a:lnTo>
                      <a:pt x="108" y="436"/>
                    </a:lnTo>
                    <a:lnTo>
                      <a:pt x="10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4" name="Google Shape;3124;p51"/>
              <p:cNvSpPr/>
              <p:nvPr/>
            </p:nvSpPr>
            <p:spPr>
              <a:xfrm>
                <a:off x="7151161" y="1069101"/>
                <a:ext cx="55021" cy="29945"/>
              </a:xfrm>
              <a:custGeom>
                <a:avLst/>
                <a:gdLst/>
                <a:ahLst/>
                <a:cxnLst/>
                <a:rect l="l" t="t" r="r" b="b"/>
                <a:pathLst>
                  <a:path w="452" h="246" extrusionOk="0">
                    <a:moveTo>
                      <a:pt x="30" y="1"/>
                    </a:moveTo>
                    <a:lnTo>
                      <a:pt x="1" y="109"/>
                    </a:lnTo>
                    <a:cubicBezTo>
                      <a:pt x="138" y="138"/>
                      <a:pt x="275" y="190"/>
                      <a:pt x="409" y="246"/>
                    </a:cubicBezTo>
                    <a:lnTo>
                      <a:pt x="452" y="151"/>
                    </a:lnTo>
                    <a:cubicBezTo>
                      <a:pt x="314" y="83"/>
                      <a:pt x="180" y="43"/>
                      <a:pt x="30"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5" name="Google Shape;3125;p51"/>
              <p:cNvSpPr/>
              <p:nvPr/>
            </p:nvSpPr>
            <p:spPr>
              <a:xfrm>
                <a:off x="7366861" y="1720827"/>
                <a:ext cx="13268" cy="53073"/>
              </a:xfrm>
              <a:custGeom>
                <a:avLst/>
                <a:gdLst/>
                <a:ahLst/>
                <a:cxnLst/>
                <a:rect l="l" t="t" r="r" b="b"/>
                <a:pathLst>
                  <a:path w="109" h="436" extrusionOk="0">
                    <a:moveTo>
                      <a:pt x="0" y="1"/>
                    </a:moveTo>
                    <a:lnTo>
                      <a:pt x="0" y="436"/>
                    </a:lnTo>
                    <a:lnTo>
                      <a:pt x="108" y="436"/>
                    </a:lnTo>
                    <a:lnTo>
                      <a:pt x="10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6" name="Google Shape;3126;p51"/>
              <p:cNvSpPr/>
              <p:nvPr/>
            </p:nvSpPr>
            <p:spPr>
              <a:xfrm>
                <a:off x="7366861" y="1826729"/>
                <a:ext cx="13268" cy="55021"/>
              </a:xfrm>
              <a:custGeom>
                <a:avLst/>
                <a:gdLst/>
                <a:ahLst/>
                <a:cxnLst/>
                <a:rect l="l" t="t" r="r" b="b"/>
                <a:pathLst>
                  <a:path w="109" h="452" extrusionOk="0">
                    <a:moveTo>
                      <a:pt x="0" y="0"/>
                    </a:moveTo>
                    <a:lnTo>
                      <a:pt x="0" y="451"/>
                    </a:lnTo>
                    <a:lnTo>
                      <a:pt x="108" y="451"/>
                    </a:lnTo>
                    <a:lnTo>
                      <a:pt x="108"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7" name="Google Shape;3127;p51"/>
              <p:cNvSpPr/>
              <p:nvPr/>
            </p:nvSpPr>
            <p:spPr>
              <a:xfrm>
                <a:off x="7366861" y="1506831"/>
                <a:ext cx="13268" cy="53073"/>
              </a:xfrm>
              <a:custGeom>
                <a:avLst/>
                <a:gdLst/>
                <a:ahLst/>
                <a:cxnLst/>
                <a:rect l="l" t="t" r="r" b="b"/>
                <a:pathLst>
                  <a:path w="109" h="436" extrusionOk="0">
                    <a:moveTo>
                      <a:pt x="0" y="0"/>
                    </a:moveTo>
                    <a:lnTo>
                      <a:pt x="0" y="435"/>
                    </a:lnTo>
                    <a:lnTo>
                      <a:pt x="108" y="435"/>
                    </a:lnTo>
                    <a:lnTo>
                      <a:pt x="108"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8" name="Google Shape;3128;p51"/>
              <p:cNvSpPr/>
              <p:nvPr/>
            </p:nvSpPr>
            <p:spPr>
              <a:xfrm>
                <a:off x="7318657" y="1190097"/>
                <a:ext cx="38344" cy="55021"/>
              </a:xfrm>
              <a:custGeom>
                <a:avLst/>
                <a:gdLst/>
                <a:ahLst/>
                <a:cxnLst/>
                <a:rect l="l" t="t" r="r" b="b"/>
                <a:pathLst>
                  <a:path w="315" h="452" extrusionOk="0">
                    <a:moveTo>
                      <a:pt x="96" y="0"/>
                    </a:moveTo>
                    <a:lnTo>
                      <a:pt x="1" y="69"/>
                    </a:lnTo>
                    <a:cubicBezTo>
                      <a:pt x="82" y="193"/>
                      <a:pt x="151" y="314"/>
                      <a:pt x="207" y="452"/>
                    </a:cubicBezTo>
                    <a:lnTo>
                      <a:pt x="315" y="396"/>
                    </a:lnTo>
                    <a:cubicBezTo>
                      <a:pt x="259" y="259"/>
                      <a:pt x="177" y="138"/>
                      <a:pt x="96"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9" name="Google Shape;3129;p51"/>
              <p:cNvSpPr/>
              <p:nvPr/>
            </p:nvSpPr>
            <p:spPr>
              <a:xfrm>
                <a:off x="7366861" y="1398981"/>
                <a:ext cx="13268" cy="53438"/>
              </a:xfrm>
              <a:custGeom>
                <a:avLst/>
                <a:gdLst/>
                <a:ahLst/>
                <a:cxnLst/>
                <a:rect l="l" t="t" r="r" b="b"/>
                <a:pathLst>
                  <a:path w="109" h="439" extrusionOk="0">
                    <a:moveTo>
                      <a:pt x="0" y="1"/>
                    </a:moveTo>
                    <a:lnTo>
                      <a:pt x="0" y="439"/>
                    </a:lnTo>
                    <a:lnTo>
                      <a:pt x="108" y="439"/>
                    </a:lnTo>
                    <a:lnTo>
                      <a:pt x="10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0" name="Google Shape;3130;p51"/>
              <p:cNvSpPr/>
              <p:nvPr/>
            </p:nvSpPr>
            <p:spPr>
              <a:xfrm>
                <a:off x="7245864" y="1114140"/>
                <a:ext cx="49908" cy="44674"/>
              </a:xfrm>
              <a:custGeom>
                <a:avLst/>
                <a:gdLst/>
                <a:ahLst/>
                <a:cxnLst/>
                <a:rect l="l" t="t" r="r" b="b"/>
                <a:pathLst>
                  <a:path w="410" h="367" extrusionOk="0">
                    <a:moveTo>
                      <a:pt x="69" y="0"/>
                    </a:moveTo>
                    <a:lnTo>
                      <a:pt x="1" y="82"/>
                    </a:lnTo>
                    <a:cubicBezTo>
                      <a:pt x="122" y="164"/>
                      <a:pt x="233" y="258"/>
                      <a:pt x="327" y="366"/>
                    </a:cubicBezTo>
                    <a:lnTo>
                      <a:pt x="409" y="285"/>
                    </a:lnTo>
                    <a:cubicBezTo>
                      <a:pt x="314" y="177"/>
                      <a:pt x="190" y="82"/>
                      <a:pt x="69"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1" name="Google Shape;3131;p51"/>
              <p:cNvSpPr/>
              <p:nvPr/>
            </p:nvSpPr>
            <p:spPr>
              <a:xfrm>
                <a:off x="7360044" y="1291131"/>
                <a:ext cx="20085" cy="55021"/>
              </a:xfrm>
              <a:custGeom>
                <a:avLst/>
                <a:gdLst/>
                <a:ahLst/>
                <a:cxnLst/>
                <a:rect l="l" t="t" r="r" b="b"/>
                <a:pathLst>
                  <a:path w="165" h="452" extrusionOk="0">
                    <a:moveTo>
                      <a:pt x="112" y="1"/>
                    </a:moveTo>
                    <a:lnTo>
                      <a:pt x="1" y="30"/>
                    </a:lnTo>
                    <a:cubicBezTo>
                      <a:pt x="30" y="164"/>
                      <a:pt x="56" y="301"/>
                      <a:pt x="56" y="452"/>
                    </a:cubicBezTo>
                    <a:lnTo>
                      <a:pt x="164" y="452"/>
                    </a:lnTo>
                    <a:cubicBezTo>
                      <a:pt x="164" y="301"/>
                      <a:pt x="138" y="151"/>
                      <a:pt x="112"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2" name="Google Shape;3132;p51"/>
              <p:cNvSpPr/>
              <p:nvPr/>
            </p:nvSpPr>
            <p:spPr>
              <a:xfrm>
                <a:off x="7366861" y="1613098"/>
                <a:ext cx="13268" cy="52951"/>
              </a:xfrm>
              <a:custGeom>
                <a:avLst/>
                <a:gdLst/>
                <a:ahLst/>
                <a:cxnLst/>
                <a:rect l="l" t="t" r="r" b="b"/>
                <a:pathLst>
                  <a:path w="109" h="435" extrusionOk="0">
                    <a:moveTo>
                      <a:pt x="0" y="0"/>
                    </a:moveTo>
                    <a:lnTo>
                      <a:pt x="0" y="435"/>
                    </a:lnTo>
                    <a:lnTo>
                      <a:pt x="108" y="435"/>
                    </a:lnTo>
                    <a:lnTo>
                      <a:pt x="108"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3" name="Google Shape;3133;p51"/>
              <p:cNvSpPr/>
              <p:nvPr/>
            </p:nvSpPr>
            <p:spPr>
              <a:xfrm>
                <a:off x="7366861" y="2470055"/>
                <a:ext cx="13268" cy="53073"/>
              </a:xfrm>
              <a:custGeom>
                <a:avLst/>
                <a:gdLst/>
                <a:ahLst/>
                <a:cxnLst/>
                <a:rect l="l" t="t" r="r" b="b"/>
                <a:pathLst>
                  <a:path w="109" h="436" extrusionOk="0">
                    <a:moveTo>
                      <a:pt x="0" y="1"/>
                    </a:moveTo>
                    <a:lnTo>
                      <a:pt x="0" y="435"/>
                    </a:lnTo>
                    <a:lnTo>
                      <a:pt x="108" y="435"/>
                    </a:lnTo>
                    <a:lnTo>
                      <a:pt x="10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4" name="Google Shape;3134;p51"/>
              <p:cNvSpPr/>
              <p:nvPr/>
            </p:nvSpPr>
            <p:spPr>
              <a:xfrm>
                <a:off x="7366861" y="2576323"/>
                <a:ext cx="13268" cy="54656"/>
              </a:xfrm>
              <a:custGeom>
                <a:avLst/>
                <a:gdLst/>
                <a:ahLst/>
                <a:cxnLst/>
                <a:rect l="l" t="t" r="r" b="b"/>
                <a:pathLst>
                  <a:path w="109" h="449" extrusionOk="0">
                    <a:moveTo>
                      <a:pt x="0" y="0"/>
                    </a:moveTo>
                    <a:lnTo>
                      <a:pt x="0" y="448"/>
                    </a:lnTo>
                    <a:lnTo>
                      <a:pt x="108" y="448"/>
                    </a:lnTo>
                    <a:lnTo>
                      <a:pt x="108"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5" name="Google Shape;3135;p51"/>
              <p:cNvSpPr/>
              <p:nvPr/>
            </p:nvSpPr>
            <p:spPr>
              <a:xfrm>
                <a:off x="7366861" y="1934579"/>
                <a:ext cx="13268" cy="52951"/>
              </a:xfrm>
              <a:custGeom>
                <a:avLst/>
                <a:gdLst/>
                <a:ahLst/>
                <a:cxnLst/>
                <a:rect l="l" t="t" r="r" b="b"/>
                <a:pathLst>
                  <a:path w="109" h="435" extrusionOk="0">
                    <a:moveTo>
                      <a:pt x="0" y="0"/>
                    </a:moveTo>
                    <a:lnTo>
                      <a:pt x="0" y="435"/>
                    </a:lnTo>
                    <a:lnTo>
                      <a:pt x="108" y="435"/>
                    </a:lnTo>
                    <a:lnTo>
                      <a:pt x="108"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6" name="Google Shape;3136;p51"/>
              <p:cNvSpPr/>
              <p:nvPr/>
            </p:nvSpPr>
            <p:spPr>
              <a:xfrm>
                <a:off x="7366861" y="2683808"/>
                <a:ext cx="13268" cy="53317"/>
              </a:xfrm>
              <a:custGeom>
                <a:avLst/>
                <a:gdLst/>
                <a:ahLst/>
                <a:cxnLst/>
                <a:rect l="l" t="t" r="r" b="b"/>
                <a:pathLst>
                  <a:path w="109" h="438" extrusionOk="0">
                    <a:moveTo>
                      <a:pt x="0" y="0"/>
                    </a:moveTo>
                    <a:lnTo>
                      <a:pt x="0" y="438"/>
                    </a:lnTo>
                    <a:lnTo>
                      <a:pt x="108" y="438"/>
                    </a:lnTo>
                    <a:lnTo>
                      <a:pt x="108"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7" name="Google Shape;3137;p51"/>
              <p:cNvSpPr/>
              <p:nvPr/>
            </p:nvSpPr>
            <p:spPr>
              <a:xfrm>
                <a:off x="7366861" y="2040725"/>
                <a:ext cx="13268" cy="54656"/>
              </a:xfrm>
              <a:custGeom>
                <a:avLst/>
                <a:gdLst/>
                <a:ahLst/>
                <a:cxnLst/>
                <a:rect l="l" t="t" r="r" b="b"/>
                <a:pathLst>
                  <a:path w="109" h="449" extrusionOk="0">
                    <a:moveTo>
                      <a:pt x="0" y="1"/>
                    </a:moveTo>
                    <a:lnTo>
                      <a:pt x="0" y="449"/>
                    </a:lnTo>
                    <a:lnTo>
                      <a:pt x="108" y="449"/>
                    </a:lnTo>
                    <a:lnTo>
                      <a:pt x="10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8" name="Google Shape;3138;p51"/>
              <p:cNvSpPr/>
              <p:nvPr/>
            </p:nvSpPr>
            <p:spPr>
              <a:xfrm>
                <a:off x="7366861" y="2148575"/>
                <a:ext cx="13268" cy="53073"/>
              </a:xfrm>
              <a:custGeom>
                <a:avLst/>
                <a:gdLst/>
                <a:ahLst/>
                <a:cxnLst/>
                <a:rect l="l" t="t" r="r" b="b"/>
                <a:pathLst>
                  <a:path w="109" h="436" extrusionOk="0">
                    <a:moveTo>
                      <a:pt x="0" y="1"/>
                    </a:moveTo>
                    <a:lnTo>
                      <a:pt x="0" y="435"/>
                    </a:lnTo>
                    <a:lnTo>
                      <a:pt x="108" y="435"/>
                    </a:lnTo>
                    <a:lnTo>
                      <a:pt x="10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9" name="Google Shape;3139;p51"/>
              <p:cNvSpPr/>
              <p:nvPr/>
            </p:nvSpPr>
            <p:spPr>
              <a:xfrm>
                <a:off x="7366861" y="2362205"/>
                <a:ext cx="13268" cy="55021"/>
              </a:xfrm>
              <a:custGeom>
                <a:avLst/>
                <a:gdLst/>
                <a:ahLst/>
                <a:cxnLst/>
                <a:rect l="l" t="t" r="r" b="b"/>
                <a:pathLst>
                  <a:path w="109" h="452" extrusionOk="0">
                    <a:moveTo>
                      <a:pt x="0" y="1"/>
                    </a:moveTo>
                    <a:lnTo>
                      <a:pt x="0" y="452"/>
                    </a:lnTo>
                    <a:lnTo>
                      <a:pt x="108" y="452"/>
                    </a:lnTo>
                    <a:lnTo>
                      <a:pt x="10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0" name="Google Shape;3140;p51"/>
              <p:cNvSpPr/>
              <p:nvPr/>
            </p:nvSpPr>
            <p:spPr>
              <a:xfrm>
                <a:off x="7366861" y="2256060"/>
                <a:ext cx="13268" cy="53438"/>
              </a:xfrm>
              <a:custGeom>
                <a:avLst/>
                <a:gdLst/>
                <a:ahLst/>
                <a:cxnLst/>
                <a:rect l="l" t="t" r="r" b="b"/>
                <a:pathLst>
                  <a:path w="109" h="439" extrusionOk="0">
                    <a:moveTo>
                      <a:pt x="0" y="0"/>
                    </a:moveTo>
                    <a:lnTo>
                      <a:pt x="0" y="438"/>
                    </a:lnTo>
                    <a:lnTo>
                      <a:pt x="108" y="438"/>
                    </a:lnTo>
                    <a:lnTo>
                      <a:pt x="108"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1" name="Google Shape;3141;p51"/>
              <p:cNvSpPr/>
              <p:nvPr/>
            </p:nvSpPr>
            <p:spPr>
              <a:xfrm>
                <a:off x="6798275" y="1965984"/>
                <a:ext cx="13268" cy="53438"/>
              </a:xfrm>
              <a:custGeom>
                <a:avLst/>
                <a:gdLst/>
                <a:ahLst/>
                <a:cxnLst/>
                <a:rect l="l" t="t" r="r" b="b"/>
                <a:pathLst>
                  <a:path w="109" h="439" extrusionOk="0">
                    <a:moveTo>
                      <a:pt x="0" y="0"/>
                    </a:moveTo>
                    <a:lnTo>
                      <a:pt x="0" y="438"/>
                    </a:lnTo>
                    <a:lnTo>
                      <a:pt x="108" y="438"/>
                    </a:lnTo>
                    <a:lnTo>
                      <a:pt x="108"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2" name="Google Shape;3142;p51"/>
              <p:cNvSpPr/>
              <p:nvPr/>
            </p:nvSpPr>
            <p:spPr>
              <a:xfrm>
                <a:off x="6798275" y="1430386"/>
                <a:ext cx="13268" cy="53438"/>
              </a:xfrm>
              <a:custGeom>
                <a:avLst/>
                <a:gdLst/>
                <a:ahLst/>
                <a:cxnLst/>
                <a:rect l="l" t="t" r="r" b="b"/>
                <a:pathLst>
                  <a:path w="109" h="439" extrusionOk="0">
                    <a:moveTo>
                      <a:pt x="0" y="1"/>
                    </a:moveTo>
                    <a:lnTo>
                      <a:pt x="0" y="439"/>
                    </a:lnTo>
                    <a:lnTo>
                      <a:pt x="108" y="439"/>
                    </a:lnTo>
                    <a:lnTo>
                      <a:pt x="10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3" name="Google Shape;3143;p51"/>
              <p:cNvSpPr/>
              <p:nvPr/>
            </p:nvSpPr>
            <p:spPr>
              <a:xfrm>
                <a:off x="6798275" y="1538236"/>
                <a:ext cx="13268" cy="53438"/>
              </a:xfrm>
              <a:custGeom>
                <a:avLst/>
                <a:gdLst/>
                <a:ahLst/>
                <a:cxnLst/>
                <a:rect l="l" t="t" r="r" b="b"/>
                <a:pathLst>
                  <a:path w="109" h="439" extrusionOk="0">
                    <a:moveTo>
                      <a:pt x="0" y="1"/>
                    </a:moveTo>
                    <a:lnTo>
                      <a:pt x="0" y="439"/>
                    </a:lnTo>
                    <a:lnTo>
                      <a:pt x="108" y="439"/>
                    </a:lnTo>
                    <a:lnTo>
                      <a:pt x="10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4" name="Google Shape;3144;p51"/>
              <p:cNvSpPr/>
              <p:nvPr/>
            </p:nvSpPr>
            <p:spPr>
              <a:xfrm>
                <a:off x="6798275" y="1644504"/>
                <a:ext cx="13268" cy="54656"/>
              </a:xfrm>
              <a:custGeom>
                <a:avLst/>
                <a:gdLst/>
                <a:ahLst/>
                <a:cxnLst/>
                <a:rect l="l" t="t" r="r" b="b"/>
                <a:pathLst>
                  <a:path w="109" h="449" extrusionOk="0">
                    <a:moveTo>
                      <a:pt x="0" y="0"/>
                    </a:moveTo>
                    <a:lnTo>
                      <a:pt x="0" y="448"/>
                    </a:lnTo>
                    <a:lnTo>
                      <a:pt x="108" y="448"/>
                    </a:lnTo>
                    <a:lnTo>
                      <a:pt x="108"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5" name="Google Shape;3145;p51"/>
              <p:cNvSpPr/>
              <p:nvPr/>
            </p:nvSpPr>
            <p:spPr>
              <a:xfrm>
                <a:off x="6798275" y="2393733"/>
                <a:ext cx="13268" cy="55021"/>
              </a:xfrm>
              <a:custGeom>
                <a:avLst/>
                <a:gdLst/>
                <a:ahLst/>
                <a:cxnLst/>
                <a:rect l="l" t="t" r="r" b="b"/>
                <a:pathLst>
                  <a:path w="109" h="452" extrusionOk="0">
                    <a:moveTo>
                      <a:pt x="0" y="0"/>
                    </a:moveTo>
                    <a:lnTo>
                      <a:pt x="0" y="438"/>
                    </a:lnTo>
                    <a:lnTo>
                      <a:pt x="0" y="451"/>
                    </a:lnTo>
                    <a:lnTo>
                      <a:pt x="108" y="451"/>
                    </a:lnTo>
                    <a:lnTo>
                      <a:pt x="108" y="438"/>
                    </a:lnTo>
                    <a:lnTo>
                      <a:pt x="108"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6" name="Google Shape;3146;p51"/>
              <p:cNvSpPr/>
              <p:nvPr/>
            </p:nvSpPr>
            <p:spPr>
              <a:xfrm>
                <a:off x="6536441" y="2715578"/>
                <a:ext cx="54656" cy="21546"/>
              </a:xfrm>
              <a:custGeom>
                <a:avLst/>
                <a:gdLst/>
                <a:ahLst/>
                <a:cxnLst/>
                <a:rect l="l" t="t" r="r" b="b"/>
                <a:pathLst>
                  <a:path w="449" h="177" extrusionOk="0">
                    <a:moveTo>
                      <a:pt x="422" y="1"/>
                    </a:moveTo>
                    <a:cubicBezTo>
                      <a:pt x="285" y="40"/>
                      <a:pt x="148" y="53"/>
                      <a:pt x="1" y="66"/>
                    </a:cubicBezTo>
                    <a:lnTo>
                      <a:pt x="14" y="177"/>
                    </a:lnTo>
                    <a:cubicBezTo>
                      <a:pt x="164" y="164"/>
                      <a:pt x="311" y="148"/>
                      <a:pt x="448" y="108"/>
                    </a:cubicBezTo>
                    <a:lnTo>
                      <a:pt x="422"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7" name="Google Shape;3147;p51"/>
              <p:cNvSpPr/>
              <p:nvPr/>
            </p:nvSpPr>
            <p:spPr>
              <a:xfrm>
                <a:off x="6798275" y="1752354"/>
                <a:ext cx="13268" cy="52951"/>
              </a:xfrm>
              <a:custGeom>
                <a:avLst/>
                <a:gdLst/>
                <a:ahLst/>
                <a:cxnLst/>
                <a:rect l="l" t="t" r="r" b="b"/>
                <a:pathLst>
                  <a:path w="109" h="435" extrusionOk="0">
                    <a:moveTo>
                      <a:pt x="0" y="0"/>
                    </a:moveTo>
                    <a:lnTo>
                      <a:pt x="0" y="435"/>
                    </a:lnTo>
                    <a:lnTo>
                      <a:pt x="108" y="435"/>
                    </a:lnTo>
                    <a:lnTo>
                      <a:pt x="108"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8" name="Google Shape;3148;p51"/>
              <p:cNvSpPr/>
              <p:nvPr/>
            </p:nvSpPr>
            <p:spPr>
              <a:xfrm>
                <a:off x="6778312" y="2499878"/>
                <a:ext cx="28484" cy="54656"/>
              </a:xfrm>
              <a:custGeom>
                <a:avLst/>
                <a:gdLst/>
                <a:ahLst/>
                <a:cxnLst/>
                <a:rect l="l" t="t" r="r" b="b"/>
                <a:pathLst>
                  <a:path w="234" h="449" extrusionOk="0">
                    <a:moveTo>
                      <a:pt x="122" y="1"/>
                    </a:moveTo>
                    <a:cubicBezTo>
                      <a:pt x="96" y="138"/>
                      <a:pt x="57" y="272"/>
                      <a:pt x="1" y="409"/>
                    </a:cubicBezTo>
                    <a:lnTo>
                      <a:pt x="96" y="449"/>
                    </a:lnTo>
                    <a:cubicBezTo>
                      <a:pt x="151" y="315"/>
                      <a:pt x="204" y="164"/>
                      <a:pt x="233" y="14"/>
                    </a:cubicBezTo>
                    <a:lnTo>
                      <a:pt x="122"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9" name="Google Shape;3149;p51"/>
              <p:cNvSpPr/>
              <p:nvPr/>
            </p:nvSpPr>
            <p:spPr>
              <a:xfrm>
                <a:off x="6637474" y="2672244"/>
                <a:ext cx="53073" cy="38222"/>
              </a:xfrm>
              <a:custGeom>
                <a:avLst/>
                <a:gdLst/>
                <a:ahLst/>
                <a:cxnLst/>
                <a:rect l="l" t="t" r="r" b="b"/>
                <a:pathLst>
                  <a:path w="436" h="314" extrusionOk="0">
                    <a:moveTo>
                      <a:pt x="367" y="0"/>
                    </a:moveTo>
                    <a:cubicBezTo>
                      <a:pt x="259" y="82"/>
                      <a:pt x="135" y="151"/>
                      <a:pt x="1" y="219"/>
                    </a:cubicBezTo>
                    <a:lnTo>
                      <a:pt x="53" y="314"/>
                    </a:lnTo>
                    <a:cubicBezTo>
                      <a:pt x="190" y="245"/>
                      <a:pt x="315" y="177"/>
                      <a:pt x="436" y="82"/>
                    </a:cubicBezTo>
                    <a:lnTo>
                      <a:pt x="367"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0" name="Google Shape;3150;p51"/>
              <p:cNvSpPr/>
              <p:nvPr/>
            </p:nvSpPr>
            <p:spPr>
              <a:xfrm>
                <a:off x="6721831" y="2596164"/>
                <a:ext cx="43578" cy="49908"/>
              </a:xfrm>
              <a:custGeom>
                <a:avLst/>
                <a:gdLst/>
                <a:ahLst/>
                <a:cxnLst/>
                <a:rect l="l" t="t" r="r" b="b"/>
                <a:pathLst>
                  <a:path w="358" h="410" extrusionOk="0">
                    <a:moveTo>
                      <a:pt x="259" y="1"/>
                    </a:moveTo>
                    <a:cubicBezTo>
                      <a:pt x="194" y="122"/>
                      <a:pt x="96" y="230"/>
                      <a:pt x="1" y="341"/>
                    </a:cubicBezTo>
                    <a:lnTo>
                      <a:pt x="83" y="409"/>
                    </a:lnTo>
                    <a:cubicBezTo>
                      <a:pt x="177" y="298"/>
                      <a:pt x="275" y="190"/>
                      <a:pt x="357" y="53"/>
                    </a:cubicBezTo>
                    <a:lnTo>
                      <a:pt x="259"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1" name="Google Shape;3151;p51"/>
              <p:cNvSpPr/>
              <p:nvPr/>
            </p:nvSpPr>
            <p:spPr>
              <a:xfrm>
                <a:off x="7045380" y="1062406"/>
                <a:ext cx="54534" cy="16798"/>
              </a:xfrm>
              <a:custGeom>
                <a:avLst/>
                <a:gdLst/>
                <a:ahLst/>
                <a:cxnLst/>
                <a:rect l="l" t="t" r="r" b="b"/>
                <a:pathLst>
                  <a:path w="448" h="138" extrusionOk="0">
                    <a:moveTo>
                      <a:pt x="353" y="0"/>
                    </a:moveTo>
                    <a:cubicBezTo>
                      <a:pt x="245" y="0"/>
                      <a:pt x="121" y="0"/>
                      <a:pt x="0" y="30"/>
                    </a:cubicBezTo>
                    <a:lnTo>
                      <a:pt x="13" y="138"/>
                    </a:lnTo>
                    <a:cubicBezTo>
                      <a:pt x="134" y="111"/>
                      <a:pt x="245" y="111"/>
                      <a:pt x="353" y="111"/>
                    </a:cubicBezTo>
                    <a:lnTo>
                      <a:pt x="448" y="111"/>
                    </a:lnTo>
                    <a:lnTo>
                      <a:pt x="448"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2" name="Google Shape;3152;p51"/>
              <p:cNvSpPr/>
              <p:nvPr/>
            </p:nvSpPr>
            <p:spPr>
              <a:xfrm>
                <a:off x="6798275" y="1323023"/>
                <a:ext cx="14851" cy="54656"/>
              </a:xfrm>
              <a:custGeom>
                <a:avLst/>
                <a:gdLst/>
                <a:ahLst/>
                <a:cxnLst/>
                <a:rect l="l" t="t" r="r" b="b"/>
                <a:pathLst>
                  <a:path w="122" h="449" extrusionOk="0">
                    <a:moveTo>
                      <a:pt x="13" y="0"/>
                    </a:moveTo>
                    <a:cubicBezTo>
                      <a:pt x="0" y="82"/>
                      <a:pt x="0" y="164"/>
                      <a:pt x="0" y="245"/>
                    </a:cubicBezTo>
                    <a:lnTo>
                      <a:pt x="0" y="448"/>
                    </a:lnTo>
                    <a:lnTo>
                      <a:pt x="108" y="448"/>
                    </a:lnTo>
                    <a:lnTo>
                      <a:pt x="108" y="245"/>
                    </a:lnTo>
                    <a:cubicBezTo>
                      <a:pt x="108" y="177"/>
                      <a:pt x="108" y="95"/>
                      <a:pt x="121" y="13"/>
                    </a:cubicBezTo>
                    <a:lnTo>
                      <a:pt x="13"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3" name="Google Shape;3153;p51"/>
              <p:cNvSpPr/>
              <p:nvPr/>
            </p:nvSpPr>
            <p:spPr>
              <a:xfrm>
                <a:off x="6809839" y="1218338"/>
                <a:ext cx="33110" cy="55021"/>
              </a:xfrm>
              <a:custGeom>
                <a:avLst/>
                <a:gdLst/>
                <a:ahLst/>
                <a:cxnLst/>
                <a:rect l="l" t="t" r="r" b="b"/>
                <a:pathLst>
                  <a:path w="272" h="452" extrusionOk="0">
                    <a:moveTo>
                      <a:pt x="177" y="1"/>
                    </a:moveTo>
                    <a:cubicBezTo>
                      <a:pt x="108" y="138"/>
                      <a:pt x="43" y="272"/>
                      <a:pt x="0" y="422"/>
                    </a:cubicBezTo>
                    <a:lnTo>
                      <a:pt x="108" y="452"/>
                    </a:lnTo>
                    <a:cubicBezTo>
                      <a:pt x="151" y="314"/>
                      <a:pt x="206" y="177"/>
                      <a:pt x="271" y="56"/>
                    </a:cubicBezTo>
                    <a:lnTo>
                      <a:pt x="177"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4" name="Google Shape;3154;p51"/>
              <p:cNvSpPr/>
              <p:nvPr/>
            </p:nvSpPr>
            <p:spPr>
              <a:xfrm>
                <a:off x="6861086" y="1133981"/>
                <a:ext cx="46743" cy="47839"/>
              </a:xfrm>
              <a:custGeom>
                <a:avLst/>
                <a:gdLst/>
                <a:ahLst/>
                <a:cxnLst/>
                <a:rect l="l" t="t" r="r" b="b"/>
                <a:pathLst>
                  <a:path w="384" h="393" extrusionOk="0">
                    <a:moveTo>
                      <a:pt x="302" y="1"/>
                    </a:moveTo>
                    <a:cubicBezTo>
                      <a:pt x="194" y="95"/>
                      <a:pt x="83" y="203"/>
                      <a:pt x="1" y="327"/>
                    </a:cubicBezTo>
                    <a:lnTo>
                      <a:pt x="83" y="393"/>
                    </a:lnTo>
                    <a:cubicBezTo>
                      <a:pt x="164" y="272"/>
                      <a:pt x="275" y="177"/>
                      <a:pt x="383" y="82"/>
                    </a:cubicBezTo>
                    <a:lnTo>
                      <a:pt x="302"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5" name="Google Shape;3155;p51"/>
              <p:cNvSpPr/>
              <p:nvPr/>
            </p:nvSpPr>
            <p:spPr>
              <a:xfrm>
                <a:off x="6942278" y="1079083"/>
                <a:ext cx="55021" cy="33110"/>
              </a:xfrm>
              <a:custGeom>
                <a:avLst/>
                <a:gdLst/>
                <a:ahLst/>
                <a:cxnLst/>
                <a:rect l="l" t="t" r="r" b="b"/>
                <a:pathLst>
                  <a:path w="452" h="272" extrusionOk="0">
                    <a:moveTo>
                      <a:pt x="409" y="1"/>
                    </a:moveTo>
                    <a:cubicBezTo>
                      <a:pt x="275" y="43"/>
                      <a:pt x="138" y="108"/>
                      <a:pt x="1" y="177"/>
                    </a:cubicBezTo>
                    <a:lnTo>
                      <a:pt x="56" y="272"/>
                    </a:lnTo>
                    <a:cubicBezTo>
                      <a:pt x="180" y="206"/>
                      <a:pt x="314" y="151"/>
                      <a:pt x="452" y="95"/>
                    </a:cubicBezTo>
                    <a:lnTo>
                      <a:pt x="409"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6" name="Google Shape;3156;p51"/>
              <p:cNvSpPr/>
              <p:nvPr/>
            </p:nvSpPr>
            <p:spPr>
              <a:xfrm>
                <a:off x="6798275" y="2287830"/>
                <a:ext cx="13268" cy="53073"/>
              </a:xfrm>
              <a:custGeom>
                <a:avLst/>
                <a:gdLst/>
                <a:ahLst/>
                <a:cxnLst/>
                <a:rect l="l" t="t" r="r" b="b"/>
                <a:pathLst>
                  <a:path w="109" h="436" extrusionOk="0">
                    <a:moveTo>
                      <a:pt x="0" y="1"/>
                    </a:moveTo>
                    <a:lnTo>
                      <a:pt x="0" y="435"/>
                    </a:lnTo>
                    <a:lnTo>
                      <a:pt x="108" y="435"/>
                    </a:lnTo>
                    <a:lnTo>
                      <a:pt x="10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7" name="Google Shape;3157;p51"/>
              <p:cNvSpPr/>
              <p:nvPr/>
            </p:nvSpPr>
            <p:spPr>
              <a:xfrm>
                <a:off x="6798275" y="2073834"/>
                <a:ext cx="13268" cy="52951"/>
              </a:xfrm>
              <a:custGeom>
                <a:avLst/>
                <a:gdLst/>
                <a:ahLst/>
                <a:cxnLst/>
                <a:rect l="l" t="t" r="r" b="b"/>
                <a:pathLst>
                  <a:path w="109" h="435" extrusionOk="0">
                    <a:moveTo>
                      <a:pt x="0" y="0"/>
                    </a:moveTo>
                    <a:lnTo>
                      <a:pt x="0" y="435"/>
                    </a:lnTo>
                    <a:lnTo>
                      <a:pt x="108" y="435"/>
                    </a:lnTo>
                    <a:lnTo>
                      <a:pt x="108"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8" name="Google Shape;3158;p51"/>
              <p:cNvSpPr/>
              <p:nvPr/>
            </p:nvSpPr>
            <p:spPr>
              <a:xfrm>
                <a:off x="6798275" y="1858134"/>
                <a:ext cx="13268" cy="55021"/>
              </a:xfrm>
              <a:custGeom>
                <a:avLst/>
                <a:gdLst/>
                <a:ahLst/>
                <a:cxnLst/>
                <a:rect l="l" t="t" r="r" b="b"/>
                <a:pathLst>
                  <a:path w="109" h="452" extrusionOk="0">
                    <a:moveTo>
                      <a:pt x="0" y="1"/>
                    </a:moveTo>
                    <a:lnTo>
                      <a:pt x="0" y="452"/>
                    </a:lnTo>
                    <a:lnTo>
                      <a:pt x="108" y="452"/>
                    </a:lnTo>
                    <a:lnTo>
                      <a:pt x="10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9" name="Google Shape;3159;p51"/>
              <p:cNvSpPr/>
              <p:nvPr/>
            </p:nvSpPr>
            <p:spPr>
              <a:xfrm>
                <a:off x="6798275" y="2179980"/>
                <a:ext cx="13268" cy="53073"/>
              </a:xfrm>
              <a:custGeom>
                <a:avLst/>
                <a:gdLst/>
                <a:ahLst/>
                <a:cxnLst/>
                <a:rect l="l" t="t" r="r" b="b"/>
                <a:pathLst>
                  <a:path w="109" h="436" extrusionOk="0">
                    <a:moveTo>
                      <a:pt x="0" y="1"/>
                    </a:moveTo>
                    <a:lnTo>
                      <a:pt x="0" y="436"/>
                    </a:lnTo>
                    <a:lnTo>
                      <a:pt x="108" y="436"/>
                    </a:lnTo>
                    <a:lnTo>
                      <a:pt x="10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0" name="Google Shape;3160;p51"/>
              <p:cNvSpPr/>
              <p:nvPr/>
            </p:nvSpPr>
            <p:spPr>
              <a:xfrm>
                <a:off x="5661103" y="3756465"/>
                <a:ext cx="13268" cy="53438"/>
              </a:xfrm>
              <a:custGeom>
                <a:avLst/>
                <a:gdLst/>
                <a:ahLst/>
                <a:cxnLst/>
                <a:rect l="l" t="t" r="r" b="b"/>
                <a:pathLst>
                  <a:path w="109" h="439" extrusionOk="0">
                    <a:moveTo>
                      <a:pt x="1" y="0"/>
                    </a:moveTo>
                    <a:lnTo>
                      <a:pt x="1" y="438"/>
                    </a:lnTo>
                    <a:lnTo>
                      <a:pt x="109" y="438"/>
                    </a:lnTo>
                    <a:lnTo>
                      <a:pt x="109"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1" name="Google Shape;3161;p51"/>
              <p:cNvSpPr/>
              <p:nvPr/>
            </p:nvSpPr>
            <p:spPr>
              <a:xfrm>
                <a:off x="5661103" y="3862732"/>
                <a:ext cx="13268" cy="54534"/>
              </a:xfrm>
              <a:custGeom>
                <a:avLst/>
                <a:gdLst/>
                <a:ahLst/>
                <a:cxnLst/>
                <a:rect l="l" t="t" r="r" b="b"/>
                <a:pathLst>
                  <a:path w="109" h="448" extrusionOk="0">
                    <a:moveTo>
                      <a:pt x="1" y="0"/>
                    </a:moveTo>
                    <a:lnTo>
                      <a:pt x="1" y="448"/>
                    </a:lnTo>
                    <a:lnTo>
                      <a:pt x="109" y="448"/>
                    </a:lnTo>
                    <a:lnTo>
                      <a:pt x="109"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2" name="Google Shape;3162;p51"/>
              <p:cNvSpPr/>
              <p:nvPr/>
            </p:nvSpPr>
            <p:spPr>
              <a:xfrm>
                <a:off x="5661103" y="3648615"/>
                <a:ext cx="13268" cy="53438"/>
              </a:xfrm>
              <a:custGeom>
                <a:avLst/>
                <a:gdLst/>
                <a:ahLst/>
                <a:cxnLst/>
                <a:rect l="l" t="t" r="r" b="b"/>
                <a:pathLst>
                  <a:path w="109" h="439" extrusionOk="0">
                    <a:moveTo>
                      <a:pt x="1" y="0"/>
                    </a:moveTo>
                    <a:lnTo>
                      <a:pt x="1" y="438"/>
                    </a:lnTo>
                    <a:lnTo>
                      <a:pt x="109" y="438"/>
                    </a:lnTo>
                    <a:lnTo>
                      <a:pt x="109"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3" name="Google Shape;3163;p51"/>
              <p:cNvSpPr/>
              <p:nvPr/>
            </p:nvSpPr>
            <p:spPr>
              <a:xfrm>
                <a:off x="5661103" y="4506059"/>
                <a:ext cx="13268" cy="53073"/>
              </a:xfrm>
              <a:custGeom>
                <a:avLst/>
                <a:gdLst/>
                <a:ahLst/>
                <a:cxnLst/>
                <a:rect l="l" t="t" r="r" b="b"/>
                <a:pathLst>
                  <a:path w="109" h="436" extrusionOk="0">
                    <a:moveTo>
                      <a:pt x="1" y="0"/>
                    </a:moveTo>
                    <a:lnTo>
                      <a:pt x="1" y="435"/>
                    </a:lnTo>
                    <a:lnTo>
                      <a:pt x="109" y="435"/>
                    </a:lnTo>
                    <a:lnTo>
                      <a:pt x="109"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4" name="Google Shape;3164;p51"/>
              <p:cNvSpPr/>
              <p:nvPr/>
            </p:nvSpPr>
            <p:spPr>
              <a:xfrm>
                <a:off x="5661103" y="3970461"/>
                <a:ext cx="13268" cy="53073"/>
              </a:xfrm>
              <a:custGeom>
                <a:avLst/>
                <a:gdLst/>
                <a:ahLst/>
                <a:cxnLst/>
                <a:rect l="l" t="t" r="r" b="b"/>
                <a:pathLst>
                  <a:path w="109" h="436" extrusionOk="0">
                    <a:moveTo>
                      <a:pt x="1" y="1"/>
                    </a:moveTo>
                    <a:lnTo>
                      <a:pt x="1" y="436"/>
                    </a:lnTo>
                    <a:lnTo>
                      <a:pt x="109" y="436"/>
                    </a:lnTo>
                    <a:lnTo>
                      <a:pt x="109"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5" name="Google Shape;3165;p51"/>
              <p:cNvSpPr/>
              <p:nvPr/>
            </p:nvSpPr>
            <p:spPr>
              <a:xfrm>
                <a:off x="5661103" y="4078311"/>
                <a:ext cx="13268" cy="53073"/>
              </a:xfrm>
              <a:custGeom>
                <a:avLst/>
                <a:gdLst/>
                <a:ahLst/>
                <a:cxnLst/>
                <a:rect l="l" t="t" r="r" b="b"/>
                <a:pathLst>
                  <a:path w="109" h="436" extrusionOk="0">
                    <a:moveTo>
                      <a:pt x="1" y="1"/>
                    </a:moveTo>
                    <a:lnTo>
                      <a:pt x="1" y="435"/>
                    </a:lnTo>
                    <a:lnTo>
                      <a:pt x="109" y="435"/>
                    </a:lnTo>
                    <a:lnTo>
                      <a:pt x="109"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6" name="Google Shape;3166;p51"/>
              <p:cNvSpPr/>
              <p:nvPr/>
            </p:nvSpPr>
            <p:spPr>
              <a:xfrm>
                <a:off x="5661103" y="4184213"/>
                <a:ext cx="13268" cy="53438"/>
              </a:xfrm>
              <a:custGeom>
                <a:avLst/>
                <a:gdLst/>
                <a:ahLst/>
                <a:cxnLst/>
                <a:rect l="l" t="t" r="r" b="b"/>
                <a:pathLst>
                  <a:path w="109" h="439" extrusionOk="0">
                    <a:moveTo>
                      <a:pt x="1" y="0"/>
                    </a:moveTo>
                    <a:lnTo>
                      <a:pt x="1" y="438"/>
                    </a:lnTo>
                    <a:lnTo>
                      <a:pt x="109" y="438"/>
                    </a:lnTo>
                    <a:lnTo>
                      <a:pt x="109"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7" name="Google Shape;3167;p51"/>
              <p:cNvSpPr/>
              <p:nvPr/>
            </p:nvSpPr>
            <p:spPr>
              <a:xfrm>
                <a:off x="5661103" y="4398209"/>
                <a:ext cx="13268" cy="54656"/>
              </a:xfrm>
              <a:custGeom>
                <a:avLst/>
                <a:gdLst/>
                <a:ahLst/>
                <a:cxnLst/>
                <a:rect l="l" t="t" r="r" b="b"/>
                <a:pathLst>
                  <a:path w="109" h="449" extrusionOk="0">
                    <a:moveTo>
                      <a:pt x="1" y="1"/>
                    </a:moveTo>
                    <a:lnTo>
                      <a:pt x="1" y="448"/>
                    </a:lnTo>
                    <a:lnTo>
                      <a:pt x="109" y="448"/>
                    </a:lnTo>
                    <a:lnTo>
                      <a:pt x="109"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8" name="Google Shape;3168;p51"/>
              <p:cNvSpPr/>
              <p:nvPr/>
            </p:nvSpPr>
            <p:spPr>
              <a:xfrm>
                <a:off x="5661103" y="4291941"/>
                <a:ext cx="13268" cy="53073"/>
              </a:xfrm>
              <a:custGeom>
                <a:avLst/>
                <a:gdLst/>
                <a:ahLst/>
                <a:cxnLst/>
                <a:rect l="l" t="t" r="r" b="b"/>
                <a:pathLst>
                  <a:path w="109" h="436" extrusionOk="0">
                    <a:moveTo>
                      <a:pt x="1" y="1"/>
                    </a:moveTo>
                    <a:lnTo>
                      <a:pt x="1" y="436"/>
                    </a:lnTo>
                    <a:lnTo>
                      <a:pt x="109" y="436"/>
                    </a:lnTo>
                    <a:lnTo>
                      <a:pt x="109"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9" name="Google Shape;3169;p51"/>
              <p:cNvSpPr/>
              <p:nvPr/>
            </p:nvSpPr>
            <p:spPr>
              <a:xfrm>
                <a:off x="5661103" y="2896221"/>
                <a:ext cx="13268" cy="54656"/>
              </a:xfrm>
              <a:custGeom>
                <a:avLst/>
                <a:gdLst/>
                <a:ahLst/>
                <a:cxnLst/>
                <a:rect l="l" t="t" r="r" b="b"/>
                <a:pathLst>
                  <a:path w="109" h="449" extrusionOk="0">
                    <a:moveTo>
                      <a:pt x="1" y="0"/>
                    </a:moveTo>
                    <a:lnTo>
                      <a:pt x="1" y="448"/>
                    </a:lnTo>
                    <a:lnTo>
                      <a:pt x="109" y="448"/>
                    </a:lnTo>
                    <a:lnTo>
                      <a:pt x="109"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0" name="Google Shape;3170;p51"/>
              <p:cNvSpPr/>
              <p:nvPr/>
            </p:nvSpPr>
            <p:spPr>
              <a:xfrm>
                <a:off x="5661103" y="3004071"/>
                <a:ext cx="13268" cy="52951"/>
              </a:xfrm>
              <a:custGeom>
                <a:avLst/>
                <a:gdLst/>
                <a:ahLst/>
                <a:cxnLst/>
                <a:rect l="l" t="t" r="r" b="b"/>
                <a:pathLst>
                  <a:path w="109" h="435" extrusionOk="0">
                    <a:moveTo>
                      <a:pt x="1" y="0"/>
                    </a:moveTo>
                    <a:lnTo>
                      <a:pt x="1" y="435"/>
                    </a:lnTo>
                    <a:lnTo>
                      <a:pt x="109" y="435"/>
                    </a:lnTo>
                    <a:lnTo>
                      <a:pt x="109"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1" name="Google Shape;3171;p51"/>
              <p:cNvSpPr/>
              <p:nvPr/>
            </p:nvSpPr>
            <p:spPr>
              <a:xfrm>
                <a:off x="5659156" y="2789954"/>
                <a:ext cx="15216" cy="53073"/>
              </a:xfrm>
              <a:custGeom>
                <a:avLst/>
                <a:gdLst/>
                <a:ahLst/>
                <a:cxnLst/>
                <a:rect l="l" t="t" r="r" b="b"/>
                <a:pathLst>
                  <a:path w="125" h="436" extrusionOk="0">
                    <a:moveTo>
                      <a:pt x="17" y="1"/>
                    </a:moveTo>
                    <a:lnTo>
                      <a:pt x="17" y="14"/>
                    </a:lnTo>
                    <a:lnTo>
                      <a:pt x="0" y="14"/>
                    </a:lnTo>
                    <a:lnTo>
                      <a:pt x="0" y="164"/>
                    </a:lnTo>
                    <a:lnTo>
                      <a:pt x="17" y="164"/>
                    </a:lnTo>
                    <a:lnTo>
                      <a:pt x="17" y="435"/>
                    </a:lnTo>
                    <a:lnTo>
                      <a:pt x="125" y="435"/>
                    </a:lnTo>
                    <a:lnTo>
                      <a:pt x="12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2" name="Google Shape;3172;p51"/>
              <p:cNvSpPr/>
              <p:nvPr/>
            </p:nvSpPr>
            <p:spPr>
              <a:xfrm>
                <a:off x="5661103" y="3111434"/>
                <a:ext cx="13268" cy="53438"/>
              </a:xfrm>
              <a:custGeom>
                <a:avLst/>
                <a:gdLst/>
                <a:ahLst/>
                <a:cxnLst/>
                <a:rect l="l" t="t" r="r" b="b"/>
                <a:pathLst>
                  <a:path w="109" h="439" extrusionOk="0">
                    <a:moveTo>
                      <a:pt x="1" y="1"/>
                    </a:moveTo>
                    <a:lnTo>
                      <a:pt x="1" y="439"/>
                    </a:lnTo>
                    <a:lnTo>
                      <a:pt x="109" y="439"/>
                    </a:lnTo>
                    <a:lnTo>
                      <a:pt x="109"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3" name="Google Shape;3173;p51"/>
              <p:cNvSpPr/>
              <p:nvPr/>
            </p:nvSpPr>
            <p:spPr>
              <a:xfrm>
                <a:off x="5661103" y="3217702"/>
                <a:ext cx="13268" cy="55021"/>
              </a:xfrm>
              <a:custGeom>
                <a:avLst/>
                <a:gdLst/>
                <a:ahLst/>
                <a:cxnLst/>
                <a:rect l="l" t="t" r="r" b="b"/>
                <a:pathLst>
                  <a:path w="109" h="452" extrusionOk="0">
                    <a:moveTo>
                      <a:pt x="1" y="1"/>
                    </a:moveTo>
                    <a:lnTo>
                      <a:pt x="1" y="452"/>
                    </a:lnTo>
                    <a:lnTo>
                      <a:pt x="109" y="452"/>
                    </a:lnTo>
                    <a:lnTo>
                      <a:pt x="109"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4" name="Google Shape;3174;p51"/>
              <p:cNvSpPr/>
              <p:nvPr/>
            </p:nvSpPr>
            <p:spPr>
              <a:xfrm>
                <a:off x="5661103" y="3325552"/>
                <a:ext cx="13268" cy="53073"/>
              </a:xfrm>
              <a:custGeom>
                <a:avLst/>
                <a:gdLst/>
                <a:ahLst/>
                <a:cxnLst/>
                <a:rect l="l" t="t" r="r" b="b"/>
                <a:pathLst>
                  <a:path w="109" h="436" extrusionOk="0">
                    <a:moveTo>
                      <a:pt x="1" y="0"/>
                    </a:moveTo>
                    <a:lnTo>
                      <a:pt x="1" y="435"/>
                    </a:lnTo>
                    <a:lnTo>
                      <a:pt x="109" y="435"/>
                    </a:lnTo>
                    <a:lnTo>
                      <a:pt x="109"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5" name="Google Shape;3175;p51"/>
              <p:cNvSpPr/>
              <p:nvPr/>
            </p:nvSpPr>
            <p:spPr>
              <a:xfrm>
                <a:off x="5661103" y="3539182"/>
                <a:ext cx="13268" cy="56603"/>
              </a:xfrm>
              <a:custGeom>
                <a:avLst/>
                <a:gdLst/>
                <a:ahLst/>
                <a:cxnLst/>
                <a:rect l="l" t="t" r="r" b="b"/>
                <a:pathLst>
                  <a:path w="109" h="465" extrusionOk="0">
                    <a:moveTo>
                      <a:pt x="1" y="1"/>
                    </a:moveTo>
                    <a:lnTo>
                      <a:pt x="1" y="30"/>
                    </a:lnTo>
                    <a:lnTo>
                      <a:pt x="1" y="439"/>
                    </a:lnTo>
                    <a:lnTo>
                      <a:pt x="1" y="465"/>
                    </a:lnTo>
                    <a:lnTo>
                      <a:pt x="109" y="465"/>
                    </a:lnTo>
                    <a:lnTo>
                      <a:pt x="109" y="439"/>
                    </a:lnTo>
                    <a:lnTo>
                      <a:pt x="109" y="30"/>
                    </a:lnTo>
                    <a:lnTo>
                      <a:pt x="109"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6" name="Google Shape;3176;p51"/>
              <p:cNvSpPr/>
              <p:nvPr/>
            </p:nvSpPr>
            <p:spPr>
              <a:xfrm>
                <a:off x="5661103" y="3431819"/>
                <a:ext cx="13268" cy="54534"/>
              </a:xfrm>
              <a:custGeom>
                <a:avLst/>
                <a:gdLst/>
                <a:ahLst/>
                <a:cxnLst/>
                <a:rect l="l" t="t" r="r" b="b"/>
                <a:pathLst>
                  <a:path w="109" h="448" extrusionOk="0">
                    <a:moveTo>
                      <a:pt x="1" y="0"/>
                    </a:moveTo>
                    <a:lnTo>
                      <a:pt x="1" y="448"/>
                    </a:lnTo>
                    <a:lnTo>
                      <a:pt x="109" y="448"/>
                    </a:lnTo>
                    <a:lnTo>
                      <a:pt x="109"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3177" name="Google Shape;3177;p51"/>
          <p:cNvGrpSpPr/>
          <p:nvPr/>
        </p:nvGrpSpPr>
        <p:grpSpPr>
          <a:xfrm>
            <a:off x="1080275" y="482975"/>
            <a:ext cx="2714372" cy="4003230"/>
            <a:chOff x="1080275" y="482975"/>
            <a:chExt cx="2714372" cy="4003230"/>
          </a:xfrm>
        </p:grpSpPr>
        <p:grpSp>
          <p:nvGrpSpPr>
            <p:cNvPr id="3178" name="Google Shape;3178;p51"/>
            <p:cNvGrpSpPr/>
            <p:nvPr/>
          </p:nvGrpSpPr>
          <p:grpSpPr>
            <a:xfrm rot="-754058">
              <a:off x="1692569" y="1032547"/>
              <a:ext cx="1764045" cy="3301286"/>
              <a:chOff x="5120779" y="818439"/>
              <a:chExt cx="1836564" cy="3437000"/>
            </a:xfrm>
          </p:grpSpPr>
          <p:sp>
            <p:nvSpPr>
              <p:cNvPr id="3179" name="Google Shape;3179;p51"/>
              <p:cNvSpPr/>
              <p:nvPr/>
            </p:nvSpPr>
            <p:spPr>
              <a:xfrm>
                <a:off x="5120779" y="818439"/>
                <a:ext cx="1836564" cy="3437000"/>
              </a:xfrm>
              <a:custGeom>
                <a:avLst/>
                <a:gdLst/>
                <a:ahLst/>
                <a:cxnLst/>
                <a:rect l="l" t="t" r="r" b="b"/>
                <a:pathLst>
                  <a:path w="37357" h="69911" extrusionOk="0">
                    <a:moveTo>
                      <a:pt x="3283" y="0"/>
                    </a:moveTo>
                    <a:cubicBezTo>
                      <a:pt x="1520" y="0"/>
                      <a:pt x="1" y="1520"/>
                      <a:pt x="1" y="3435"/>
                    </a:cubicBezTo>
                    <a:lnTo>
                      <a:pt x="1" y="66627"/>
                    </a:lnTo>
                    <a:cubicBezTo>
                      <a:pt x="1" y="68390"/>
                      <a:pt x="1520" y="69910"/>
                      <a:pt x="3283" y="69910"/>
                    </a:cubicBezTo>
                    <a:lnTo>
                      <a:pt x="34074" y="69910"/>
                    </a:lnTo>
                    <a:cubicBezTo>
                      <a:pt x="35837" y="69910"/>
                      <a:pt x="37357" y="68390"/>
                      <a:pt x="37357" y="66627"/>
                    </a:cubicBezTo>
                    <a:lnTo>
                      <a:pt x="37357" y="3435"/>
                    </a:lnTo>
                    <a:cubicBezTo>
                      <a:pt x="37357" y="1520"/>
                      <a:pt x="35837" y="0"/>
                      <a:pt x="3407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0" name="Google Shape;3180;p51"/>
              <p:cNvSpPr/>
              <p:nvPr/>
            </p:nvSpPr>
            <p:spPr>
              <a:xfrm>
                <a:off x="5819675" y="947325"/>
                <a:ext cx="438600" cy="72300"/>
              </a:xfrm>
              <a:prstGeom prst="roundRect">
                <a:avLst>
                  <a:gd name="adj" fmla="val 16667"/>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1" name="Google Shape;3181;p51"/>
              <p:cNvSpPr/>
              <p:nvPr/>
            </p:nvSpPr>
            <p:spPr>
              <a:xfrm>
                <a:off x="5878717" y="3947980"/>
                <a:ext cx="320700" cy="193800"/>
              </a:xfrm>
              <a:prstGeom prst="roundRect">
                <a:avLst>
                  <a:gd name="adj" fmla="val 16667"/>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182" name="Google Shape;3182;p51"/>
            <p:cNvSpPr/>
            <p:nvPr/>
          </p:nvSpPr>
          <p:spPr>
            <a:xfrm>
              <a:off x="1080275" y="482975"/>
              <a:ext cx="1559700" cy="397200"/>
            </a:xfrm>
            <a:prstGeom prst="wedgeRectCallout">
              <a:avLst>
                <a:gd name="adj1" fmla="val -11597"/>
                <a:gd name="adj2" fmla="val 110983"/>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600" b="1">
                  <a:solidFill>
                    <a:schemeClr val="accent5"/>
                  </a:solidFill>
                  <a:latin typeface="Poppins"/>
                  <a:ea typeface="Poppins"/>
                  <a:cs typeface="Poppins"/>
                  <a:sym typeface="Poppins"/>
                </a:rPr>
                <a:t>ACCIDENT!</a:t>
              </a:r>
              <a:endParaRPr sz="1600" b="1">
                <a:solidFill>
                  <a:schemeClr val="accent5"/>
                </a:solidFill>
                <a:latin typeface="Poppins"/>
                <a:ea typeface="Poppins"/>
                <a:cs typeface="Poppins"/>
                <a:sym typeface="Poppins"/>
              </a:endParaRPr>
            </a:p>
          </p:txBody>
        </p:sp>
      </p:grpSp>
      <p:pic>
        <p:nvPicPr>
          <p:cNvPr id="3183" name="Google Shape;3183;p51"/>
          <p:cNvPicPr preferRelativeResize="0">
            <a:picLocks noGrp="1"/>
          </p:cNvPicPr>
          <p:nvPr>
            <p:ph type="pic" idx="3"/>
          </p:nvPr>
        </p:nvPicPr>
        <p:blipFill rotWithShape="1">
          <a:blip r:embed="rId3">
            <a:alphaModFix/>
          </a:blip>
          <a:srcRect t="-30" b="30"/>
          <a:stretch/>
        </p:blipFill>
        <p:spPr>
          <a:xfrm rot="-754210">
            <a:off x="1800180" y="1317963"/>
            <a:ext cx="1532149" cy="2655476"/>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3187"/>
        <p:cNvGrpSpPr/>
        <p:nvPr/>
      </p:nvGrpSpPr>
      <p:grpSpPr>
        <a:xfrm>
          <a:off x="0" y="0"/>
          <a:ext cx="0" cy="0"/>
          <a:chOff x="0" y="0"/>
          <a:chExt cx="0" cy="0"/>
        </a:xfrm>
      </p:grpSpPr>
      <p:sp>
        <p:nvSpPr>
          <p:cNvPr id="3188" name="Google Shape;3188;p52"/>
          <p:cNvSpPr txBox="1">
            <a:spLocks noGrp="1"/>
          </p:cNvSpPr>
          <p:nvPr>
            <p:ph type="title"/>
          </p:nvPr>
        </p:nvSpPr>
        <p:spPr>
          <a:xfrm>
            <a:off x="720000" y="2164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b="1" dirty="0">
                <a:latin typeface="微軟正黑體" panose="020B0604030504040204" pitchFamily="34" charset="-120"/>
                <a:ea typeface="微軟正黑體" panose="020B0604030504040204" pitchFamily="34" charset="-120"/>
              </a:rPr>
              <a:t>結論</a:t>
            </a:r>
            <a:endParaRPr b="1" dirty="0">
              <a:latin typeface="微軟正黑體" panose="020B0604030504040204" pitchFamily="34" charset="-120"/>
              <a:ea typeface="微軟正黑體" panose="020B0604030504040204" pitchFamily="34" charset="-120"/>
            </a:endParaRPr>
          </a:p>
        </p:txBody>
      </p:sp>
      <p:sp>
        <p:nvSpPr>
          <p:cNvPr id="3189" name="Google Shape;3189;p52"/>
          <p:cNvSpPr txBox="1"/>
          <p:nvPr/>
        </p:nvSpPr>
        <p:spPr>
          <a:xfrm>
            <a:off x="663300" y="789125"/>
            <a:ext cx="7817400" cy="3924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700" b="1" dirty="0">
                <a:solidFill>
                  <a:schemeClr val="dk1"/>
                </a:solidFill>
                <a:latin typeface="微軟正黑體" panose="020B0604030504040204" pitchFamily="34" charset="-120"/>
                <a:ea typeface="微軟正黑體" panose="020B0604030504040204" pitchFamily="34" charset="-120"/>
                <a:cs typeface="DM Sans"/>
                <a:sym typeface="DM Sans"/>
              </a:rPr>
              <a:t>1.安全帽和安全帶的重要性宣導</a:t>
            </a:r>
            <a:endParaRPr sz="1700" b="1" dirty="0">
              <a:solidFill>
                <a:schemeClr val="dk1"/>
              </a:solidFill>
              <a:latin typeface="微軟正黑體" panose="020B0604030504040204" pitchFamily="34" charset="-120"/>
              <a:ea typeface="微軟正黑體" panose="020B0604030504040204" pitchFamily="34" charset="-120"/>
              <a:cs typeface="DM Sans"/>
              <a:sym typeface="DM Sans"/>
            </a:endParaRPr>
          </a:p>
          <a:p>
            <a:pPr marL="0" lvl="0" indent="0" algn="l" rtl="0">
              <a:spcBef>
                <a:spcPts val="0"/>
              </a:spcBef>
              <a:spcAft>
                <a:spcPts val="0"/>
              </a:spcAft>
              <a:buNone/>
            </a:pPr>
            <a:r>
              <a:rPr lang="en" sz="1700" dirty="0">
                <a:solidFill>
                  <a:schemeClr val="dk1"/>
                </a:solidFill>
                <a:latin typeface="微軟正黑體" panose="020B0604030504040204" pitchFamily="34" charset="-120"/>
                <a:ea typeface="微軟正黑體" panose="020B0604030504040204" pitchFamily="34" charset="-120"/>
                <a:cs typeface="DM Sans"/>
                <a:sym typeface="DM Sans"/>
              </a:rPr>
              <a:t>未戴安全帽的車禍事件中，致死率較高，所以應該要多宣導帶安全帽和繫安全帶的重要性。</a:t>
            </a:r>
            <a:endParaRPr sz="1700" dirty="0">
              <a:solidFill>
                <a:schemeClr val="dk1"/>
              </a:solidFill>
              <a:latin typeface="微軟正黑體" panose="020B0604030504040204" pitchFamily="34" charset="-120"/>
              <a:ea typeface="微軟正黑體" panose="020B0604030504040204" pitchFamily="34" charset="-120"/>
              <a:cs typeface="DM Sans"/>
              <a:sym typeface="DM Sans"/>
            </a:endParaRPr>
          </a:p>
          <a:p>
            <a:pPr marL="0" lvl="0" indent="0" algn="l" rtl="0">
              <a:spcBef>
                <a:spcPts val="0"/>
              </a:spcBef>
              <a:spcAft>
                <a:spcPts val="0"/>
              </a:spcAft>
              <a:buNone/>
            </a:pPr>
            <a:endParaRPr sz="1300" dirty="0">
              <a:solidFill>
                <a:schemeClr val="dk1"/>
              </a:solidFill>
              <a:latin typeface="微軟正黑體" panose="020B0604030504040204" pitchFamily="34" charset="-120"/>
              <a:ea typeface="微軟正黑體" panose="020B0604030504040204" pitchFamily="34" charset="-120"/>
              <a:cs typeface="DM Sans"/>
              <a:sym typeface="DM Sans"/>
            </a:endParaRPr>
          </a:p>
          <a:p>
            <a:pPr marL="0" lvl="0" indent="0" algn="l" rtl="0">
              <a:spcBef>
                <a:spcPts val="0"/>
              </a:spcBef>
              <a:spcAft>
                <a:spcPts val="0"/>
              </a:spcAft>
              <a:buNone/>
            </a:pPr>
            <a:r>
              <a:rPr lang="en" sz="1700" b="1" dirty="0">
                <a:solidFill>
                  <a:schemeClr val="dk1"/>
                </a:solidFill>
                <a:latin typeface="微軟正黑體" panose="020B0604030504040204" pitchFamily="34" charset="-120"/>
                <a:ea typeface="微軟正黑體" panose="020B0604030504040204" pitchFamily="34" charset="-120"/>
                <a:cs typeface="DM Sans"/>
                <a:sym typeface="DM Sans"/>
              </a:rPr>
              <a:t>2.半罩式安全帽重要性宣導</a:t>
            </a:r>
            <a:endParaRPr sz="1700" b="1" dirty="0">
              <a:solidFill>
                <a:schemeClr val="dk1"/>
              </a:solidFill>
              <a:latin typeface="微軟正黑體" panose="020B0604030504040204" pitchFamily="34" charset="-120"/>
              <a:ea typeface="微軟正黑體" panose="020B0604030504040204" pitchFamily="34" charset="-120"/>
              <a:cs typeface="DM Sans"/>
              <a:sym typeface="DM Sans"/>
            </a:endParaRPr>
          </a:p>
          <a:p>
            <a:pPr marL="0" lvl="0" indent="0" algn="l" rtl="0">
              <a:spcBef>
                <a:spcPts val="0"/>
              </a:spcBef>
              <a:spcAft>
                <a:spcPts val="0"/>
              </a:spcAft>
              <a:buNone/>
            </a:pPr>
            <a:r>
              <a:rPr lang="en" sz="1700" dirty="0">
                <a:solidFill>
                  <a:schemeClr val="dk1"/>
                </a:solidFill>
                <a:latin typeface="微軟正黑體" panose="020B0604030504040204" pitchFamily="34" charset="-120"/>
                <a:ea typeface="微軟正黑體" panose="020B0604030504040204" pitchFamily="34" charset="-120"/>
                <a:cs typeface="DM Sans"/>
                <a:sym typeface="DM Sans"/>
              </a:rPr>
              <a:t>駕駛穿半罩式(或全罩式)安全帽的車禍致死率比帶非半罩式安全帽的致死率要低，所以這代表半罩式安全帽的重要性，應該要多多宣導。</a:t>
            </a:r>
            <a:endParaRPr sz="1700" dirty="0">
              <a:solidFill>
                <a:schemeClr val="dk1"/>
              </a:solidFill>
              <a:latin typeface="微軟正黑體" panose="020B0604030504040204" pitchFamily="34" charset="-120"/>
              <a:ea typeface="微軟正黑體" panose="020B0604030504040204" pitchFamily="34" charset="-120"/>
              <a:cs typeface="DM Sans"/>
              <a:sym typeface="DM Sans"/>
            </a:endParaRPr>
          </a:p>
          <a:p>
            <a:pPr marL="0" lvl="0" indent="0" algn="l" rtl="0">
              <a:spcBef>
                <a:spcPts val="0"/>
              </a:spcBef>
              <a:spcAft>
                <a:spcPts val="0"/>
              </a:spcAft>
              <a:buNone/>
            </a:pPr>
            <a:endParaRPr sz="1300" dirty="0">
              <a:solidFill>
                <a:schemeClr val="dk1"/>
              </a:solidFill>
              <a:latin typeface="微軟正黑體" panose="020B0604030504040204" pitchFamily="34" charset="-120"/>
              <a:ea typeface="微軟正黑體" panose="020B0604030504040204" pitchFamily="34" charset="-120"/>
              <a:cs typeface="DM Sans"/>
              <a:sym typeface="DM Sans"/>
            </a:endParaRPr>
          </a:p>
          <a:p>
            <a:pPr marL="0" lvl="0" indent="0" algn="l" rtl="0">
              <a:spcBef>
                <a:spcPts val="0"/>
              </a:spcBef>
              <a:spcAft>
                <a:spcPts val="0"/>
              </a:spcAft>
              <a:buNone/>
            </a:pPr>
            <a:r>
              <a:rPr lang="en" sz="1700" b="1" dirty="0">
                <a:solidFill>
                  <a:schemeClr val="dk1"/>
                </a:solidFill>
                <a:latin typeface="微軟正黑體" panose="020B0604030504040204" pitchFamily="34" charset="-120"/>
                <a:ea typeface="微軟正黑體" panose="020B0604030504040204" pitchFamily="34" charset="-120"/>
                <a:cs typeface="DM Sans"/>
                <a:sym typeface="DM Sans"/>
              </a:rPr>
              <a:t>3.大型重機的安全問題</a:t>
            </a:r>
            <a:endParaRPr sz="1700" b="1" dirty="0">
              <a:solidFill>
                <a:schemeClr val="dk1"/>
              </a:solidFill>
              <a:latin typeface="微軟正黑體" panose="020B0604030504040204" pitchFamily="34" charset="-120"/>
              <a:ea typeface="微軟正黑體" panose="020B0604030504040204" pitchFamily="34" charset="-120"/>
              <a:cs typeface="DM Sans"/>
              <a:sym typeface="DM Sans"/>
            </a:endParaRPr>
          </a:p>
          <a:p>
            <a:pPr marL="0" lvl="0" indent="0" algn="l" rtl="0">
              <a:spcBef>
                <a:spcPts val="0"/>
              </a:spcBef>
              <a:spcAft>
                <a:spcPts val="0"/>
              </a:spcAft>
              <a:buNone/>
            </a:pPr>
            <a:r>
              <a:rPr lang="en" sz="1700" dirty="0">
                <a:solidFill>
                  <a:schemeClr val="dk1"/>
                </a:solidFill>
                <a:latin typeface="微軟正黑體" panose="020B0604030504040204" pitchFamily="34" charset="-120"/>
                <a:ea typeface="微軟正黑體" panose="020B0604030504040204" pitchFamily="34" charset="-120"/>
                <a:cs typeface="DM Sans"/>
                <a:sym typeface="DM Sans"/>
              </a:rPr>
              <a:t>大型重機的車禍事件致死率較高，如果要改善這情形，可能要對大型重機駕駛進行安全宣導。</a:t>
            </a:r>
            <a:endParaRPr sz="1700" dirty="0">
              <a:solidFill>
                <a:schemeClr val="dk1"/>
              </a:solidFill>
              <a:latin typeface="微軟正黑體" panose="020B0604030504040204" pitchFamily="34" charset="-120"/>
              <a:ea typeface="微軟正黑體" panose="020B0604030504040204" pitchFamily="34" charset="-120"/>
              <a:cs typeface="DM Sans"/>
              <a:sym typeface="DM Sans"/>
            </a:endParaRPr>
          </a:p>
          <a:p>
            <a:pPr marL="0" lvl="0" indent="0" algn="l" rtl="0">
              <a:spcBef>
                <a:spcPts val="0"/>
              </a:spcBef>
              <a:spcAft>
                <a:spcPts val="0"/>
              </a:spcAft>
              <a:buNone/>
            </a:pPr>
            <a:endParaRPr sz="1300" dirty="0">
              <a:solidFill>
                <a:schemeClr val="dk1"/>
              </a:solidFill>
              <a:latin typeface="微軟正黑體" panose="020B0604030504040204" pitchFamily="34" charset="-120"/>
              <a:ea typeface="微軟正黑體" panose="020B0604030504040204" pitchFamily="34" charset="-120"/>
              <a:cs typeface="DM Sans"/>
              <a:sym typeface="DM Sans"/>
            </a:endParaRPr>
          </a:p>
          <a:p>
            <a:pPr marL="0" lvl="0" indent="0" algn="l" rtl="0">
              <a:spcBef>
                <a:spcPts val="0"/>
              </a:spcBef>
              <a:spcAft>
                <a:spcPts val="0"/>
              </a:spcAft>
              <a:buNone/>
            </a:pPr>
            <a:r>
              <a:rPr lang="en" sz="1700" b="1" dirty="0">
                <a:solidFill>
                  <a:schemeClr val="dk1"/>
                </a:solidFill>
                <a:latin typeface="微軟正黑體" panose="020B0604030504040204" pitchFamily="34" charset="-120"/>
                <a:ea typeface="微軟正黑體" panose="020B0604030504040204" pitchFamily="34" charset="-120"/>
                <a:cs typeface="DM Sans"/>
                <a:sym typeface="DM Sans"/>
              </a:rPr>
              <a:t>4.凌晨發生的車禍致死率較高</a:t>
            </a:r>
            <a:endParaRPr sz="1700" b="1" dirty="0">
              <a:solidFill>
                <a:schemeClr val="dk1"/>
              </a:solidFill>
              <a:latin typeface="微軟正黑體" panose="020B0604030504040204" pitchFamily="34" charset="-120"/>
              <a:ea typeface="微軟正黑體" panose="020B0604030504040204" pitchFamily="34" charset="-120"/>
              <a:cs typeface="DM Sans"/>
              <a:sym typeface="DM Sans"/>
            </a:endParaRPr>
          </a:p>
          <a:p>
            <a:pPr marL="0" lvl="0" indent="0" algn="l" rtl="0">
              <a:spcBef>
                <a:spcPts val="0"/>
              </a:spcBef>
              <a:spcAft>
                <a:spcPts val="0"/>
              </a:spcAft>
              <a:buNone/>
            </a:pPr>
            <a:r>
              <a:rPr lang="en" sz="1700" dirty="0">
                <a:solidFill>
                  <a:schemeClr val="dk1"/>
                </a:solidFill>
                <a:latin typeface="微軟正黑體" panose="020B0604030504040204" pitchFamily="34" charset="-120"/>
                <a:ea typeface="微軟正黑體" panose="020B0604030504040204" pitchFamily="34" charset="-120"/>
                <a:cs typeface="DM Sans"/>
                <a:sym typeface="DM Sans"/>
              </a:rPr>
              <a:t>凌晨的車禍雖然較少，但致死率卻較高，這提醒我們凌晨時要多注意路況。</a:t>
            </a:r>
            <a:endParaRPr sz="1700" dirty="0">
              <a:solidFill>
                <a:schemeClr val="dk1"/>
              </a:solidFill>
              <a:latin typeface="微軟正黑體" panose="020B0604030504040204" pitchFamily="34" charset="-120"/>
              <a:ea typeface="微軟正黑體" panose="020B0604030504040204" pitchFamily="34" charset="-120"/>
              <a:cs typeface="DM Sans"/>
              <a:sym typeface="DM Sans"/>
            </a:endParaRPr>
          </a:p>
          <a:p>
            <a:pPr marL="0" lvl="0" indent="0" algn="l" rtl="0">
              <a:spcBef>
                <a:spcPts val="0"/>
              </a:spcBef>
              <a:spcAft>
                <a:spcPts val="0"/>
              </a:spcAft>
              <a:buNone/>
            </a:pPr>
            <a:endParaRPr sz="1700" dirty="0">
              <a:solidFill>
                <a:schemeClr val="dk1"/>
              </a:solidFill>
              <a:latin typeface="微軟正黑體" panose="020B0604030504040204" pitchFamily="34" charset="-120"/>
              <a:ea typeface="微軟正黑體" panose="020B0604030504040204" pitchFamily="34" charset="-120"/>
              <a:cs typeface="DM Sans"/>
              <a:sym typeface="DM Sans"/>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3193"/>
        <p:cNvGrpSpPr/>
        <p:nvPr/>
      </p:nvGrpSpPr>
      <p:grpSpPr>
        <a:xfrm>
          <a:off x="0" y="0"/>
          <a:ext cx="0" cy="0"/>
          <a:chOff x="0" y="0"/>
          <a:chExt cx="0" cy="0"/>
        </a:xfrm>
      </p:grpSpPr>
      <p:sp>
        <p:nvSpPr>
          <p:cNvPr id="3194" name="Google Shape;3194;p53"/>
          <p:cNvSpPr/>
          <p:nvPr/>
        </p:nvSpPr>
        <p:spPr>
          <a:xfrm>
            <a:off x="1497913" y="1278825"/>
            <a:ext cx="3213600" cy="3213600"/>
          </a:xfrm>
          <a:prstGeom prst="ellipse">
            <a:avLst/>
          </a:prstGeom>
          <a:solidFill>
            <a:srgbClr val="897FBB">
              <a:alpha val="291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5" name="Google Shape;3195;p53"/>
          <p:cNvSpPr txBox="1">
            <a:spLocks noGrp="1"/>
          </p:cNvSpPr>
          <p:nvPr>
            <p:ph type="title"/>
          </p:nvPr>
        </p:nvSpPr>
        <p:spPr>
          <a:xfrm>
            <a:off x="4807175" y="2543248"/>
            <a:ext cx="3450900" cy="15651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sz="3200" b="1" dirty="0">
                <a:latin typeface="微軟正黑體" panose="020B0604030504040204" pitchFamily="34" charset="-120"/>
                <a:ea typeface="微軟正黑體" panose="020B0604030504040204" pitchFamily="34" charset="-120"/>
              </a:rPr>
              <a:t> 參考資料和</a:t>
            </a:r>
            <a:br>
              <a:rPr lang="en" sz="3200" b="1" dirty="0">
                <a:latin typeface="微軟正黑體" panose="020B0604030504040204" pitchFamily="34" charset="-120"/>
                <a:ea typeface="微軟正黑體" panose="020B0604030504040204" pitchFamily="34" charset="-120"/>
              </a:rPr>
            </a:br>
            <a:r>
              <a:rPr lang="en" sz="3200" b="1" dirty="0">
                <a:latin typeface="微軟正黑體" panose="020B0604030504040204" pitchFamily="34" charset="-120"/>
                <a:ea typeface="微軟正黑體" panose="020B0604030504040204" pitchFamily="34" charset="-120"/>
              </a:rPr>
              <a:t>資料源</a:t>
            </a:r>
            <a:endParaRPr sz="3200" b="1" dirty="0">
              <a:latin typeface="微軟正黑體" panose="020B0604030504040204" pitchFamily="34" charset="-120"/>
              <a:ea typeface="微軟正黑體" panose="020B0604030504040204" pitchFamily="34" charset="-120"/>
            </a:endParaRPr>
          </a:p>
          <a:p>
            <a:pPr marL="0" lvl="0" indent="0" algn="ctr" rtl="0">
              <a:spcBef>
                <a:spcPts val="0"/>
              </a:spcBef>
              <a:spcAft>
                <a:spcPts val="0"/>
              </a:spcAft>
              <a:buNone/>
            </a:pPr>
            <a:endParaRPr sz="3200" b="1" dirty="0">
              <a:latin typeface="微軟正黑體" panose="020B0604030504040204" pitchFamily="34" charset="-120"/>
              <a:ea typeface="微軟正黑體" panose="020B0604030504040204" pitchFamily="34" charset="-120"/>
            </a:endParaRPr>
          </a:p>
        </p:txBody>
      </p:sp>
      <p:sp>
        <p:nvSpPr>
          <p:cNvPr id="3196" name="Google Shape;3196;p53"/>
          <p:cNvSpPr txBox="1">
            <a:spLocks noGrp="1"/>
          </p:cNvSpPr>
          <p:nvPr>
            <p:ph type="title" idx="2"/>
          </p:nvPr>
        </p:nvSpPr>
        <p:spPr>
          <a:xfrm>
            <a:off x="5367575" y="1352850"/>
            <a:ext cx="2330100" cy="935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05</a:t>
            </a:r>
            <a:endParaRPr/>
          </a:p>
        </p:txBody>
      </p:sp>
      <p:grpSp>
        <p:nvGrpSpPr>
          <p:cNvPr id="3197" name="Google Shape;3197;p53"/>
          <p:cNvGrpSpPr/>
          <p:nvPr/>
        </p:nvGrpSpPr>
        <p:grpSpPr>
          <a:xfrm>
            <a:off x="435284" y="2391181"/>
            <a:ext cx="2351004" cy="4425656"/>
            <a:chOff x="5492025" y="895275"/>
            <a:chExt cx="2055612" cy="3869595"/>
          </a:xfrm>
        </p:grpSpPr>
        <p:sp>
          <p:nvSpPr>
            <p:cNvPr id="3198" name="Google Shape;3198;p53"/>
            <p:cNvSpPr/>
            <p:nvPr/>
          </p:nvSpPr>
          <p:spPr>
            <a:xfrm>
              <a:off x="5492025" y="895275"/>
              <a:ext cx="2055612" cy="3869595"/>
            </a:xfrm>
            <a:custGeom>
              <a:avLst/>
              <a:gdLst/>
              <a:ahLst/>
              <a:cxnLst/>
              <a:rect l="l" t="t" r="r" b="b"/>
              <a:pathLst>
                <a:path w="16887" h="31789" extrusionOk="0">
                  <a:moveTo>
                    <a:pt x="3773" y="0"/>
                  </a:moveTo>
                  <a:cubicBezTo>
                    <a:pt x="1687" y="0"/>
                    <a:pt x="1" y="1687"/>
                    <a:pt x="1" y="3759"/>
                  </a:cubicBezTo>
                  <a:lnTo>
                    <a:pt x="1" y="15729"/>
                  </a:lnTo>
                  <a:lnTo>
                    <a:pt x="14" y="15729"/>
                  </a:lnTo>
                  <a:lnTo>
                    <a:pt x="14" y="31788"/>
                  </a:lnTo>
                  <a:lnTo>
                    <a:pt x="2874" y="31788"/>
                  </a:lnTo>
                  <a:lnTo>
                    <a:pt x="2874" y="13157"/>
                  </a:lnTo>
                  <a:lnTo>
                    <a:pt x="2861" y="13157"/>
                  </a:lnTo>
                  <a:lnTo>
                    <a:pt x="2861" y="3759"/>
                  </a:lnTo>
                  <a:cubicBezTo>
                    <a:pt x="2861" y="3269"/>
                    <a:pt x="3269" y="2860"/>
                    <a:pt x="3773" y="2860"/>
                  </a:cubicBezTo>
                  <a:cubicBezTo>
                    <a:pt x="4276" y="2860"/>
                    <a:pt x="4684" y="3269"/>
                    <a:pt x="4684" y="3759"/>
                  </a:cubicBezTo>
                  <a:lnTo>
                    <a:pt x="4671" y="12748"/>
                  </a:lnTo>
                  <a:cubicBezTo>
                    <a:pt x="4671" y="14817"/>
                    <a:pt x="6374" y="16507"/>
                    <a:pt x="8443" y="16507"/>
                  </a:cubicBezTo>
                  <a:cubicBezTo>
                    <a:pt x="10525" y="16507"/>
                    <a:pt x="12215" y="14817"/>
                    <a:pt x="12215" y="12748"/>
                  </a:cubicBezTo>
                  <a:lnTo>
                    <a:pt x="12215" y="3759"/>
                  </a:lnTo>
                  <a:cubicBezTo>
                    <a:pt x="12215" y="3269"/>
                    <a:pt x="12624" y="2860"/>
                    <a:pt x="13114" y="2860"/>
                  </a:cubicBezTo>
                  <a:cubicBezTo>
                    <a:pt x="13618" y="2860"/>
                    <a:pt x="14026" y="3269"/>
                    <a:pt x="14026" y="3759"/>
                  </a:cubicBezTo>
                  <a:lnTo>
                    <a:pt x="14026" y="13157"/>
                  </a:lnTo>
                  <a:lnTo>
                    <a:pt x="14026" y="31788"/>
                  </a:lnTo>
                  <a:lnTo>
                    <a:pt x="16886" y="31788"/>
                  </a:lnTo>
                  <a:lnTo>
                    <a:pt x="16886" y="15729"/>
                  </a:lnTo>
                  <a:lnTo>
                    <a:pt x="16886" y="3759"/>
                  </a:lnTo>
                  <a:cubicBezTo>
                    <a:pt x="16886" y="1687"/>
                    <a:pt x="15200" y="0"/>
                    <a:pt x="13114" y="0"/>
                  </a:cubicBezTo>
                  <a:cubicBezTo>
                    <a:pt x="11045" y="0"/>
                    <a:pt x="9355" y="1687"/>
                    <a:pt x="9355" y="3759"/>
                  </a:cubicBezTo>
                  <a:lnTo>
                    <a:pt x="9355" y="12748"/>
                  </a:lnTo>
                  <a:cubicBezTo>
                    <a:pt x="9355" y="13209"/>
                    <a:pt x="9002" y="13591"/>
                    <a:pt x="8564" y="13647"/>
                  </a:cubicBezTo>
                  <a:lnTo>
                    <a:pt x="8336" y="13647"/>
                  </a:lnTo>
                  <a:cubicBezTo>
                    <a:pt x="7884" y="13591"/>
                    <a:pt x="7531" y="13209"/>
                    <a:pt x="7531" y="12748"/>
                  </a:cubicBezTo>
                  <a:lnTo>
                    <a:pt x="7531" y="3759"/>
                  </a:lnTo>
                  <a:cubicBezTo>
                    <a:pt x="7531" y="1687"/>
                    <a:pt x="5842" y="0"/>
                    <a:pt x="3773" y="0"/>
                  </a:cubicBezTo>
                  <a:close/>
                </a:path>
              </a:pathLst>
            </a:custGeom>
            <a:solidFill>
              <a:schemeClr val="accent5"/>
            </a:solidFill>
            <a:ln>
              <a:noFill/>
            </a:ln>
            <a:effectLst>
              <a:outerShdw dist="57150" dir="6300000" algn="bl" rotWithShape="0">
                <a:schemeClr val="dk1">
                  <a:alpha val="35000"/>
                </a:scheme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endParaRPr/>
            </a:p>
          </p:txBody>
        </p:sp>
        <p:grpSp>
          <p:nvGrpSpPr>
            <p:cNvPr id="3199" name="Google Shape;3199;p53"/>
            <p:cNvGrpSpPr/>
            <p:nvPr/>
          </p:nvGrpSpPr>
          <p:grpSpPr>
            <a:xfrm>
              <a:off x="5659156" y="1062406"/>
              <a:ext cx="1720973" cy="3496726"/>
              <a:chOff x="5659156" y="1062406"/>
              <a:chExt cx="1720973" cy="3496726"/>
            </a:xfrm>
          </p:grpSpPr>
          <p:sp>
            <p:nvSpPr>
              <p:cNvPr id="3200" name="Google Shape;3200;p53"/>
              <p:cNvSpPr/>
              <p:nvPr/>
            </p:nvSpPr>
            <p:spPr>
              <a:xfrm>
                <a:off x="5661103" y="2645951"/>
                <a:ext cx="13268" cy="53073"/>
              </a:xfrm>
              <a:custGeom>
                <a:avLst/>
                <a:gdLst/>
                <a:ahLst/>
                <a:cxnLst/>
                <a:rect l="l" t="t" r="r" b="b"/>
                <a:pathLst>
                  <a:path w="109" h="436" extrusionOk="0">
                    <a:moveTo>
                      <a:pt x="1" y="0"/>
                    </a:moveTo>
                    <a:lnTo>
                      <a:pt x="1" y="435"/>
                    </a:lnTo>
                    <a:lnTo>
                      <a:pt x="109" y="435"/>
                    </a:lnTo>
                    <a:lnTo>
                      <a:pt x="109"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1" name="Google Shape;3201;p53"/>
              <p:cNvSpPr/>
              <p:nvPr/>
            </p:nvSpPr>
            <p:spPr>
              <a:xfrm>
                <a:off x="7366861" y="3756465"/>
                <a:ext cx="13268" cy="53438"/>
              </a:xfrm>
              <a:custGeom>
                <a:avLst/>
                <a:gdLst/>
                <a:ahLst/>
                <a:cxnLst/>
                <a:rect l="l" t="t" r="r" b="b"/>
                <a:pathLst>
                  <a:path w="109" h="439" extrusionOk="0">
                    <a:moveTo>
                      <a:pt x="0" y="0"/>
                    </a:moveTo>
                    <a:lnTo>
                      <a:pt x="0" y="438"/>
                    </a:lnTo>
                    <a:lnTo>
                      <a:pt x="108" y="438"/>
                    </a:lnTo>
                    <a:lnTo>
                      <a:pt x="108"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2" name="Google Shape;3202;p53"/>
              <p:cNvSpPr/>
              <p:nvPr/>
            </p:nvSpPr>
            <p:spPr>
              <a:xfrm>
                <a:off x="7366861" y="3862732"/>
                <a:ext cx="13268" cy="54534"/>
              </a:xfrm>
              <a:custGeom>
                <a:avLst/>
                <a:gdLst/>
                <a:ahLst/>
                <a:cxnLst/>
                <a:rect l="l" t="t" r="r" b="b"/>
                <a:pathLst>
                  <a:path w="109" h="448" extrusionOk="0">
                    <a:moveTo>
                      <a:pt x="0" y="0"/>
                    </a:moveTo>
                    <a:lnTo>
                      <a:pt x="0" y="448"/>
                    </a:lnTo>
                    <a:lnTo>
                      <a:pt x="108" y="448"/>
                    </a:lnTo>
                    <a:lnTo>
                      <a:pt x="108"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3" name="Google Shape;3203;p53"/>
              <p:cNvSpPr/>
              <p:nvPr/>
            </p:nvSpPr>
            <p:spPr>
              <a:xfrm>
                <a:off x="7366861" y="3648615"/>
                <a:ext cx="13268" cy="53438"/>
              </a:xfrm>
              <a:custGeom>
                <a:avLst/>
                <a:gdLst/>
                <a:ahLst/>
                <a:cxnLst/>
                <a:rect l="l" t="t" r="r" b="b"/>
                <a:pathLst>
                  <a:path w="109" h="439" extrusionOk="0">
                    <a:moveTo>
                      <a:pt x="0" y="0"/>
                    </a:moveTo>
                    <a:lnTo>
                      <a:pt x="0" y="438"/>
                    </a:lnTo>
                    <a:lnTo>
                      <a:pt x="108" y="438"/>
                    </a:lnTo>
                    <a:lnTo>
                      <a:pt x="108"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4" name="Google Shape;3204;p53"/>
              <p:cNvSpPr/>
              <p:nvPr/>
            </p:nvSpPr>
            <p:spPr>
              <a:xfrm>
                <a:off x="7366861" y="4506059"/>
                <a:ext cx="13268" cy="53073"/>
              </a:xfrm>
              <a:custGeom>
                <a:avLst/>
                <a:gdLst/>
                <a:ahLst/>
                <a:cxnLst/>
                <a:rect l="l" t="t" r="r" b="b"/>
                <a:pathLst>
                  <a:path w="109" h="436" extrusionOk="0">
                    <a:moveTo>
                      <a:pt x="0" y="0"/>
                    </a:moveTo>
                    <a:lnTo>
                      <a:pt x="0" y="435"/>
                    </a:lnTo>
                    <a:lnTo>
                      <a:pt x="108" y="435"/>
                    </a:lnTo>
                    <a:lnTo>
                      <a:pt x="108"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5" name="Google Shape;3205;p53"/>
              <p:cNvSpPr/>
              <p:nvPr/>
            </p:nvSpPr>
            <p:spPr>
              <a:xfrm>
                <a:off x="7366861" y="3970461"/>
                <a:ext cx="13268" cy="53073"/>
              </a:xfrm>
              <a:custGeom>
                <a:avLst/>
                <a:gdLst/>
                <a:ahLst/>
                <a:cxnLst/>
                <a:rect l="l" t="t" r="r" b="b"/>
                <a:pathLst>
                  <a:path w="109" h="436" extrusionOk="0">
                    <a:moveTo>
                      <a:pt x="0" y="1"/>
                    </a:moveTo>
                    <a:lnTo>
                      <a:pt x="0" y="436"/>
                    </a:lnTo>
                    <a:lnTo>
                      <a:pt x="108" y="436"/>
                    </a:lnTo>
                    <a:lnTo>
                      <a:pt x="10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6" name="Google Shape;3206;p53"/>
              <p:cNvSpPr/>
              <p:nvPr/>
            </p:nvSpPr>
            <p:spPr>
              <a:xfrm>
                <a:off x="7366861" y="4078311"/>
                <a:ext cx="13268" cy="53073"/>
              </a:xfrm>
              <a:custGeom>
                <a:avLst/>
                <a:gdLst/>
                <a:ahLst/>
                <a:cxnLst/>
                <a:rect l="l" t="t" r="r" b="b"/>
                <a:pathLst>
                  <a:path w="109" h="436" extrusionOk="0">
                    <a:moveTo>
                      <a:pt x="0" y="1"/>
                    </a:moveTo>
                    <a:lnTo>
                      <a:pt x="0" y="435"/>
                    </a:lnTo>
                    <a:lnTo>
                      <a:pt x="108" y="435"/>
                    </a:lnTo>
                    <a:lnTo>
                      <a:pt x="10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7" name="Google Shape;3207;p53"/>
              <p:cNvSpPr/>
              <p:nvPr/>
            </p:nvSpPr>
            <p:spPr>
              <a:xfrm>
                <a:off x="7366861" y="4184213"/>
                <a:ext cx="13268" cy="53438"/>
              </a:xfrm>
              <a:custGeom>
                <a:avLst/>
                <a:gdLst/>
                <a:ahLst/>
                <a:cxnLst/>
                <a:rect l="l" t="t" r="r" b="b"/>
                <a:pathLst>
                  <a:path w="109" h="439" extrusionOk="0">
                    <a:moveTo>
                      <a:pt x="0" y="0"/>
                    </a:moveTo>
                    <a:lnTo>
                      <a:pt x="0" y="438"/>
                    </a:lnTo>
                    <a:lnTo>
                      <a:pt x="108" y="438"/>
                    </a:lnTo>
                    <a:lnTo>
                      <a:pt x="108"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8" name="Google Shape;3208;p53"/>
              <p:cNvSpPr/>
              <p:nvPr/>
            </p:nvSpPr>
            <p:spPr>
              <a:xfrm>
                <a:off x="7366861" y="4398209"/>
                <a:ext cx="13268" cy="54656"/>
              </a:xfrm>
              <a:custGeom>
                <a:avLst/>
                <a:gdLst/>
                <a:ahLst/>
                <a:cxnLst/>
                <a:rect l="l" t="t" r="r" b="b"/>
                <a:pathLst>
                  <a:path w="109" h="449" extrusionOk="0">
                    <a:moveTo>
                      <a:pt x="0" y="1"/>
                    </a:moveTo>
                    <a:lnTo>
                      <a:pt x="0" y="448"/>
                    </a:lnTo>
                    <a:lnTo>
                      <a:pt x="108" y="448"/>
                    </a:lnTo>
                    <a:lnTo>
                      <a:pt x="10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9" name="Google Shape;3209;p53"/>
              <p:cNvSpPr/>
              <p:nvPr/>
            </p:nvSpPr>
            <p:spPr>
              <a:xfrm>
                <a:off x="7366861" y="4291941"/>
                <a:ext cx="13268" cy="53073"/>
              </a:xfrm>
              <a:custGeom>
                <a:avLst/>
                <a:gdLst/>
                <a:ahLst/>
                <a:cxnLst/>
                <a:rect l="l" t="t" r="r" b="b"/>
                <a:pathLst>
                  <a:path w="109" h="436" extrusionOk="0">
                    <a:moveTo>
                      <a:pt x="0" y="1"/>
                    </a:moveTo>
                    <a:lnTo>
                      <a:pt x="0" y="436"/>
                    </a:lnTo>
                    <a:lnTo>
                      <a:pt x="108" y="436"/>
                    </a:lnTo>
                    <a:lnTo>
                      <a:pt x="10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0" name="Google Shape;3210;p53"/>
              <p:cNvSpPr/>
              <p:nvPr/>
            </p:nvSpPr>
            <p:spPr>
              <a:xfrm>
                <a:off x="7366861" y="2896221"/>
                <a:ext cx="13268" cy="54656"/>
              </a:xfrm>
              <a:custGeom>
                <a:avLst/>
                <a:gdLst/>
                <a:ahLst/>
                <a:cxnLst/>
                <a:rect l="l" t="t" r="r" b="b"/>
                <a:pathLst>
                  <a:path w="109" h="449" extrusionOk="0">
                    <a:moveTo>
                      <a:pt x="0" y="0"/>
                    </a:moveTo>
                    <a:lnTo>
                      <a:pt x="0" y="448"/>
                    </a:lnTo>
                    <a:lnTo>
                      <a:pt x="108" y="448"/>
                    </a:lnTo>
                    <a:lnTo>
                      <a:pt x="108"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1" name="Google Shape;3211;p53"/>
              <p:cNvSpPr/>
              <p:nvPr/>
            </p:nvSpPr>
            <p:spPr>
              <a:xfrm>
                <a:off x="7366861" y="3004071"/>
                <a:ext cx="13268" cy="52951"/>
              </a:xfrm>
              <a:custGeom>
                <a:avLst/>
                <a:gdLst/>
                <a:ahLst/>
                <a:cxnLst/>
                <a:rect l="l" t="t" r="r" b="b"/>
                <a:pathLst>
                  <a:path w="109" h="435" extrusionOk="0">
                    <a:moveTo>
                      <a:pt x="0" y="0"/>
                    </a:moveTo>
                    <a:lnTo>
                      <a:pt x="0" y="435"/>
                    </a:lnTo>
                    <a:lnTo>
                      <a:pt x="108" y="435"/>
                    </a:lnTo>
                    <a:lnTo>
                      <a:pt x="108"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2" name="Google Shape;3212;p53"/>
              <p:cNvSpPr/>
              <p:nvPr/>
            </p:nvSpPr>
            <p:spPr>
              <a:xfrm>
                <a:off x="7366861" y="2789954"/>
                <a:ext cx="13268" cy="53073"/>
              </a:xfrm>
              <a:custGeom>
                <a:avLst/>
                <a:gdLst/>
                <a:ahLst/>
                <a:cxnLst/>
                <a:rect l="l" t="t" r="r" b="b"/>
                <a:pathLst>
                  <a:path w="109" h="436" extrusionOk="0">
                    <a:moveTo>
                      <a:pt x="0" y="1"/>
                    </a:moveTo>
                    <a:lnTo>
                      <a:pt x="0" y="435"/>
                    </a:lnTo>
                    <a:lnTo>
                      <a:pt x="108" y="435"/>
                    </a:lnTo>
                    <a:lnTo>
                      <a:pt x="108" y="164"/>
                    </a:lnTo>
                    <a:lnTo>
                      <a:pt x="108" y="14"/>
                    </a:lnTo>
                    <a:lnTo>
                      <a:pt x="10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3" name="Google Shape;3213;p53"/>
              <p:cNvSpPr/>
              <p:nvPr/>
            </p:nvSpPr>
            <p:spPr>
              <a:xfrm>
                <a:off x="7366861" y="3111434"/>
                <a:ext cx="13268" cy="53438"/>
              </a:xfrm>
              <a:custGeom>
                <a:avLst/>
                <a:gdLst/>
                <a:ahLst/>
                <a:cxnLst/>
                <a:rect l="l" t="t" r="r" b="b"/>
                <a:pathLst>
                  <a:path w="109" h="439" extrusionOk="0">
                    <a:moveTo>
                      <a:pt x="0" y="1"/>
                    </a:moveTo>
                    <a:lnTo>
                      <a:pt x="0" y="439"/>
                    </a:lnTo>
                    <a:lnTo>
                      <a:pt x="108" y="439"/>
                    </a:lnTo>
                    <a:lnTo>
                      <a:pt x="10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4" name="Google Shape;3214;p53"/>
              <p:cNvSpPr/>
              <p:nvPr/>
            </p:nvSpPr>
            <p:spPr>
              <a:xfrm>
                <a:off x="7366861" y="3217702"/>
                <a:ext cx="13268" cy="55021"/>
              </a:xfrm>
              <a:custGeom>
                <a:avLst/>
                <a:gdLst/>
                <a:ahLst/>
                <a:cxnLst/>
                <a:rect l="l" t="t" r="r" b="b"/>
                <a:pathLst>
                  <a:path w="109" h="452" extrusionOk="0">
                    <a:moveTo>
                      <a:pt x="0" y="1"/>
                    </a:moveTo>
                    <a:lnTo>
                      <a:pt x="0" y="452"/>
                    </a:lnTo>
                    <a:lnTo>
                      <a:pt x="108" y="452"/>
                    </a:lnTo>
                    <a:lnTo>
                      <a:pt x="10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5" name="Google Shape;3215;p53"/>
              <p:cNvSpPr/>
              <p:nvPr/>
            </p:nvSpPr>
            <p:spPr>
              <a:xfrm>
                <a:off x="7366861" y="3325552"/>
                <a:ext cx="13268" cy="53073"/>
              </a:xfrm>
              <a:custGeom>
                <a:avLst/>
                <a:gdLst/>
                <a:ahLst/>
                <a:cxnLst/>
                <a:rect l="l" t="t" r="r" b="b"/>
                <a:pathLst>
                  <a:path w="109" h="436" extrusionOk="0">
                    <a:moveTo>
                      <a:pt x="0" y="0"/>
                    </a:moveTo>
                    <a:lnTo>
                      <a:pt x="0" y="435"/>
                    </a:lnTo>
                    <a:lnTo>
                      <a:pt x="108" y="435"/>
                    </a:lnTo>
                    <a:lnTo>
                      <a:pt x="108"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6" name="Google Shape;3216;p53"/>
              <p:cNvSpPr/>
              <p:nvPr/>
            </p:nvSpPr>
            <p:spPr>
              <a:xfrm>
                <a:off x="7366861" y="3539182"/>
                <a:ext cx="13268" cy="56603"/>
              </a:xfrm>
              <a:custGeom>
                <a:avLst/>
                <a:gdLst/>
                <a:ahLst/>
                <a:cxnLst/>
                <a:rect l="l" t="t" r="r" b="b"/>
                <a:pathLst>
                  <a:path w="109" h="465" extrusionOk="0">
                    <a:moveTo>
                      <a:pt x="0" y="1"/>
                    </a:moveTo>
                    <a:lnTo>
                      <a:pt x="0" y="30"/>
                    </a:lnTo>
                    <a:lnTo>
                      <a:pt x="0" y="439"/>
                    </a:lnTo>
                    <a:lnTo>
                      <a:pt x="0" y="465"/>
                    </a:lnTo>
                    <a:lnTo>
                      <a:pt x="108" y="465"/>
                    </a:lnTo>
                    <a:lnTo>
                      <a:pt x="108" y="439"/>
                    </a:lnTo>
                    <a:lnTo>
                      <a:pt x="108" y="30"/>
                    </a:lnTo>
                    <a:lnTo>
                      <a:pt x="10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7" name="Google Shape;3217;p53"/>
              <p:cNvSpPr/>
              <p:nvPr/>
            </p:nvSpPr>
            <p:spPr>
              <a:xfrm>
                <a:off x="7366861" y="3431819"/>
                <a:ext cx="13268" cy="54534"/>
              </a:xfrm>
              <a:custGeom>
                <a:avLst/>
                <a:gdLst/>
                <a:ahLst/>
                <a:cxnLst/>
                <a:rect l="l" t="t" r="r" b="b"/>
                <a:pathLst>
                  <a:path w="109" h="448" extrusionOk="0">
                    <a:moveTo>
                      <a:pt x="0" y="0"/>
                    </a:moveTo>
                    <a:lnTo>
                      <a:pt x="0" y="448"/>
                    </a:lnTo>
                    <a:lnTo>
                      <a:pt x="108" y="448"/>
                    </a:lnTo>
                    <a:lnTo>
                      <a:pt x="108"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8" name="Google Shape;3218;p53"/>
              <p:cNvSpPr/>
              <p:nvPr/>
            </p:nvSpPr>
            <p:spPr>
              <a:xfrm>
                <a:off x="5833347" y="1069101"/>
                <a:ext cx="54656" cy="29945"/>
              </a:xfrm>
              <a:custGeom>
                <a:avLst/>
                <a:gdLst/>
                <a:ahLst/>
                <a:cxnLst/>
                <a:rect l="l" t="t" r="r" b="b"/>
                <a:pathLst>
                  <a:path w="449" h="246" extrusionOk="0">
                    <a:moveTo>
                      <a:pt x="423" y="1"/>
                    </a:moveTo>
                    <a:cubicBezTo>
                      <a:pt x="285" y="43"/>
                      <a:pt x="138" y="83"/>
                      <a:pt x="1" y="151"/>
                    </a:cubicBezTo>
                    <a:lnTo>
                      <a:pt x="40" y="246"/>
                    </a:lnTo>
                    <a:cubicBezTo>
                      <a:pt x="178" y="190"/>
                      <a:pt x="315" y="138"/>
                      <a:pt x="449" y="109"/>
                    </a:cubicBezTo>
                    <a:lnTo>
                      <a:pt x="423"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9" name="Google Shape;3219;p53"/>
              <p:cNvSpPr/>
              <p:nvPr/>
            </p:nvSpPr>
            <p:spPr>
              <a:xfrm>
                <a:off x="5659156" y="1720827"/>
                <a:ext cx="13633" cy="53073"/>
              </a:xfrm>
              <a:custGeom>
                <a:avLst/>
                <a:gdLst/>
                <a:ahLst/>
                <a:cxnLst/>
                <a:rect l="l" t="t" r="r" b="b"/>
                <a:pathLst>
                  <a:path w="112" h="436" extrusionOk="0">
                    <a:moveTo>
                      <a:pt x="0" y="1"/>
                    </a:moveTo>
                    <a:lnTo>
                      <a:pt x="0" y="436"/>
                    </a:lnTo>
                    <a:lnTo>
                      <a:pt x="111" y="436"/>
                    </a:lnTo>
                    <a:lnTo>
                      <a:pt x="111"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0" name="Google Shape;3220;p53"/>
              <p:cNvSpPr/>
              <p:nvPr/>
            </p:nvSpPr>
            <p:spPr>
              <a:xfrm>
                <a:off x="5659156" y="1826729"/>
                <a:ext cx="13633" cy="55021"/>
              </a:xfrm>
              <a:custGeom>
                <a:avLst/>
                <a:gdLst/>
                <a:ahLst/>
                <a:cxnLst/>
                <a:rect l="l" t="t" r="r" b="b"/>
                <a:pathLst>
                  <a:path w="112" h="452" extrusionOk="0">
                    <a:moveTo>
                      <a:pt x="0" y="0"/>
                    </a:moveTo>
                    <a:lnTo>
                      <a:pt x="0" y="451"/>
                    </a:lnTo>
                    <a:lnTo>
                      <a:pt x="111" y="451"/>
                    </a:lnTo>
                    <a:lnTo>
                      <a:pt x="111"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1" name="Google Shape;3221;p53"/>
              <p:cNvSpPr/>
              <p:nvPr/>
            </p:nvSpPr>
            <p:spPr>
              <a:xfrm>
                <a:off x="5659156" y="1506831"/>
                <a:ext cx="13633" cy="53073"/>
              </a:xfrm>
              <a:custGeom>
                <a:avLst/>
                <a:gdLst/>
                <a:ahLst/>
                <a:cxnLst/>
                <a:rect l="l" t="t" r="r" b="b"/>
                <a:pathLst>
                  <a:path w="112" h="436" extrusionOk="0">
                    <a:moveTo>
                      <a:pt x="0" y="0"/>
                    </a:moveTo>
                    <a:lnTo>
                      <a:pt x="0" y="435"/>
                    </a:lnTo>
                    <a:lnTo>
                      <a:pt x="111" y="435"/>
                    </a:lnTo>
                    <a:lnTo>
                      <a:pt x="111"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2" name="Google Shape;3222;p53"/>
              <p:cNvSpPr/>
              <p:nvPr/>
            </p:nvSpPr>
            <p:spPr>
              <a:xfrm>
                <a:off x="5682649" y="1190097"/>
                <a:ext cx="38222" cy="55021"/>
              </a:xfrm>
              <a:custGeom>
                <a:avLst/>
                <a:gdLst/>
                <a:ahLst/>
                <a:cxnLst/>
                <a:rect l="l" t="t" r="r" b="b"/>
                <a:pathLst>
                  <a:path w="314" h="452" extrusionOk="0">
                    <a:moveTo>
                      <a:pt x="216" y="0"/>
                    </a:moveTo>
                    <a:cubicBezTo>
                      <a:pt x="134" y="138"/>
                      <a:pt x="69" y="259"/>
                      <a:pt x="0" y="396"/>
                    </a:cubicBezTo>
                    <a:lnTo>
                      <a:pt x="108" y="452"/>
                    </a:lnTo>
                    <a:cubicBezTo>
                      <a:pt x="164" y="314"/>
                      <a:pt x="232" y="193"/>
                      <a:pt x="314" y="69"/>
                    </a:cubicBezTo>
                    <a:lnTo>
                      <a:pt x="21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3" name="Google Shape;3223;p53"/>
              <p:cNvSpPr/>
              <p:nvPr/>
            </p:nvSpPr>
            <p:spPr>
              <a:xfrm>
                <a:off x="5659156" y="1398981"/>
                <a:ext cx="13633" cy="53438"/>
              </a:xfrm>
              <a:custGeom>
                <a:avLst/>
                <a:gdLst/>
                <a:ahLst/>
                <a:cxnLst/>
                <a:rect l="l" t="t" r="r" b="b"/>
                <a:pathLst>
                  <a:path w="112" h="439" extrusionOk="0">
                    <a:moveTo>
                      <a:pt x="0" y="1"/>
                    </a:moveTo>
                    <a:lnTo>
                      <a:pt x="0" y="439"/>
                    </a:lnTo>
                    <a:lnTo>
                      <a:pt x="111" y="439"/>
                    </a:lnTo>
                    <a:lnTo>
                      <a:pt x="111"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4" name="Google Shape;3224;p53"/>
              <p:cNvSpPr/>
              <p:nvPr/>
            </p:nvSpPr>
            <p:spPr>
              <a:xfrm>
                <a:off x="5743878" y="1114140"/>
                <a:ext cx="49908" cy="44674"/>
              </a:xfrm>
              <a:custGeom>
                <a:avLst/>
                <a:gdLst/>
                <a:ahLst/>
                <a:cxnLst/>
                <a:rect l="l" t="t" r="r" b="b"/>
                <a:pathLst>
                  <a:path w="410" h="367" extrusionOk="0">
                    <a:moveTo>
                      <a:pt x="340" y="0"/>
                    </a:moveTo>
                    <a:cubicBezTo>
                      <a:pt x="220" y="82"/>
                      <a:pt x="108" y="177"/>
                      <a:pt x="1" y="285"/>
                    </a:cubicBezTo>
                    <a:lnTo>
                      <a:pt x="82" y="366"/>
                    </a:lnTo>
                    <a:cubicBezTo>
                      <a:pt x="177" y="258"/>
                      <a:pt x="285" y="164"/>
                      <a:pt x="409" y="82"/>
                    </a:cubicBezTo>
                    <a:lnTo>
                      <a:pt x="340"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5" name="Google Shape;3225;p53"/>
              <p:cNvSpPr/>
              <p:nvPr/>
            </p:nvSpPr>
            <p:spPr>
              <a:xfrm>
                <a:off x="5659156" y="1291131"/>
                <a:ext cx="19963" cy="55021"/>
              </a:xfrm>
              <a:custGeom>
                <a:avLst/>
                <a:gdLst/>
                <a:ahLst/>
                <a:cxnLst/>
                <a:rect l="l" t="t" r="r" b="b"/>
                <a:pathLst>
                  <a:path w="164" h="452" extrusionOk="0">
                    <a:moveTo>
                      <a:pt x="56" y="1"/>
                    </a:moveTo>
                    <a:cubicBezTo>
                      <a:pt x="30" y="151"/>
                      <a:pt x="17" y="301"/>
                      <a:pt x="0" y="452"/>
                    </a:cubicBezTo>
                    <a:lnTo>
                      <a:pt x="111" y="452"/>
                    </a:lnTo>
                    <a:cubicBezTo>
                      <a:pt x="125" y="301"/>
                      <a:pt x="138" y="164"/>
                      <a:pt x="164" y="30"/>
                    </a:cubicBezTo>
                    <a:lnTo>
                      <a:pt x="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6" name="Google Shape;3226;p53"/>
              <p:cNvSpPr/>
              <p:nvPr/>
            </p:nvSpPr>
            <p:spPr>
              <a:xfrm>
                <a:off x="5659156" y="1613098"/>
                <a:ext cx="13633" cy="52951"/>
              </a:xfrm>
              <a:custGeom>
                <a:avLst/>
                <a:gdLst/>
                <a:ahLst/>
                <a:cxnLst/>
                <a:rect l="l" t="t" r="r" b="b"/>
                <a:pathLst>
                  <a:path w="112" h="435" extrusionOk="0">
                    <a:moveTo>
                      <a:pt x="0" y="0"/>
                    </a:moveTo>
                    <a:lnTo>
                      <a:pt x="0" y="435"/>
                    </a:lnTo>
                    <a:lnTo>
                      <a:pt x="111" y="435"/>
                    </a:lnTo>
                    <a:lnTo>
                      <a:pt x="111"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7" name="Google Shape;3227;p53"/>
              <p:cNvSpPr/>
              <p:nvPr/>
            </p:nvSpPr>
            <p:spPr>
              <a:xfrm>
                <a:off x="5659156" y="2470055"/>
                <a:ext cx="13633" cy="53073"/>
              </a:xfrm>
              <a:custGeom>
                <a:avLst/>
                <a:gdLst/>
                <a:ahLst/>
                <a:cxnLst/>
                <a:rect l="l" t="t" r="r" b="b"/>
                <a:pathLst>
                  <a:path w="112" h="436" extrusionOk="0">
                    <a:moveTo>
                      <a:pt x="0" y="1"/>
                    </a:moveTo>
                    <a:lnTo>
                      <a:pt x="0" y="435"/>
                    </a:lnTo>
                    <a:lnTo>
                      <a:pt x="111" y="435"/>
                    </a:lnTo>
                    <a:lnTo>
                      <a:pt x="111"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8" name="Google Shape;3228;p53"/>
              <p:cNvSpPr/>
              <p:nvPr/>
            </p:nvSpPr>
            <p:spPr>
              <a:xfrm>
                <a:off x="5659156" y="2576323"/>
                <a:ext cx="13633" cy="54656"/>
              </a:xfrm>
              <a:custGeom>
                <a:avLst/>
                <a:gdLst/>
                <a:ahLst/>
                <a:cxnLst/>
                <a:rect l="l" t="t" r="r" b="b"/>
                <a:pathLst>
                  <a:path w="112" h="449" extrusionOk="0">
                    <a:moveTo>
                      <a:pt x="0" y="0"/>
                    </a:moveTo>
                    <a:lnTo>
                      <a:pt x="0" y="448"/>
                    </a:lnTo>
                    <a:lnTo>
                      <a:pt x="111" y="448"/>
                    </a:lnTo>
                    <a:lnTo>
                      <a:pt x="111"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9" name="Google Shape;3229;p53"/>
              <p:cNvSpPr/>
              <p:nvPr/>
            </p:nvSpPr>
            <p:spPr>
              <a:xfrm>
                <a:off x="5659156" y="1934579"/>
                <a:ext cx="13633" cy="52951"/>
              </a:xfrm>
              <a:custGeom>
                <a:avLst/>
                <a:gdLst/>
                <a:ahLst/>
                <a:cxnLst/>
                <a:rect l="l" t="t" r="r" b="b"/>
                <a:pathLst>
                  <a:path w="112" h="435" extrusionOk="0">
                    <a:moveTo>
                      <a:pt x="0" y="0"/>
                    </a:moveTo>
                    <a:lnTo>
                      <a:pt x="0" y="435"/>
                    </a:lnTo>
                    <a:lnTo>
                      <a:pt x="111" y="435"/>
                    </a:lnTo>
                    <a:lnTo>
                      <a:pt x="111"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0" name="Google Shape;3230;p53"/>
              <p:cNvSpPr/>
              <p:nvPr/>
            </p:nvSpPr>
            <p:spPr>
              <a:xfrm>
                <a:off x="5659156" y="2683808"/>
                <a:ext cx="13633" cy="53317"/>
              </a:xfrm>
              <a:custGeom>
                <a:avLst/>
                <a:gdLst/>
                <a:ahLst/>
                <a:cxnLst/>
                <a:rect l="l" t="t" r="r" b="b"/>
                <a:pathLst>
                  <a:path w="112" h="438" extrusionOk="0">
                    <a:moveTo>
                      <a:pt x="0" y="0"/>
                    </a:moveTo>
                    <a:lnTo>
                      <a:pt x="0" y="438"/>
                    </a:lnTo>
                    <a:lnTo>
                      <a:pt x="111" y="438"/>
                    </a:lnTo>
                    <a:lnTo>
                      <a:pt x="111"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1" name="Google Shape;3231;p53"/>
              <p:cNvSpPr/>
              <p:nvPr/>
            </p:nvSpPr>
            <p:spPr>
              <a:xfrm>
                <a:off x="5659156" y="2040725"/>
                <a:ext cx="13633" cy="54656"/>
              </a:xfrm>
              <a:custGeom>
                <a:avLst/>
                <a:gdLst/>
                <a:ahLst/>
                <a:cxnLst/>
                <a:rect l="l" t="t" r="r" b="b"/>
                <a:pathLst>
                  <a:path w="112" h="449" extrusionOk="0">
                    <a:moveTo>
                      <a:pt x="0" y="1"/>
                    </a:moveTo>
                    <a:lnTo>
                      <a:pt x="0" y="449"/>
                    </a:lnTo>
                    <a:lnTo>
                      <a:pt x="111" y="449"/>
                    </a:lnTo>
                    <a:lnTo>
                      <a:pt x="111"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2" name="Google Shape;3232;p53"/>
              <p:cNvSpPr/>
              <p:nvPr/>
            </p:nvSpPr>
            <p:spPr>
              <a:xfrm>
                <a:off x="5659156" y="2148575"/>
                <a:ext cx="13633" cy="53073"/>
              </a:xfrm>
              <a:custGeom>
                <a:avLst/>
                <a:gdLst/>
                <a:ahLst/>
                <a:cxnLst/>
                <a:rect l="l" t="t" r="r" b="b"/>
                <a:pathLst>
                  <a:path w="112" h="436" extrusionOk="0">
                    <a:moveTo>
                      <a:pt x="0" y="1"/>
                    </a:moveTo>
                    <a:lnTo>
                      <a:pt x="0" y="435"/>
                    </a:lnTo>
                    <a:lnTo>
                      <a:pt x="111" y="435"/>
                    </a:lnTo>
                    <a:lnTo>
                      <a:pt x="111"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3" name="Google Shape;3233;p53"/>
              <p:cNvSpPr/>
              <p:nvPr/>
            </p:nvSpPr>
            <p:spPr>
              <a:xfrm>
                <a:off x="5659156" y="2362205"/>
                <a:ext cx="13633" cy="55021"/>
              </a:xfrm>
              <a:custGeom>
                <a:avLst/>
                <a:gdLst/>
                <a:ahLst/>
                <a:cxnLst/>
                <a:rect l="l" t="t" r="r" b="b"/>
                <a:pathLst>
                  <a:path w="112" h="452" extrusionOk="0">
                    <a:moveTo>
                      <a:pt x="0" y="1"/>
                    </a:moveTo>
                    <a:lnTo>
                      <a:pt x="0" y="452"/>
                    </a:lnTo>
                    <a:lnTo>
                      <a:pt x="111" y="452"/>
                    </a:lnTo>
                    <a:lnTo>
                      <a:pt x="111"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4" name="Google Shape;3234;p53"/>
              <p:cNvSpPr/>
              <p:nvPr/>
            </p:nvSpPr>
            <p:spPr>
              <a:xfrm>
                <a:off x="5659156" y="2256060"/>
                <a:ext cx="13633" cy="53438"/>
              </a:xfrm>
              <a:custGeom>
                <a:avLst/>
                <a:gdLst/>
                <a:ahLst/>
                <a:cxnLst/>
                <a:rect l="l" t="t" r="r" b="b"/>
                <a:pathLst>
                  <a:path w="112" h="439" extrusionOk="0">
                    <a:moveTo>
                      <a:pt x="0" y="0"/>
                    </a:moveTo>
                    <a:lnTo>
                      <a:pt x="0" y="438"/>
                    </a:lnTo>
                    <a:lnTo>
                      <a:pt x="111" y="438"/>
                    </a:lnTo>
                    <a:lnTo>
                      <a:pt x="111"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5" name="Google Shape;3235;p53"/>
              <p:cNvSpPr/>
              <p:nvPr/>
            </p:nvSpPr>
            <p:spPr>
              <a:xfrm>
                <a:off x="6228107" y="1965984"/>
                <a:ext cx="13268" cy="53438"/>
              </a:xfrm>
              <a:custGeom>
                <a:avLst/>
                <a:gdLst/>
                <a:ahLst/>
                <a:cxnLst/>
                <a:rect l="l" t="t" r="r" b="b"/>
                <a:pathLst>
                  <a:path w="109" h="439" extrusionOk="0">
                    <a:moveTo>
                      <a:pt x="0" y="0"/>
                    </a:moveTo>
                    <a:lnTo>
                      <a:pt x="0" y="438"/>
                    </a:lnTo>
                    <a:lnTo>
                      <a:pt x="108" y="438"/>
                    </a:lnTo>
                    <a:lnTo>
                      <a:pt x="108"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6" name="Google Shape;3236;p53"/>
              <p:cNvSpPr/>
              <p:nvPr/>
            </p:nvSpPr>
            <p:spPr>
              <a:xfrm>
                <a:off x="6228107" y="1430386"/>
                <a:ext cx="14851" cy="53438"/>
              </a:xfrm>
              <a:custGeom>
                <a:avLst/>
                <a:gdLst/>
                <a:ahLst/>
                <a:cxnLst/>
                <a:rect l="l" t="t" r="r" b="b"/>
                <a:pathLst>
                  <a:path w="122" h="439" extrusionOk="0">
                    <a:moveTo>
                      <a:pt x="0" y="1"/>
                    </a:moveTo>
                    <a:lnTo>
                      <a:pt x="0" y="439"/>
                    </a:lnTo>
                    <a:lnTo>
                      <a:pt x="121" y="439"/>
                    </a:lnTo>
                    <a:lnTo>
                      <a:pt x="121"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7" name="Google Shape;3237;p53"/>
              <p:cNvSpPr/>
              <p:nvPr/>
            </p:nvSpPr>
            <p:spPr>
              <a:xfrm>
                <a:off x="6228107" y="1538236"/>
                <a:ext cx="14851" cy="53438"/>
              </a:xfrm>
              <a:custGeom>
                <a:avLst/>
                <a:gdLst/>
                <a:ahLst/>
                <a:cxnLst/>
                <a:rect l="l" t="t" r="r" b="b"/>
                <a:pathLst>
                  <a:path w="122" h="439" extrusionOk="0">
                    <a:moveTo>
                      <a:pt x="0" y="1"/>
                    </a:moveTo>
                    <a:lnTo>
                      <a:pt x="0" y="439"/>
                    </a:lnTo>
                    <a:lnTo>
                      <a:pt x="121" y="439"/>
                    </a:lnTo>
                    <a:lnTo>
                      <a:pt x="121"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8" name="Google Shape;3238;p53"/>
              <p:cNvSpPr/>
              <p:nvPr/>
            </p:nvSpPr>
            <p:spPr>
              <a:xfrm>
                <a:off x="6228107" y="1644504"/>
                <a:ext cx="14851" cy="54656"/>
              </a:xfrm>
              <a:custGeom>
                <a:avLst/>
                <a:gdLst/>
                <a:ahLst/>
                <a:cxnLst/>
                <a:rect l="l" t="t" r="r" b="b"/>
                <a:pathLst>
                  <a:path w="122" h="449" extrusionOk="0">
                    <a:moveTo>
                      <a:pt x="0" y="0"/>
                    </a:moveTo>
                    <a:lnTo>
                      <a:pt x="0" y="448"/>
                    </a:lnTo>
                    <a:lnTo>
                      <a:pt x="121" y="448"/>
                    </a:lnTo>
                    <a:lnTo>
                      <a:pt x="121"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9" name="Google Shape;3239;p53"/>
              <p:cNvSpPr/>
              <p:nvPr/>
            </p:nvSpPr>
            <p:spPr>
              <a:xfrm>
                <a:off x="6228107" y="2393733"/>
                <a:ext cx="13268" cy="55021"/>
              </a:xfrm>
              <a:custGeom>
                <a:avLst/>
                <a:gdLst/>
                <a:ahLst/>
                <a:cxnLst/>
                <a:rect l="l" t="t" r="r" b="b"/>
                <a:pathLst>
                  <a:path w="109" h="452" extrusionOk="0">
                    <a:moveTo>
                      <a:pt x="0" y="0"/>
                    </a:moveTo>
                    <a:lnTo>
                      <a:pt x="0" y="438"/>
                    </a:lnTo>
                    <a:lnTo>
                      <a:pt x="0" y="451"/>
                    </a:lnTo>
                    <a:lnTo>
                      <a:pt x="108" y="451"/>
                    </a:lnTo>
                    <a:lnTo>
                      <a:pt x="108" y="438"/>
                    </a:lnTo>
                    <a:lnTo>
                      <a:pt x="108"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0" name="Google Shape;3240;p53"/>
              <p:cNvSpPr/>
              <p:nvPr/>
            </p:nvSpPr>
            <p:spPr>
              <a:xfrm>
                <a:off x="6448554" y="2715578"/>
                <a:ext cx="54656" cy="21546"/>
              </a:xfrm>
              <a:custGeom>
                <a:avLst/>
                <a:gdLst/>
                <a:ahLst/>
                <a:cxnLst/>
                <a:rect l="l" t="t" r="r" b="b"/>
                <a:pathLst>
                  <a:path w="449" h="177" extrusionOk="0">
                    <a:moveTo>
                      <a:pt x="26" y="1"/>
                    </a:moveTo>
                    <a:lnTo>
                      <a:pt x="0" y="108"/>
                    </a:lnTo>
                    <a:cubicBezTo>
                      <a:pt x="134" y="148"/>
                      <a:pt x="285" y="164"/>
                      <a:pt x="435" y="177"/>
                    </a:cubicBezTo>
                    <a:lnTo>
                      <a:pt x="448" y="66"/>
                    </a:lnTo>
                    <a:cubicBezTo>
                      <a:pt x="298" y="53"/>
                      <a:pt x="164" y="40"/>
                      <a:pt x="26"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1" name="Google Shape;3241;p53"/>
              <p:cNvSpPr/>
              <p:nvPr/>
            </p:nvSpPr>
            <p:spPr>
              <a:xfrm>
                <a:off x="6228107" y="1752354"/>
                <a:ext cx="14851" cy="52951"/>
              </a:xfrm>
              <a:custGeom>
                <a:avLst/>
                <a:gdLst/>
                <a:ahLst/>
                <a:cxnLst/>
                <a:rect l="l" t="t" r="r" b="b"/>
                <a:pathLst>
                  <a:path w="122" h="435" extrusionOk="0">
                    <a:moveTo>
                      <a:pt x="0" y="0"/>
                    </a:moveTo>
                    <a:lnTo>
                      <a:pt x="0" y="435"/>
                    </a:lnTo>
                    <a:lnTo>
                      <a:pt x="121" y="435"/>
                    </a:lnTo>
                    <a:lnTo>
                      <a:pt x="121"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2" name="Google Shape;3242;p53"/>
              <p:cNvSpPr/>
              <p:nvPr/>
            </p:nvSpPr>
            <p:spPr>
              <a:xfrm>
                <a:off x="6234437" y="2499878"/>
                <a:ext cx="26780" cy="54656"/>
              </a:xfrm>
              <a:custGeom>
                <a:avLst/>
                <a:gdLst/>
                <a:ahLst/>
                <a:cxnLst/>
                <a:rect l="l" t="t" r="r" b="b"/>
                <a:pathLst>
                  <a:path w="220" h="449" extrusionOk="0">
                    <a:moveTo>
                      <a:pt x="112" y="1"/>
                    </a:moveTo>
                    <a:lnTo>
                      <a:pt x="1" y="14"/>
                    </a:lnTo>
                    <a:cubicBezTo>
                      <a:pt x="30" y="164"/>
                      <a:pt x="69" y="315"/>
                      <a:pt x="125" y="449"/>
                    </a:cubicBezTo>
                    <a:lnTo>
                      <a:pt x="220" y="409"/>
                    </a:lnTo>
                    <a:cubicBezTo>
                      <a:pt x="177" y="272"/>
                      <a:pt x="138" y="138"/>
                      <a:pt x="112"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3" name="Google Shape;3243;p53"/>
              <p:cNvSpPr/>
              <p:nvPr/>
            </p:nvSpPr>
            <p:spPr>
              <a:xfrm>
                <a:off x="6349103" y="2672244"/>
                <a:ext cx="52951" cy="38222"/>
              </a:xfrm>
              <a:custGeom>
                <a:avLst/>
                <a:gdLst/>
                <a:ahLst/>
                <a:cxnLst/>
                <a:rect l="l" t="t" r="r" b="b"/>
                <a:pathLst>
                  <a:path w="435" h="314" extrusionOk="0">
                    <a:moveTo>
                      <a:pt x="69" y="0"/>
                    </a:moveTo>
                    <a:lnTo>
                      <a:pt x="0" y="82"/>
                    </a:lnTo>
                    <a:cubicBezTo>
                      <a:pt x="121" y="177"/>
                      <a:pt x="258" y="245"/>
                      <a:pt x="396" y="314"/>
                    </a:cubicBezTo>
                    <a:lnTo>
                      <a:pt x="435" y="219"/>
                    </a:lnTo>
                    <a:cubicBezTo>
                      <a:pt x="314" y="151"/>
                      <a:pt x="190" y="82"/>
                      <a:pt x="69"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4" name="Google Shape;3244;p53"/>
              <p:cNvSpPr/>
              <p:nvPr/>
            </p:nvSpPr>
            <p:spPr>
              <a:xfrm>
                <a:off x="6274241" y="2596164"/>
                <a:ext cx="43457" cy="49908"/>
              </a:xfrm>
              <a:custGeom>
                <a:avLst/>
                <a:gdLst/>
                <a:ahLst/>
                <a:cxnLst/>
                <a:rect l="l" t="t" r="r" b="b"/>
                <a:pathLst>
                  <a:path w="357" h="410" extrusionOk="0">
                    <a:moveTo>
                      <a:pt x="95" y="1"/>
                    </a:moveTo>
                    <a:lnTo>
                      <a:pt x="1" y="53"/>
                    </a:lnTo>
                    <a:cubicBezTo>
                      <a:pt x="82" y="190"/>
                      <a:pt x="177" y="298"/>
                      <a:pt x="275" y="409"/>
                    </a:cubicBezTo>
                    <a:lnTo>
                      <a:pt x="357" y="341"/>
                    </a:lnTo>
                    <a:cubicBezTo>
                      <a:pt x="259" y="230"/>
                      <a:pt x="177" y="122"/>
                      <a:pt x="95"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5" name="Google Shape;3245;p53"/>
              <p:cNvSpPr/>
              <p:nvPr/>
            </p:nvSpPr>
            <p:spPr>
              <a:xfrm>
                <a:off x="5939614" y="1062406"/>
                <a:ext cx="54656" cy="16798"/>
              </a:xfrm>
              <a:custGeom>
                <a:avLst/>
                <a:gdLst/>
                <a:ahLst/>
                <a:cxnLst/>
                <a:rect l="l" t="t" r="r" b="b"/>
                <a:pathLst>
                  <a:path w="449" h="138" extrusionOk="0">
                    <a:moveTo>
                      <a:pt x="1" y="0"/>
                    </a:moveTo>
                    <a:lnTo>
                      <a:pt x="1" y="111"/>
                    </a:lnTo>
                    <a:lnTo>
                      <a:pt x="96" y="111"/>
                    </a:lnTo>
                    <a:cubicBezTo>
                      <a:pt x="203" y="111"/>
                      <a:pt x="328" y="111"/>
                      <a:pt x="435" y="138"/>
                    </a:cubicBezTo>
                    <a:lnTo>
                      <a:pt x="449" y="30"/>
                    </a:lnTo>
                    <a:cubicBezTo>
                      <a:pt x="341" y="0"/>
                      <a:pt x="216" y="0"/>
                      <a:pt x="96"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6" name="Google Shape;3246;p53"/>
              <p:cNvSpPr/>
              <p:nvPr/>
            </p:nvSpPr>
            <p:spPr>
              <a:xfrm>
                <a:off x="6228107" y="1323023"/>
                <a:ext cx="14851" cy="54656"/>
              </a:xfrm>
              <a:custGeom>
                <a:avLst/>
                <a:gdLst/>
                <a:ahLst/>
                <a:cxnLst/>
                <a:rect l="l" t="t" r="r" b="b"/>
                <a:pathLst>
                  <a:path w="122" h="449" extrusionOk="0">
                    <a:moveTo>
                      <a:pt x="108" y="0"/>
                    </a:moveTo>
                    <a:lnTo>
                      <a:pt x="0" y="13"/>
                    </a:lnTo>
                    <a:lnTo>
                      <a:pt x="0" y="245"/>
                    </a:lnTo>
                    <a:lnTo>
                      <a:pt x="0" y="448"/>
                    </a:lnTo>
                    <a:lnTo>
                      <a:pt x="121" y="448"/>
                    </a:lnTo>
                    <a:lnTo>
                      <a:pt x="121" y="245"/>
                    </a:lnTo>
                    <a:cubicBezTo>
                      <a:pt x="121" y="164"/>
                      <a:pt x="108" y="82"/>
                      <a:pt x="108"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7" name="Google Shape;3247;p53"/>
              <p:cNvSpPr/>
              <p:nvPr/>
            </p:nvSpPr>
            <p:spPr>
              <a:xfrm>
                <a:off x="6198284" y="1218338"/>
                <a:ext cx="31527" cy="55021"/>
              </a:xfrm>
              <a:custGeom>
                <a:avLst/>
                <a:gdLst/>
                <a:ahLst/>
                <a:cxnLst/>
                <a:rect l="l" t="t" r="r" b="b"/>
                <a:pathLst>
                  <a:path w="259" h="452" extrusionOk="0">
                    <a:moveTo>
                      <a:pt x="95" y="1"/>
                    </a:moveTo>
                    <a:lnTo>
                      <a:pt x="0" y="56"/>
                    </a:lnTo>
                    <a:cubicBezTo>
                      <a:pt x="53" y="177"/>
                      <a:pt x="108" y="314"/>
                      <a:pt x="147" y="452"/>
                    </a:cubicBezTo>
                    <a:lnTo>
                      <a:pt x="259" y="422"/>
                    </a:lnTo>
                    <a:cubicBezTo>
                      <a:pt x="216" y="272"/>
                      <a:pt x="164" y="138"/>
                      <a:pt x="95"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8" name="Google Shape;3248;p53"/>
              <p:cNvSpPr/>
              <p:nvPr/>
            </p:nvSpPr>
            <p:spPr>
              <a:xfrm>
                <a:off x="6133403" y="1133981"/>
                <a:ext cx="46622" cy="47839"/>
              </a:xfrm>
              <a:custGeom>
                <a:avLst/>
                <a:gdLst/>
                <a:ahLst/>
                <a:cxnLst/>
                <a:rect l="l" t="t" r="r" b="b"/>
                <a:pathLst>
                  <a:path w="383" h="393" extrusionOk="0">
                    <a:moveTo>
                      <a:pt x="69" y="1"/>
                    </a:moveTo>
                    <a:lnTo>
                      <a:pt x="1" y="82"/>
                    </a:lnTo>
                    <a:cubicBezTo>
                      <a:pt x="108" y="177"/>
                      <a:pt x="206" y="272"/>
                      <a:pt x="288" y="393"/>
                    </a:cubicBezTo>
                    <a:lnTo>
                      <a:pt x="383" y="327"/>
                    </a:lnTo>
                    <a:cubicBezTo>
                      <a:pt x="288" y="203"/>
                      <a:pt x="177" y="95"/>
                      <a:pt x="69"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9" name="Google Shape;3249;p53"/>
              <p:cNvSpPr/>
              <p:nvPr/>
            </p:nvSpPr>
            <p:spPr>
              <a:xfrm>
                <a:off x="6042352" y="1079083"/>
                <a:ext cx="54534" cy="33110"/>
              </a:xfrm>
              <a:custGeom>
                <a:avLst/>
                <a:gdLst/>
                <a:ahLst/>
                <a:cxnLst/>
                <a:rect l="l" t="t" r="r" b="b"/>
                <a:pathLst>
                  <a:path w="448" h="272" extrusionOk="0">
                    <a:moveTo>
                      <a:pt x="39" y="1"/>
                    </a:moveTo>
                    <a:lnTo>
                      <a:pt x="0" y="95"/>
                    </a:lnTo>
                    <a:cubicBezTo>
                      <a:pt x="137" y="151"/>
                      <a:pt x="271" y="206"/>
                      <a:pt x="396" y="272"/>
                    </a:cubicBezTo>
                    <a:lnTo>
                      <a:pt x="448" y="177"/>
                    </a:lnTo>
                    <a:cubicBezTo>
                      <a:pt x="327" y="108"/>
                      <a:pt x="177" y="43"/>
                      <a:pt x="39"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50" name="Google Shape;3250;p53"/>
              <p:cNvSpPr/>
              <p:nvPr/>
            </p:nvSpPr>
            <p:spPr>
              <a:xfrm>
                <a:off x="6228107" y="2287830"/>
                <a:ext cx="13268" cy="53073"/>
              </a:xfrm>
              <a:custGeom>
                <a:avLst/>
                <a:gdLst/>
                <a:ahLst/>
                <a:cxnLst/>
                <a:rect l="l" t="t" r="r" b="b"/>
                <a:pathLst>
                  <a:path w="109" h="436" extrusionOk="0">
                    <a:moveTo>
                      <a:pt x="0" y="1"/>
                    </a:moveTo>
                    <a:lnTo>
                      <a:pt x="0" y="435"/>
                    </a:lnTo>
                    <a:lnTo>
                      <a:pt x="108" y="435"/>
                    </a:lnTo>
                    <a:lnTo>
                      <a:pt x="10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51" name="Google Shape;3251;p53"/>
              <p:cNvSpPr/>
              <p:nvPr/>
            </p:nvSpPr>
            <p:spPr>
              <a:xfrm>
                <a:off x="6228107" y="2073834"/>
                <a:ext cx="13268" cy="52951"/>
              </a:xfrm>
              <a:custGeom>
                <a:avLst/>
                <a:gdLst/>
                <a:ahLst/>
                <a:cxnLst/>
                <a:rect l="l" t="t" r="r" b="b"/>
                <a:pathLst>
                  <a:path w="109" h="435" extrusionOk="0">
                    <a:moveTo>
                      <a:pt x="0" y="0"/>
                    </a:moveTo>
                    <a:lnTo>
                      <a:pt x="0" y="435"/>
                    </a:lnTo>
                    <a:lnTo>
                      <a:pt x="108" y="435"/>
                    </a:lnTo>
                    <a:lnTo>
                      <a:pt x="108"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52" name="Google Shape;3252;p53"/>
              <p:cNvSpPr/>
              <p:nvPr/>
            </p:nvSpPr>
            <p:spPr>
              <a:xfrm>
                <a:off x="6228107" y="1858134"/>
                <a:ext cx="13268" cy="55021"/>
              </a:xfrm>
              <a:custGeom>
                <a:avLst/>
                <a:gdLst/>
                <a:ahLst/>
                <a:cxnLst/>
                <a:rect l="l" t="t" r="r" b="b"/>
                <a:pathLst>
                  <a:path w="109" h="452" extrusionOk="0">
                    <a:moveTo>
                      <a:pt x="0" y="1"/>
                    </a:moveTo>
                    <a:lnTo>
                      <a:pt x="0" y="452"/>
                    </a:lnTo>
                    <a:lnTo>
                      <a:pt x="108" y="452"/>
                    </a:lnTo>
                    <a:lnTo>
                      <a:pt x="10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53" name="Google Shape;3253;p53"/>
              <p:cNvSpPr/>
              <p:nvPr/>
            </p:nvSpPr>
            <p:spPr>
              <a:xfrm>
                <a:off x="6228107" y="2179980"/>
                <a:ext cx="13268" cy="53073"/>
              </a:xfrm>
              <a:custGeom>
                <a:avLst/>
                <a:gdLst/>
                <a:ahLst/>
                <a:cxnLst/>
                <a:rect l="l" t="t" r="r" b="b"/>
                <a:pathLst>
                  <a:path w="109" h="436" extrusionOk="0">
                    <a:moveTo>
                      <a:pt x="0" y="1"/>
                    </a:moveTo>
                    <a:lnTo>
                      <a:pt x="0" y="436"/>
                    </a:lnTo>
                    <a:lnTo>
                      <a:pt x="108" y="436"/>
                    </a:lnTo>
                    <a:lnTo>
                      <a:pt x="10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54" name="Google Shape;3254;p53"/>
              <p:cNvSpPr/>
              <p:nvPr/>
            </p:nvSpPr>
            <p:spPr>
              <a:xfrm>
                <a:off x="7151161" y="1069101"/>
                <a:ext cx="55021" cy="29945"/>
              </a:xfrm>
              <a:custGeom>
                <a:avLst/>
                <a:gdLst/>
                <a:ahLst/>
                <a:cxnLst/>
                <a:rect l="l" t="t" r="r" b="b"/>
                <a:pathLst>
                  <a:path w="452" h="246" extrusionOk="0">
                    <a:moveTo>
                      <a:pt x="30" y="1"/>
                    </a:moveTo>
                    <a:lnTo>
                      <a:pt x="1" y="109"/>
                    </a:lnTo>
                    <a:cubicBezTo>
                      <a:pt x="138" y="138"/>
                      <a:pt x="275" y="190"/>
                      <a:pt x="409" y="246"/>
                    </a:cubicBezTo>
                    <a:lnTo>
                      <a:pt x="452" y="151"/>
                    </a:lnTo>
                    <a:cubicBezTo>
                      <a:pt x="314" y="83"/>
                      <a:pt x="180" y="43"/>
                      <a:pt x="30"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55" name="Google Shape;3255;p53"/>
              <p:cNvSpPr/>
              <p:nvPr/>
            </p:nvSpPr>
            <p:spPr>
              <a:xfrm>
                <a:off x="7366861" y="1720827"/>
                <a:ext cx="13268" cy="53073"/>
              </a:xfrm>
              <a:custGeom>
                <a:avLst/>
                <a:gdLst/>
                <a:ahLst/>
                <a:cxnLst/>
                <a:rect l="l" t="t" r="r" b="b"/>
                <a:pathLst>
                  <a:path w="109" h="436" extrusionOk="0">
                    <a:moveTo>
                      <a:pt x="0" y="1"/>
                    </a:moveTo>
                    <a:lnTo>
                      <a:pt x="0" y="436"/>
                    </a:lnTo>
                    <a:lnTo>
                      <a:pt x="108" y="436"/>
                    </a:lnTo>
                    <a:lnTo>
                      <a:pt x="10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56" name="Google Shape;3256;p53"/>
              <p:cNvSpPr/>
              <p:nvPr/>
            </p:nvSpPr>
            <p:spPr>
              <a:xfrm>
                <a:off x="7366861" y="1826729"/>
                <a:ext cx="13268" cy="55021"/>
              </a:xfrm>
              <a:custGeom>
                <a:avLst/>
                <a:gdLst/>
                <a:ahLst/>
                <a:cxnLst/>
                <a:rect l="l" t="t" r="r" b="b"/>
                <a:pathLst>
                  <a:path w="109" h="452" extrusionOk="0">
                    <a:moveTo>
                      <a:pt x="0" y="0"/>
                    </a:moveTo>
                    <a:lnTo>
                      <a:pt x="0" y="451"/>
                    </a:lnTo>
                    <a:lnTo>
                      <a:pt x="108" y="451"/>
                    </a:lnTo>
                    <a:lnTo>
                      <a:pt x="108"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57" name="Google Shape;3257;p53"/>
              <p:cNvSpPr/>
              <p:nvPr/>
            </p:nvSpPr>
            <p:spPr>
              <a:xfrm>
                <a:off x="7366861" y="1506831"/>
                <a:ext cx="13268" cy="53073"/>
              </a:xfrm>
              <a:custGeom>
                <a:avLst/>
                <a:gdLst/>
                <a:ahLst/>
                <a:cxnLst/>
                <a:rect l="l" t="t" r="r" b="b"/>
                <a:pathLst>
                  <a:path w="109" h="436" extrusionOk="0">
                    <a:moveTo>
                      <a:pt x="0" y="0"/>
                    </a:moveTo>
                    <a:lnTo>
                      <a:pt x="0" y="435"/>
                    </a:lnTo>
                    <a:lnTo>
                      <a:pt x="108" y="435"/>
                    </a:lnTo>
                    <a:lnTo>
                      <a:pt x="108"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58" name="Google Shape;3258;p53"/>
              <p:cNvSpPr/>
              <p:nvPr/>
            </p:nvSpPr>
            <p:spPr>
              <a:xfrm>
                <a:off x="7318657" y="1190097"/>
                <a:ext cx="38344" cy="55021"/>
              </a:xfrm>
              <a:custGeom>
                <a:avLst/>
                <a:gdLst/>
                <a:ahLst/>
                <a:cxnLst/>
                <a:rect l="l" t="t" r="r" b="b"/>
                <a:pathLst>
                  <a:path w="315" h="452" extrusionOk="0">
                    <a:moveTo>
                      <a:pt x="96" y="0"/>
                    </a:moveTo>
                    <a:lnTo>
                      <a:pt x="1" y="69"/>
                    </a:lnTo>
                    <a:cubicBezTo>
                      <a:pt x="82" y="193"/>
                      <a:pt x="151" y="314"/>
                      <a:pt x="207" y="452"/>
                    </a:cubicBezTo>
                    <a:lnTo>
                      <a:pt x="315" y="396"/>
                    </a:lnTo>
                    <a:cubicBezTo>
                      <a:pt x="259" y="259"/>
                      <a:pt x="177" y="138"/>
                      <a:pt x="96"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59" name="Google Shape;3259;p53"/>
              <p:cNvSpPr/>
              <p:nvPr/>
            </p:nvSpPr>
            <p:spPr>
              <a:xfrm>
                <a:off x="7366861" y="1398981"/>
                <a:ext cx="13268" cy="53438"/>
              </a:xfrm>
              <a:custGeom>
                <a:avLst/>
                <a:gdLst/>
                <a:ahLst/>
                <a:cxnLst/>
                <a:rect l="l" t="t" r="r" b="b"/>
                <a:pathLst>
                  <a:path w="109" h="439" extrusionOk="0">
                    <a:moveTo>
                      <a:pt x="0" y="1"/>
                    </a:moveTo>
                    <a:lnTo>
                      <a:pt x="0" y="439"/>
                    </a:lnTo>
                    <a:lnTo>
                      <a:pt x="108" y="439"/>
                    </a:lnTo>
                    <a:lnTo>
                      <a:pt x="10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60" name="Google Shape;3260;p53"/>
              <p:cNvSpPr/>
              <p:nvPr/>
            </p:nvSpPr>
            <p:spPr>
              <a:xfrm>
                <a:off x="7245864" y="1114140"/>
                <a:ext cx="49908" cy="44674"/>
              </a:xfrm>
              <a:custGeom>
                <a:avLst/>
                <a:gdLst/>
                <a:ahLst/>
                <a:cxnLst/>
                <a:rect l="l" t="t" r="r" b="b"/>
                <a:pathLst>
                  <a:path w="410" h="367" extrusionOk="0">
                    <a:moveTo>
                      <a:pt x="69" y="0"/>
                    </a:moveTo>
                    <a:lnTo>
                      <a:pt x="1" y="82"/>
                    </a:lnTo>
                    <a:cubicBezTo>
                      <a:pt x="122" y="164"/>
                      <a:pt x="233" y="258"/>
                      <a:pt x="327" y="366"/>
                    </a:cubicBezTo>
                    <a:lnTo>
                      <a:pt x="409" y="285"/>
                    </a:lnTo>
                    <a:cubicBezTo>
                      <a:pt x="314" y="177"/>
                      <a:pt x="190" y="82"/>
                      <a:pt x="69"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61" name="Google Shape;3261;p53"/>
              <p:cNvSpPr/>
              <p:nvPr/>
            </p:nvSpPr>
            <p:spPr>
              <a:xfrm>
                <a:off x="7360044" y="1291131"/>
                <a:ext cx="20085" cy="55021"/>
              </a:xfrm>
              <a:custGeom>
                <a:avLst/>
                <a:gdLst/>
                <a:ahLst/>
                <a:cxnLst/>
                <a:rect l="l" t="t" r="r" b="b"/>
                <a:pathLst>
                  <a:path w="165" h="452" extrusionOk="0">
                    <a:moveTo>
                      <a:pt x="112" y="1"/>
                    </a:moveTo>
                    <a:lnTo>
                      <a:pt x="1" y="30"/>
                    </a:lnTo>
                    <a:cubicBezTo>
                      <a:pt x="30" y="164"/>
                      <a:pt x="56" y="301"/>
                      <a:pt x="56" y="452"/>
                    </a:cubicBezTo>
                    <a:lnTo>
                      <a:pt x="164" y="452"/>
                    </a:lnTo>
                    <a:cubicBezTo>
                      <a:pt x="164" y="301"/>
                      <a:pt x="138" y="151"/>
                      <a:pt x="112"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62" name="Google Shape;3262;p53"/>
              <p:cNvSpPr/>
              <p:nvPr/>
            </p:nvSpPr>
            <p:spPr>
              <a:xfrm>
                <a:off x="7366861" y="1613098"/>
                <a:ext cx="13268" cy="52951"/>
              </a:xfrm>
              <a:custGeom>
                <a:avLst/>
                <a:gdLst/>
                <a:ahLst/>
                <a:cxnLst/>
                <a:rect l="l" t="t" r="r" b="b"/>
                <a:pathLst>
                  <a:path w="109" h="435" extrusionOk="0">
                    <a:moveTo>
                      <a:pt x="0" y="0"/>
                    </a:moveTo>
                    <a:lnTo>
                      <a:pt x="0" y="435"/>
                    </a:lnTo>
                    <a:lnTo>
                      <a:pt x="108" y="435"/>
                    </a:lnTo>
                    <a:lnTo>
                      <a:pt x="108"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63" name="Google Shape;3263;p53"/>
              <p:cNvSpPr/>
              <p:nvPr/>
            </p:nvSpPr>
            <p:spPr>
              <a:xfrm>
                <a:off x="7366861" y="2470055"/>
                <a:ext cx="13268" cy="53073"/>
              </a:xfrm>
              <a:custGeom>
                <a:avLst/>
                <a:gdLst/>
                <a:ahLst/>
                <a:cxnLst/>
                <a:rect l="l" t="t" r="r" b="b"/>
                <a:pathLst>
                  <a:path w="109" h="436" extrusionOk="0">
                    <a:moveTo>
                      <a:pt x="0" y="1"/>
                    </a:moveTo>
                    <a:lnTo>
                      <a:pt x="0" y="435"/>
                    </a:lnTo>
                    <a:lnTo>
                      <a:pt x="108" y="435"/>
                    </a:lnTo>
                    <a:lnTo>
                      <a:pt x="10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64" name="Google Shape;3264;p53"/>
              <p:cNvSpPr/>
              <p:nvPr/>
            </p:nvSpPr>
            <p:spPr>
              <a:xfrm>
                <a:off x="7366861" y="2576323"/>
                <a:ext cx="13268" cy="54656"/>
              </a:xfrm>
              <a:custGeom>
                <a:avLst/>
                <a:gdLst/>
                <a:ahLst/>
                <a:cxnLst/>
                <a:rect l="l" t="t" r="r" b="b"/>
                <a:pathLst>
                  <a:path w="109" h="449" extrusionOk="0">
                    <a:moveTo>
                      <a:pt x="0" y="0"/>
                    </a:moveTo>
                    <a:lnTo>
                      <a:pt x="0" y="448"/>
                    </a:lnTo>
                    <a:lnTo>
                      <a:pt x="108" y="448"/>
                    </a:lnTo>
                    <a:lnTo>
                      <a:pt x="108"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65" name="Google Shape;3265;p53"/>
              <p:cNvSpPr/>
              <p:nvPr/>
            </p:nvSpPr>
            <p:spPr>
              <a:xfrm>
                <a:off x="7366861" y="1934579"/>
                <a:ext cx="13268" cy="52951"/>
              </a:xfrm>
              <a:custGeom>
                <a:avLst/>
                <a:gdLst/>
                <a:ahLst/>
                <a:cxnLst/>
                <a:rect l="l" t="t" r="r" b="b"/>
                <a:pathLst>
                  <a:path w="109" h="435" extrusionOk="0">
                    <a:moveTo>
                      <a:pt x="0" y="0"/>
                    </a:moveTo>
                    <a:lnTo>
                      <a:pt x="0" y="435"/>
                    </a:lnTo>
                    <a:lnTo>
                      <a:pt x="108" y="435"/>
                    </a:lnTo>
                    <a:lnTo>
                      <a:pt x="108"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66" name="Google Shape;3266;p53"/>
              <p:cNvSpPr/>
              <p:nvPr/>
            </p:nvSpPr>
            <p:spPr>
              <a:xfrm>
                <a:off x="7366861" y="2683808"/>
                <a:ext cx="13268" cy="53317"/>
              </a:xfrm>
              <a:custGeom>
                <a:avLst/>
                <a:gdLst/>
                <a:ahLst/>
                <a:cxnLst/>
                <a:rect l="l" t="t" r="r" b="b"/>
                <a:pathLst>
                  <a:path w="109" h="438" extrusionOk="0">
                    <a:moveTo>
                      <a:pt x="0" y="0"/>
                    </a:moveTo>
                    <a:lnTo>
                      <a:pt x="0" y="438"/>
                    </a:lnTo>
                    <a:lnTo>
                      <a:pt x="108" y="438"/>
                    </a:lnTo>
                    <a:lnTo>
                      <a:pt x="108"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67" name="Google Shape;3267;p53"/>
              <p:cNvSpPr/>
              <p:nvPr/>
            </p:nvSpPr>
            <p:spPr>
              <a:xfrm>
                <a:off x="7366861" y="2040725"/>
                <a:ext cx="13268" cy="54656"/>
              </a:xfrm>
              <a:custGeom>
                <a:avLst/>
                <a:gdLst/>
                <a:ahLst/>
                <a:cxnLst/>
                <a:rect l="l" t="t" r="r" b="b"/>
                <a:pathLst>
                  <a:path w="109" h="449" extrusionOk="0">
                    <a:moveTo>
                      <a:pt x="0" y="1"/>
                    </a:moveTo>
                    <a:lnTo>
                      <a:pt x="0" y="449"/>
                    </a:lnTo>
                    <a:lnTo>
                      <a:pt x="108" y="449"/>
                    </a:lnTo>
                    <a:lnTo>
                      <a:pt x="10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68" name="Google Shape;3268;p53"/>
              <p:cNvSpPr/>
              <p:nvPr/>
            </p:nvSpPr>
            <p:spPr>
              <a:xfrm>
                <a:off x="7366861" y="2148575"/>
                <a:ext cx="13268" cy="53073"/>
              </a:xfrm>
              <a:custGeom>
                <a:avLst/>
                <a:gdLst/>
                <a:ahLst/>
                <a:cxnLst/>
                <a:rect l="l" t="t" r="r" b="b"/>
                <a:pathLst>
                  <a:path w="109" h="436" extrusionOk="0">
                    <a:moveTo>
                      <a:pt x="0" y="1"/>
                    </a:moveTo>
                    <a:lnTo>
                      <a:pt x="0" y="435"/>
                    </a:lnTo>
                    <a:lnTo>
                      <a:pt x="108" y="435"/>
                    </a:lnTo>
                    <a:lnTo>
                      <a:pt x="10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69" name="Google Shape;3269;p53"/>
              <p:cNvSpPr/>
              <p:nvPr/>
            </p:nvSpPr>
            <p:spPr>
              <a:xfrm>
                <a:off x="7366861" y="2362205"/>
                <a:ext cx="13268" cy="55021"/>
              </a:xfrm>
              <a:custGeom>
                <a:avLst/>
                <a:gdLst/>
                <a:ahLst/>
                <a:cxnLst/>
                <a:rect l="l" t="t" r="r" b="b"/>
                <a:pathLst>
                  <a:path w="109" h="452" extrusionOk="0">
                    <a:moveTo>
                      <a:pt x="0" y="1"/>
                    </a:moveTo>
                    <a:lnTo>
                      <a:pt x="0" y="452"/>
                    </a:lnTo>
                    <a:lnTo>
                      <a:pt x="108" y="452"/>
                    </a:lnTo>
                    <a:lnTo>
                      <a:pt x="10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70" name="Google Shape;3270;p53"/>
              <p:cNvSpPr/>
              <p:nvPr/>
            </p:nvSpPr>
            <p:spPr>
              <a:xfrm>
                <a:off x="7366861" y="2256060"/>
                <a:ext cx="13268" cy="53438"/>
              </a:xfrm>
              <a:custGeom>
                <a:avLst/>
                <a:gdLst/>
                <a:ahLst/>
                <a:cxnLst/>
                <a:rect l="l" t="t" r="r" b="b"/>
                <a:pathLst>
                  <a:path w="109" h="439" extrusionOk="0">
                    <a:moveTo>
                      <a:pt x="0" y="0"/>
                    </a:moveTo>
                    <a:lnTo>
                      <a:pt x="0" y="438"/>
                    </a:lnTo>
                    <a:lnTo>
                      <a:pt x="108" y="438"/>
                    </a:lnTo>
                    <a:lnTo>
                      <a:pt x="108"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71" name="Google Shape;3271;p53"/>
              <p:cNvSpPr/>
              <p:nvPr/>
            </p:nvSpPr>
            <p:spPr>
              <a:xfrm>
                <a:off x="6798275" y="1965984"/>
                <a:ext cx="13268" cy="53438"/>
              </a:xfrm>
              <a:custGeom>
                <a:avLst/>
                <a:gdLst/>
                <a:ahLst/>
                <a:cxnLst/>
                <a:rect l="l" t="t" r="r" b="b"/>
                <a:pathLst>
                  <a:path w="109" h="439" extrusionOk="0">
                    <a:moveTo>
                      <a:pt x="0" y="0"/>
                    </a:moveTo>
                    <a:lnTo>
                      <a:pt x="0" y="438"/>
                    </a:lnTo>
                    <a:lnTo>
                      <a:pt x="108" y="438"/>
                    </a:lnTo>
                    <a:lnTo>
                      <a:pt x="108"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72" name="Google Shape;3272;p53"/>
              <p:cNvSpPr/>
              <p:nvPr/>
            </p:nvSpPr>
            <p:spPr>
              <a:xfrm>
                <a:off x="6798275" y="1430386"/>
                <a:ext cx="13268" cy="53438"/>
              </a:xfrm>
              <a:custGeom>
                <a:avLst/>
                <a:gdLst/>
                <a:ahLst/>
                <a:cxnLst/>
                <a:rect l="l" t="t" r="r" b="b"/>
                <a:pathLst>
                  <a:path w="109" h="439" extrusionOk="0">
                    <a:moveTo>
                      <a:pt x="0" y="1"/>
                    </a:moveTo>
                    <a:lnTo>
                      <a:pt x="0" y="439"/>
                    </a:lnTo>
                    <a:lnTo>
                      <a:pt x="108" y="439"/>
                    </a:lnTo>
                    <a:lnTo>
                      <a:pt x="10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73" name="Google Shape;3273;p53"/>
              <p:cNvSpPr/>
              <p:nvPr/>
            </p:nvSpPr>
            <p:spPr>
              <a:xfrm>
                <a:off x="6798275" y="1538236"/>
                <a:ext cx="13268" cy="53438"/>
              </a:xfrm>
              <a:custGeom>
                <a:avLst/>
                <a:gdLst/>
                <a:ahLst/>
                <a:cxnLst/>
                <a:rect l="l" t="t" r="r" b="b"/>
                <a:pathLst>
                  <a:path w="109" h="439" extrusionOk="0">
                    <a:moveTo>
                      <a:pt x="0" y="1"/>
                    </a:moveTo>
                    <a:lnTo>
                      <a:pt x="0" y="439"/>
                    </a:lnTo>
                    <a:lnTo>
                      <a:pt x="108" y="439"/>
                    </a:lnTo>
                    <a:lnTo>
                      <a:pt x="10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74" name="Google Shape;3274;p53"/>
              <p:cNvSpPr/>
              <p:nvPr/>
            </p:nvSpPr>
            <p:spPr>
              <a:xfrm>
                <a:off x="6798275" y="1644504"/>
                <a:ext cx="13268" cy="54656"/>
              </a:xfrm>
              <a:custGeom>
                <a:avLst/>
                <a:gdLst/>
                <a:ahLst/>
                <a:cxnLst/>
                <a:rect l="l" t="t" r="r" b="b"/>
                <a:pathLst>
                  <a:path w="109" h="449" extrusionOk="0">
                    <a:moveTo>
                      <a:pt x="0" y="0"/>
                    </a:moveTo>
                    <a:lnTo>
                      <a:pt x="0" y="448"/>
                    </a:lnTo>
                    <a:lnTo>
                      <a:pt x="108" y="448"/>
                    </a:lnTo>
                    <a:lnTo>
                      <a:pt x="108"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75" name="Google Shape;3275;p53"/>
              <p:cNvSpPr/>
              <p:nvPr/>
            </p:nvSpPr>
            <p:spPr>
              <a:xfrm>
                <a:off x="6798275" y="2393733"/>
                <a:ext cx="13268" cy="55021"/>
              </a:xfrm>
              <a:custGeom>
                <a:avLst/>
                <a:gdLst/>
                <a:ahLst/>
                <a:cxnLst/>
                <a:rect l="l" t="t" r="r" b="b"/>
                <a:pathLst>
                  <a:path w="109" h="452" extrusionOk="0">
                    <a:moveTo>
                      <a:pt x="0" y="0"/>
                    </a:moveTo>
                    <a:lnTo>
                      <a:pt x="0" y="438"/>
                    </a:lnTo>
                    <a:lnTo>
                      <a:pt x="0" y="451"/>
                    </a:lnTo>
                    <a:lnTo>
                      <a:pt x="108" y="451"/>
                    </a:lnTo>
                    <a:lnTo>
                      <a:pt x="108" y="438"/>
                    </a:lnTo>
                    <a:lnTo>
                      <a:pt x="108"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76" name="Google Shape;3276;p53"/>
              <p:cNvSpPr/>
              <p:nvPr/>
            </p:nvSpPr>
            <p:spPr>
              <a:xfrm>
                <a:off x="6536441" y="2715578"/>
                <a:ext cx="54656" cy="21546"/>
              </a:xfrm>
              <a:custGeom>
                <a:avLst/>
                <a:gdLst/>
                <a:ahLst/>
                <a:cxnLst/>
                <a:rect l="l" t="t" r="r" b="b"/>
                <a:pathLst>
                  <a:path w="449" h="177" extrusionOk="0">
                    <a:moveTo>
                      <a:pt x="422" y="1"/>
                    </a:moveTo>
                    <a:cubicBezTo>
                      <a:pt x="285" y="40"/>
                      <a:pt x="148" y="53"/>
                      <a:pt x="1" y="66"/>
                    </a:cubicBezTo>
                    <a:lnTo>
                      <a:pt x="14" y="177"/>
                    </a:lnTo>
                    <a:cubicBezTo>
                      <a:pt x="164" y="164"/>
                      <a:pt x="311" y="148"/>
                      <a:pt x="448" y="108"/>
                    </a:cubicBezTo>
                    <a:lnTo>
                      <a:pt x="422"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77" name="Google Shape;3277;p53"/>
              <p:cNvSpPr/>
              <p:nvPr/>
            </p:nvSpPr>
            <p:spPr>
              <a:xfrm>
                <a:off x="6798275" y="1752354"/>
                <a:ext cx="13268" cy="52951"/>
              </a:xfrm>
              <a:custGeom>
                <a:avLst/>
                <a:gdLst/>
                <a:ahLst/>
                <a:cxnLst/>
                <a:rect l="l" t="t" r="r" b="b"/>
                <a:pathLst>
                  <a:path w="109" h="435" extrusionOk="0">
                    <a:moveTo>
                      <a:pt x="0" y="0"/>
                    </a:moveTo>
                    <a:lnTo>
                      <a:pt x="0" y="435"/>
                    </a:lnTo>
                    <a:lnTo>
                      <a:pt x="108" y="435"/>
                    </a:lnTo>
                    <a:lnTo>
                      <a:pt x="108"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78" name="Google Shape;3278;p53"/>
              <p:cNvSpPr/>
              <p:nvPr/>
            </p:nvSpPr>
            <p:spPr>
              <a:xfrm>
                <a:off x="6778312" y="2499878"/>
                <a:ext cx="28484" cy="54656"/>
              </a:xfrm>
              <a:custGeom>
                <a:avLst/>
                <a:gdLst/>
                <a:ahLst/>
                <a:cxnLst/>
                <a:rect l="l" t="t" r="r" b="b"/>
                <a:pathLst>
                  <a:path w="234" h="449" extrusionOk="0">
                    <a:moveTo>
                      <a:pt x="122" y="1"/>
                    </a:moveTo>
                    <a:cubicBezTo>
                      <a:pt x="96" y="138"/>
                      <a:pt x="57" y="272"/>
                      <a:pt x="1" y="409"/>
                    </a:cubicBezTo>
                    <a:lnTo>
                      <a:pt x="96" y="449"/>
                    </a:lnTo>
                    <a:cubicBezTo>
                      <a:pt x="151" y="315"/>
                      <a:pt x="204" y="164"/>
                      <a:pt x="233" y="14"/>
                    </a:cubicBezTo>
                    <a:lnTo>
                      <a:pt x="122"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79" name="Google Shape;3279;p53"/>
              <p:cNvSpPr/>
              <p:nvPr/>
            </p:nvSpPr>
            <p:spPr>
              <a:xfrm>
                <a:off x="6637474" y="2672244"/>
                <a:ext cx="53073" cy="38222"/>
              </a:xfrm>
              <a:custGeom>
                <a:avLst/>
                <a:gdLst/>
                <a:ahLst/>
                <a:cxnLst/>
                <a:rect l="l" t="t" r="r" b="b"/>
                <a:pathLst>
                  <a:path w="436" h="314" extrusionOk="0">
                    <a:moveTo>
                      <a:pt x="367" y="0"/>
                    </a:moveTo>
                    <a:cubicBezTo>
                      <a:pt x="259" y="82"/>
                      <a:pt x="135" y="151"/>
                      <a:pt x="1" y="219"/>
                    </a:cubicBezTo>
                    <a:lnTo>
                      <a:pt x="53" y="314"/>
                    </a:lnTo>
                    <a:cubicBezTo>
                      <a:pt x="190" y="245"/>
                      <a:pt x="315" y="177"/>
                      <a:pt x="436" y="82"/>
                    </a:cubicBezTo>
                    <a:lnTo>
                      <a:pt x="367"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80" name="Google Shape;3280;p53"/>
              <p:cNvSpPr/>
              <p:nvPr/>
            </p:nvSpPr>
            <p:spPr>
              <a:xfrm>
                <a:off x="6721831" y="2596164"/>
                <a:ext cx="43578" cy="49908"/>
              </a:xfrm>
              <a:custGeom>
                <a:avLst/>
                <a:gdLst/>
                <a:ahLst/>
                <a:cxnLst/>
                <a:rect l="l" t="t" r="r" b="b"/>
                <a:pathLst>
                  <a:path w="358" h="410" extrusionOk="0">
                    <a:moveTo>
                      <a:pt x="259" y="1"/>
                    </a:moveTo>
                    <a:cubicBezTo>
                      <a:pt x="194" y="122"/>
                      <a:pt x="96" y="230"/>
                      <a:pt x="1" y="341"/>
                    </a:cubicBezTo>
                    <a:lnTo>
                      <a:pt x="83" y="409"/>
                    </a:lnTo>
                    <a:cubicBezTo>
                      <a:pt x="177" y="298"/>
                      <a:pt x="275" y="190"/>
                      <a:pt x="357" y="53"/>
                    </a:cubicBezTo>
                    <a:lnTo>
                      <a:pt x="259"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81" name="Google Shape;3281;p53"/>
              <p:cNvSpPr/>
              <p:nvPr/>
            </p:nvSpPr>
            <p:spPr>
              <a:xfrm>
                <a:off x="7045380" y="1062406"/>
                <a:ext cx="54534" cy="16798"/>
              </a:xfrm>
              <a:custGeom>
                <a:avLst/>
                <a:gdLst/>
                <a:ahLst/>
                <a:cxnLst/>
                <a:rect l="l" t="t" r="r" b="b"/>
                <a:pathLst>
                  <a:path w="448" h="138" extrusionOk="0">
                    <a:moveTo>
                      <a:pt x="353" y="0"/>
                    </a:moveTo>
                    <a:cubicBezTo>
                      <a:pt x="245" y="0"/>
                      <a:pt x="121" y="0"/>
                      <a:pt x="0" y="30"/>
                    </a:cubicBezTo>
                    <a:lnTo>
                      <a:pt x="13" y="138"/>
                    </a:lnTo>
                    <a:cubicBezTo>
                      <a:pt x="134" y="111"/>
                      <a:pt x="245" y="111"/>
                      <a:pt x="353" y="111"/>
                    </a:cubicBezTo>
                    <a:lnTo>
                      <a:pt x="448" y="111"/>
                    </a:lnTo>
                    <a:lnTo>
                      <a:pt x="448"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82" name="Google Shape;3282;p53"/>
              <p:cNvSpPr/>
              <p:nvPr/>
            </p:nvSpPr>
            <p:spPr>
              <a:xfrm>
                <a:off x="6798275" y="1323023"/>
                <a:ext cx="14851" cy="54656"/>
              </a:xfrm>
              <a:custGeom>
                <a:avLst/>
                <a:gdLst/>
                <a:ahLst/>
                <a:cxnLst/>
                <a:rect l="l" t="t" r="r" b="b"/>
                <a:pathLst>
                  <a:path w="122" h="449" extrusionOk="0">
                    <a:moveTo>
                      <a:pt x="13" y="0"/>
                    </a:moveTo>
                    <a:cubicBezTo>
                      <a:pt x="0" y="82"/>
                      <a:pt x="0" y="164"/>
                      <a:pt x="0" y="245"/>
                    </a:cubicBezTo>
                    <a:lnTo>
                      <a:pt x="0" y="448"/>
                    </a:lnTo>
                    <a:lnTo>
                      <a:pt x="108" y="448"/>
                    </a:lnTo>
                    <a:lnTo>
                      <a:pt x="108" y="245"/>
                    </a:lnTo>
                    <a:cubicBezTo>
                      <a:pt x="108" y="177"/>
                      <a:pt x="108" y="95"/>
                      <a:pt x="121" y="13"/>
                    </a:cubicBezTo>
                    <a:lnTo>
                      <a:pt x="13"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83" name="Google Shape;3283;p53"/>
              <p:cNvSpPr/>
              <p:nvPr/>
            </p:nvSpPr>
            <p:spPr>
              <a:xfrm>
                <a:off x="6809839" y="1218338"/>
                <a:ext cx="33110" cy="55021"/>
              </a:xfrm>
              <a:custGeom>
                <a:avLst/>
                <a:gdLst/>
                <a:ahLst/>
                <a:cxnLst/>
                <a:rect l="l" t="t" r="r" b="b"/>
                <a:pathLst>
                  <a:path w="272" h="452" extrusionOk="0">
                    <a:moveTo>
                      <a:pt x="177" y="1"/>
                    </a:moveTo>
                    <a:cubicBezTo>
                      <a:pt x="108" y="138"/>
                      <a:pt x="43" y="272"/>
                      <a:pt x="0" y="422"/>
                    </a:cubicBezTo>
                    <a:lnTo>
                      <a:pt x="108" y="452"/>
                    </a:lnTo>
                    <a:cubicBezTo>
                      <a:pt x="151" y="314"/>
                      <a:pt x="206" y="177"/>
                      <a:pt x="271" y="56"/>
                    </a:cubicBezTo>
                    <a:lnTo>
                      <a:pt x="177"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84" name="Google Shape;3284;p53"/>
              <p:cNvSpPr/>
              <p:nvPr/>
            </p:nvSpPr>
            <p:spPr>
              <a:xfrm>
                <a:off x="6861086" y="1133981"/>
                <a:ext cx="46743" cy="47839"/>
              </a:xfrm>
              <a:custGeom>
                <a:avLst/>
                <a:gdLst/>
                <a:ahLst/>
                <a:cxnLst/>
                <a:rect l="l" t="t" r="r" b="b"/>
                <a:pathLst>
                  <a:path w="384" h="393" extrusionOk="0">
                    <a:moveTo>
                      <a:pt x="302" y="1"/>
                    </a:moveTo>
                    <a:cubicBezTo>
                      <a:pt x="194" y="95"/>
                      <a:pt x="83" y="203"/>
                      <a:pt x="1" y="327"/>
                    </a:cubicBezTo>
                    <a:lnTo>
                      <a:pt x="83" y="393"/>
                    </a:lnTo>
                    <a:cubicBezTo>
                      <a:pt x="164" y="272"/>
                      <a:pt x="275" y="177"/>
                      <a:pt x="383" y="82"/>
                    </a:cubicBezTo>
                    <a:lnTo>
                      <a:pt x="302"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85" name="Google Shape;3285;p53"/>
              <p:cNvSpPr/>
              <p:nvPr/>
            </p:nvSpPr>
            <p:spPr>
              <a:xfrm>
                <a:off x="6942278" y="1079083"/>
                <a:ext cx="55021" cy="33110"/>
              </a:xfrm>
              <a:custGeom>
                <a:avLst/>
                <a:gdLst/>
                <a:ahLst/>
                <a:cxnLst/>
                <a:rect l="l" t="t" r="r" b="b"/>
                <a:pathLst>
                  <a:path w="452" h="272" extrusionOk="0">
                    <a:moveTo>
                      <a:pt x="409" y="1"/>
                    </a:moveTo>
                    <a:cubicBezTo>
                      <a:pt x="275" y="43"/>
                      <a:pt x="138" y="108"/>
                      <a:pt x="1" y="177"/>
                    </a:cubicBezTo>
                    <a:lnTo>
                      <a:pt x="56" y="272"/>
                    </a:lnTo>
                    <a:cubicBezTo>
                      <a:pt x="180" y="206"/>
                      <a:pt x="314" y="151"/>
                      <a:pt x="452" y="95"/>
                    </a:cubicBezTo>
                    <a:lnTo>
                      <a:pt x="409"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86" name="Google Shape;3286;p53"/>
              <p:cNvSpPr/>
              <p:nvPr/>
            </p:nvSpPr>
            <p:spPr>
              <a:xfrm>
                <a:off x="6798275" y="2287830"/>
                <a:ext cx="13268" cy="53073"/>
              </a:xfrm>
              <a:custGeom>
                <a:avLst/>
                <a:gdLst/>
                <a:ahLst/>
                <a:cxnLst/>
                <a:rect l="l" t="t" r="r" b="b"/>
                <a:pathLst>
                  <a:path w="109" h="436" extrusionOk="0">
                    <a:moveTo>
                      <a:pt x="0" y="1"/>
                    </a:moveTo>
                    <a:lnTo>
                      <a:pt x="0" y="435"/>
                    </a:lnTo>
                    <a:lnTo>
                      <a:pt x="108" y="435"/>
                    </a:lnTo>
                    <a:lnTo>
                      <a:pt x="10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87" name="Google Shape;3287;p53"/>
              <p:cNvSpPr/>
              <p:nvPr/>
            </p:nvSpPr>
            <p:spPr>
              <a:xfrm>
                <a:off x="6798275" y="2073834"/>
                <a:ext cx="13268" cy="52951"/>
              </a:xfrm>
              <a:custGeom>
                <a:avLst/>
                <a:gdLst/>
                <a:ahLst/>
                <a:cxnLst/>
                <a:rect l="l" t="t" r="r" b="b"/>
                <a:pathLst>
                  <a:path w="109" h="435" extrusionOk="0">
                    <a:moveTo>
                      <a:pt x="0" y="0"/>
                    </a:moveTo>
                    <a:lnTo>
                      <a:pt x="0" y="435"/>
                    </a:lnTo>
                    <a:lnTo>
                      <a:pt x="108" y="435"/>
                    </a:lnTo>
                    <a:lnTo>
                      <a:pt x="108"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88" name="Google Shape;3288;p53"/>
              <p:cNvSpPr/>
              <p:nvPr/>
            </p:nvSpPr>
            <p:spPr>
              <a:xfrm>
                <a:off x="6798275" y="1858134"/>
                <a:ext cx="13268" cy="55021"/>
              </a:xfrm>
              <a:custGeom>
                <a:avLst/>
                <a:gdLst/>
                <a:ahLst/>
                <a:cxnLst/>
                <a:rect l="l" t="t" r="r" b="b"/>
                <a:pathLst>
                  <a:path w="109" h="452" extrusionOk="0">
                    <a:moveTo>
                      <a:pt x="0" y="1"/>
                    </a:moveTo>
                    <a:lnTo>
                      <a:pt x="0" y="452"/>
                    </a:lnTo>
                    <a:lnTo>
                      <a:pt x="108" y="452"/>
                    </a:lnTo>
                    <a:lnTo>
                      <a:pt x="10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89" name="Google Shape;3289;p53"/>
              <p:cNvSpPr/>
              <p:nvPr/>
            </p:nvSpPr>
            <p:spPr>
              <a:xfrm>
                <a:off x="6798275" y="2179980"/>
                <a:ext cx="13268" cy="53073"/>
              </a:xfrm>
              <a:custGeom>
                <a:avLst/>
                <a:gdLst/>
                <a:ahLst/>
                <a:cxnLst/>
                <a:rect l="l" t="t" r="r" b="b"/>
                <a:pathLst>
                  <a:path w="109" h="436" extrusionOk="0">
                    <a:moveTo>
                      <a:pt x="0" y="1"/>
                    </a:moveTo>
                    <a:lnTo>
                      <a:pt x="0" y="436"/>
                    </a:lnTo>
                    <a:lnTo>
                      <a:pt x="108" y="436"/>
                    </a:lnTo>
                    <a:lnTo>
                      <a:pt x="10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90" name="Google Shape;3290;p53"/>
              <p:cNvSpPr/>
              <p:nvPr/>
            </p:nvSpPr>
            <p:spPr>
              <a:xfrm>
                <a:off x="5661103" y="3756465"/>
                <a:ext cx="13268" cy="53438"/>
              </a:xfrm>
              <a:custGeom>
                <a:avLst/>
                <a:gdLst/>
                <a:ahLst/>
                <a:cxnLst/>
                <a:rect l="l" t="t" r="r" b="b"/>
                <a:pathLst>
                  <a:path w="109" h="439" extrusionOk="0">
                    <a:moveTo>
                      <a:pt x="1" y="0"/>
                    </a:moveTo>
                    <a:lnTo>
                      <a:pt x="1" y="438"/>
                    </a:lnTo>
                    <a:lnTo>
                      <a:pt x="109" y="438"/>
                    </a:lnTo>
                    <a:lnTo>
                      <a:pt x="109"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91" name="Google Shape;3291;p53"/>
              <p:cNvSpPr/>
              <p:nvPr/>
            </p:nvSpPr>
            <p:spPr>
              <a:xfrm>
                <a:off x="5661103" y="3862732"/>
                <a:ext cx="13268" cy="54534"/>
              </a:xfrm>
              <a:custGeom>
                <a:avLst/>
                <a:gdLst/>
                <a:ahLst/>
                <a:cxnLst/>
                <a:rect l="l" t="t" r="r" b="b"/>
                <a:pathLst>
                  <a:path w="109" h="448" extrusionOk="0">
                    <a:moveTo>
                      <a:pt x="1" y="0"/>
                    </a:moveTo>
                    <a:lnTo>
                      <a:pt x="1" y="448"/>
                    </a:lnTo>
                    <a:lnTo>
                      <a:pt x="109" y="448"/>
                    </a:lnTo>
                    <a:lnTo>
                      <a:pt x="109"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92" name="Google Shape;3292;p53"/>
              <p:cNvSpPr/>
              <p:nvPr/>
            </p:nvSpPr>
            <p:spPr>
              <a:xfrm>
                <a:off x="5661103" y="3648615"/>
                <a:ext cx="13268" cy="53438"/>
              </a:xfrm>
              <a:custGeom>
                <a:avLst/>
                <a:gdLst/>
                <a:ahLst/>
                <a:cxnLst/>
                <a:rect l="l" t="t" r="r" b="b"/>
                <a:pathLst>
                  <a:path w="109" h="439" extrusionOk="0">
                    <a:moveTo>
                      <a:pt x="1" y="0"/>
                    </a:moveTo>
                    <a:lnTo>
                      <a:pt x="1" y="438"/>
                    </a:lnTo>
                    <a:lnTo>
                      <a:pt x="109" y="438"/>
                    </a:lnTo>
                    <a:lnTo>
                      <a:pt x="109"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93" name="Google Shape;3293;p53"/>
              <p:cNvSpPr/>
              <p:nvPr/>
            </p:nvSpPr>
            <p:spPr>
              <a:xfrm>
                <a:off x="5661103" y="4506059"/>
                <a:ext cx="13268" cy="53073"/>
              </a:xfrm>
              <a:custGeom>
                <a:avLst/>
                <a:gdLst/>
                <a:ahLst/>
                <a:cxnLst/>
                <a:rect l="l" t="t" r="r" b="b"/>
                <a:pathLst>
                  <a:path w="109" h="436" extrusionOk="0">
                    <a:moveTo>
                      <a:pt x="1" y="0"/>
                    </a:moveTo>
                    <a:lnTo>
                      <a:pt x="1" y="435"/>
                    </a:lnTo>
                    <a:lnTo>
                      <a:pt x="109" y="435"/>
                    </a:lnTo>
                    <a:lnTo>
                      <a:pt x="109"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94" name="Google Shape;3294;p53"/>
              <p:cNvSpPr/>
              <p:nvPr/>
            </p:nvSpPr>
            <p:spPr>
              <a:xfrm>
                <a:off x="5661103" y="3970461"/>
                <a:ext cx="13268" cy="53073"/>
              </a:xfrm>
              <a:custGeom>
                <a:avLst/>
                <a:gdLst/>
                <a:ahLst/>
                <a:cxnLst/>
                <a:rect l="l" t="t" r="r" b="b"/>
                <a:pathLst>
                  <a:path w="109" h="436" extrusionOk="0">
                    <a:moveTo>
                      <a:pt x="1" y="1"/>
                    </a:moveTo>
                    <a:lnTo>
                      <a:pt x="1" y="436"/>
                    </a:lnTo>
                    <a:lnTo>
                      <a:pt x="109" y="436"/>
                    </a:lnTo>
                    <a:lnTo>
                      <a:pt x="109"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95" name="Google Shape;3295;p53"/>
              <p:cNvSpPr/>
              <p:nvPr/>
            </p:nvSpPr>
            <p:spPr>
              <a:xfrm>
                <a:off x="5661103" y="4078311"/>
                <a:ext cx="13268" cy="53073"/>
              </a:xfrm>
              <a:custGeom>
                <a:avLst/>
                <a:gdLst/>
                <a:ahLst/>
                <a:cxnLst/>
                <a:rect l="l" t="t" r="r" b="b"/>
                <a:pathLst>
                  <a:path w="109" h="436" extrusionOk="0">
                    <a:moveTo>
                      <a:pt x="1" y="1"/>
                    </a:moveTo>
                    <a:lnTo>
                      <a:pt x="1" y="435"/>
                    </a:lnTo>
                    <a:lnTo>
                      <a:pt x="109" y="435"/>
                    </a:lnTo>
                    <a:lnTo>
                      <a:pt x="109"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96" name="Google Shape;3296;p53"/>
              <p:cNvSpPr/>
              <p:nvPr/>
            </p:nvSpPr>
            <p:spPr>
              <a:xfrm>
                <a:off x="5661103" y="4184213"/>
                <a:ext cx="13268" cy="53438"/>
              </a:xfrm>
              <a:custGeom>
                <a:avLst/>
                <a:gdLst/>
                <a:ahLst/>
                <a:cxnLst/>
                <a:rect l="l" t="t" r="r" b="b"/>
                <a:pathLst>
                  <a:path w="109" h="439" extrusionOk="0">
                    <a:moveTo>
                      <a:pt x="1" y="0"/>
                    </a:moveTo>
                    <a:lnTo>
                      <a:pt x="1" y="438"/>
                    </a:lnTo>
                    <a:lnTo>
                      <a:pt x="109" y="438"/>
                    </a:lnTo>
                    <a:lnTo>
                      <a:pt x="109"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97" name="Google Shape;3297;p53"/>
              <p:cNvSpPr/>
              <p:nvPr/>
            </p:nvSpPr>
            <p:spPr>
              <a:xfrm>
                <a:off x="5661103" y="4398209"/>
                <a:ext cx="13268" cy="54656"/>
              </a:xfrm>
              <a:custGeom>
                <a:avLst/>
                <a:gdLst/>
                <a:ahLst/>
                <a:cxnLst/>
                <a:rect l="l" t="t" r="r" b="b"/>
                <a:pathLst>
                  <a:path w="109" h="449" extrusionOk="0">
                    <a:moveTo>
                      <a:pt x="1" y="1"/>
                    </a:moveTo>
                    <a:lnTo>
                      <a:pt x="1" y="448"/>
                    </a:lnTo>
                    <a:lnTo>
                      <a:pt x="109" y="448"/>
                    </a:lnTo>
                    <a:lnTo>
                      <a:pt x="109"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98" name="Google Shape;3298;p53"/>
              <p:cNvSpPr/>
              <p:nvPr/>
            </p:nvSpPr>
            <p:spPr>
              <a:xfrm>
                <a:off x="5661103" y="4291941"/>
                <a:ext cx="13268" cy="53073"/>
              </a:xfrm>
              <a:custGeom>
                <a:avLst/>
                <a:gdLst/>
                <a:ahLst/>
                <a:cxnLst/>
                <a:rect l="l" t="t" r="r" b="b"/>
                <a:pathLst>
                  <a:path w="109" h="436" extrusionOk="0">
                    <a:moveTo>
                      <a:pt x="1" y="1"/>
                    </a:moveTo>
                    <a:lnTo>
                      <a:pt x="1" y="436"/>
                    </a:lnTo>
                    <a:lnTo>
                      <a:pt x="109" y="436"/>
                    </a:lnTo>
                    <a:lnTo>
                      <a:pt x="109"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99" name="Google Shape;3299;p53"/>
              <p:cNvSpPr/>
              <p:nvPr/>
            </p:nvSpPr>
            <p:spPr>
              <a:xfrm>
                <a:off x="5661103" y="2896221"/>
                <a:ext cx="13268" cy="54656"/>
              </a:xfrm>
              <a:custGeom>
                <a:avLst/>
                <a:gdLst/>
                <a:ahLst/>
                <a:cxnLst/>
                <a:rect l="l" t="t" r="r" b="b"/>
                <a:pathLst>
                  <a:path w="109" h="449" extrusionOk="0">
                    <a:moveTo>
                      <a:pt x="1" y="0"/>
                    </a:moveTo>
                    <a:lnTo>
                      <a:pt x="1" y="448"/>
                    </a:lnTo>
                    <a:lnTo>
                      <a:pt x="109" y="448"/>
                    </a:lnTo>
                    <a:lnTo>
                      <a:pt x="109"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00" name="Google Shape;3300;p53"/>
              <p:cNvSpPr/>
              <p:nvPr/>
            </p:nvSpPr>
            <p:spPr>
              <a:xfrm>
                <a:off x="5661103" y="3004071"/>
                <a:ext cx="13268" cy="52951"/>
              </a:xfrm>
              <a:custGeom>
                <a:avLst/>
                <a:gdLst/>
                <a:ahLst/>
                <a:cxnLst/>
                <a:rect l="l" t="t" r="r" b="b"/>
                <a:pathLst>
                  <a:path w="109" h="435" extrusionOk="0">
                    <a:moveTo>
                      <a:pt x="1" y="0"/>
                    </a:moveTo>
                    <a:lnTo>
                      <a:pt x="1" y="435"/>
                    </a:lnTo>
                    <a:lnTo>
                      <a:pt x="109" y="435"/>
                    </a:lnTo>
                    <a:lnTo>
                      <a:pt x="109"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01" name="Google Shape;3301;p53"/>
              <p:cNvSpPr/>
              <p:nvPr/>
            </p:nvSpPr>
            <p:spPr>
              <a:xfrm>
                <a:off x="5659156" y="2789954"/>
                <a:ext cx="15216" cy="53073"/>
              </a:xfrm>
              <a:custGeom>
                <a:avLst/>
                <a:gdLst/>
                <a:ahLst/>
                <a:cxnLst/>
                <a:rect l="l" t="t" r="r" b="b"/>
                <a:pathLst>
                  <a:path w="125" h="436" extrusionOk="0">
                    <a:moveTo>
                      <a:pt x="17" y="1"/>
                    </a:moveTo>
                    <a:lnTo>
                      <a:pt x="17" y="14"/>
                    </a:lnTo>
                    <a:lnTo>
                      <a:pt x="0" y="14"/>
                    </a:lnTo>
                    <a:lnTo>
                      <a:pt x="0" y="164"/>
                    </a:lnTo>
                    <a:lnTo>
                      <a:pt x="17" y="164"/>
                    </a:lnTo>
                    <a:lnTo>
                      <a:pt x="17" y="435"/>
                    </a:lnTo>
                    <a:lnTo>
                      <a:pt x="125" y="435"/>
                    </a:lnTo>
                    <a:lnTo>
                      <a:pt x="12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02" name="Google Shape;3302;p53"/>
              <p:cNvSpPr/>
              <p:nvPr/>
            </p:nvSpPr>
            <p:spPr>
              <a:xfrm>
                <a:off x="5661103" y="3111434"/>
                <a:ext cx="13268" cy="53438"/>
              </a:xfrm>
              <a:custGeom>
                <a:avLst/>
                <a:gdLst/>
                <a:ahLst/>
                <a:cxnLst/>
                <a:rect l="l" t="t" r="r" b="b"/>
                <a:pathLst>
                  <a:path w="109" h="439" extrusionOk="0">
                    <a:moveTo>
                      <a:pt x="1" y="1"/>
                    </a:moveTo>
                    <a:lnTo>
                      <a:pt x="1" y="439"/>
                    </a:lnTo>
                    <a:lnTo>
                      <a:pt x="109" y="439"/>
                    </a:lnTo>
                    <a:lnTo>
                      <a:pt x="109"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03" name="Google Shape;3303;p53"/>
              <p:cNvSpPr/>
              <p:nvPr/>
            </p:nvSpPr>
            <p:spPr>
              <a:xfrm>
                <a:off x="5661103" y="3217702"/>
                <a:ext cx="13268" cy="55021"/>
              </a:xfrm>
              <a:custGeom>
                <a:avLst/>
                <a:gdLst/>
                <a:ahLst/>
                <a:cxnLst/>
                <a:rect l="l" t="t" r="r" b="b"/>
                <a:pathLst>
                  <a:path w="109" h="452" extrusionOk="0">
                    <a:moveTo>
                      <a:pt x="1" y="1"/>
                    </a:moveTo>
                    <a:lnTo>
                      <a:pt x="1" y="452"/>
                    </a:lnTo>
                    <a:lnTo>
                      <a:pt x="109" y="452"/>
                    </a:lnTo>
                    <a:lnTo>
                      <a:pt x="109"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04" name="Google Shape;3304;p53"/>
              <p:cNvSpPr/>
              <p:nvPr/>
            </p:nvSpPr>
            <p:spPr>
              <a:xfrm>
                <a:off x="5661103" y="3325552"/>
                <a:ext cx="13268" cy="53073"/>
              </a:xfrm>
              <a:custGeom>
                <a:avLst/>
                <a:gdLst/>
                <a:ahLst/>
                <a:cxnLst/>
                <a:rect l="l" t="t" r="r" b="b"/>
                <a:pathLst>
                  <a:path w="109" h="436" extrusionOk="0">
                    <a:moveTo>
                      <a:pt x="1" y="0"/>
                    </a:moveTo>
                    <a:lnTo>
                      <a:pt x="1" y="435"/>
                    </a:lnTo>
                    <a:lnTo>
                      <a:pt x="109" y="435"/>
                    </a:lnTo>
                    <a:lnTo>
                      <a:pt x="109"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05" name="Google Shape;3305;p53"/>
              <p:cNvSpPr/>
              <p:nvPr/>
            </p:nvSpPr>
            <p:spPr>
              <a:xfrm>
                <a:off x="5661103" y="3539182"/>
                <a:ext cx="13268" cy="56603"/>
              </a:xfrm>
              <a:custGeom>
                <a:avLst/>
                <a:gdLst/>
                <a:ahLst/>
                <a:cxnLst/>
                <a:rect l="l" t="t" r="r" b="b"/>
                <a:pathLst>
                  <a:path w="109" h="465" extrusionOk="0">
                    <a:moveTo>
                      <a:pt x="1" y="1"/>
                    </a:moveTo>
                    <a:lnTo>
                      <a:pt x="1" y="30"/>
                    </a:lnTo>
                    <a:lnTo>
                      <a:pt x="1" y="439"/>
                    </a:lnTo>
                    <a:lnTo>
                      <a:pt x="1" y="465"/>
                    </a:lnTo>
                    <a:lnTo>
                      <a:pt x="109" y="465"/>
                    </a:lnTo>
                    <a:lnTo>
                      <a:pt x="109" y="439"/>
                    </a:lnTo>
                    <a:lnTo>
                      <a:pt x="109" y="30"/>
                    </a:lnTo>
                    <a:lnTo>
                      <a:pt x="109"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06" name="Google Shape;3306;p53"/>
              <p:cNvSpPr/>
              <p:nvPr/>
            </p:nvSpPr>
            <p:spPr>
              <a:xfrm>
                <a:off x="5661103" y="3431819"/>
                <a:ext cx="13268" cy="54534"/>
              </a:xfrm>
              <a:custGeom>
                <a:avLst/>
                <a:gdLst/>
                <a:ahLst/>
                <a:cxnLst/>
                <a:rect l="l" t="t" r="r" b="b"/>
                <a:pathLst>
                  <a:path w="109" h="448" extrusionOk="0">
                    <a:moveTo>
                      <a:pt x="1" y="0"/>
                    </a:moveTo>
                    <a:lnTo>
                      <a:pt x="1" y="448"/>
                    </a:lnTo>
                    <a:lnTo>
                      <a:pt x="109" y="448"/>
                    </a:lnTo>
                    <a:lnTo>
                      <a:pt x="109"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3307" name="Google Shape;3307;p53"/>
          <p:cNvGrpSpPr/>
          <p:nvPr/>
        </p:nvGrpSpPr>
        <p:grpSpPr>
          <a:xfrm>
            <a:off x="1080275" y="482975"/>
            <a:ext cx="2714372" cy="4003230"/>
            <a:chOff x="1080275" y="482975"/>
            <a:chExt cx="2714372" cy="4003230"/>
          </a:xfrm>
        </p:grpSpPr>
        <p:grpSp>
          <p:nvGrpSpPr>
            <p:cNvPr id="3308" name="Google Shape;3308;p53"/>
            <p:cNvGrpSpPr/>
            <p:nvPr/>
          </p:nvGrpSpPr>
          <p:grpSpPr>
            <a:xfrm rot="-754058">
              <a:off x="1692569" y="1032547"/>
              <a:ext cx="1764045" cy="3301286"/>
              <a:chOff x="5120779" y="818439"/>
              <a:chExt cx="1836564" cy="3437000"/>
            </a:xfrm>
          </p:grpSpPr>
          <p:sp>
            <p:nvSpPr>
              <p:cNvPr id="3309" name="Google Shape;3309;p53"/>
              <p:cNvSpPr/>
              <p:nvPr/>
            </p:nvSpPr>
            <p:spPr>
              <a:xfrm>
                <a:off x="5120779" y="818439"/>
                <a:ext cx="1836564" cy="3437000"/>
              </a:xfrm>
              <a:custGeom>
                <a:avLst/>
                <a:gdLst/>
                <a:ahLst/>
                <a:cxnLst/>
                <a:rect l="l" t="t" r="r" b="b"/>
                <a:pathLst>
                  <a:path w="37357" h="69911" extrusionOk="0">
                    <a:moveTo>
                      <a:pt x="3283" y="0"/>
                    </a:moveTo>
                    <a:cubicBezTo>
                      <a:pt x="1520" y="0"/>
                      <a:pt x="1" y="1520"/>
                      <a:pt x="1" y="3435"/>
                    </a:cubicBezTo>
                    <a:lnTo>
                      <a:pt x="1" y="66627"/>
                    </a:lnTo>
                    <a:cubicBezTo>
                      <a:pt x="1" y="68390"/>
                      <a:pt x="1520" y="69910"/>
                      <a:pt x="3283" y="69910"/>
                    </a:cubicBezTo>
                    <a:lnTo>
                      <a:pt x="34074" y="69910"/>
                    </a:lnTo>
                    <a:cubicBezTo>
                      <a:pt x="35837" y="69910"/>
                      <a:pt x="37357" y="68390"/>
                      <a:pt x="37357" y="66627"/>
                    </a:cubicBezTo>
                    <a:lnTo>
                      <a:pt x="37357" y="3435"/>
                    </a:lnTo>
                    <a:cubicBezTo>
                      <a:pt x="37357" y="1520"/>
                      <a:pt x="35837" y="0"/>
                      <a:pt x="3407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10" name="Google Shape;3310;p53"/>
              <p:cNvSpPr/>
              <p:nvPr/>
            </p:nvSpPr>
            <p:spPr>
              <a:xfrm>
                <a:off x="5819675" y="947325"/>
                <a:ext cx="438600" cy="72300"/>
              </a:xfrm>
              <a:prstGeom prst="roundRect">
                <a:avLst>
                  <a:gd name="adj" fmla="val 16667"/>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11" name="Google Shape;3311;p53"/>
              <p:cNvSpPr/>
              <p:nvPr/>
            </p:nvSpPr>
            <p:spPr>
              <a:xfrm>
                <a:off x="5878717" y="3947980"/>
                <a:ext cx="320700" cy="193800"/>
              </a:xfrm>
              <a:prstGeom prst="roundRect">
                <a:avLst>
                  <a:gd name="adj" fmla="val 16667"/>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312" name="Google Shape;3312;p53"/>
            <p:cNvSpPr/>
            <p:nvPr/>
          </p:nvSpPr>
          <p:spPr>
            <a:xfrm>
              <a:off x="1080275" y="482975"/>
              <a:ext cx="1559700" cy="397200"/>
            </a:xfrm>
            <a:prstGeom prst="wedgeRectCallout">
              <a:avLst>
                <a:gd name="adj1" fmla="val -11597"/>
                <a:gd name="adj2" fmla="val 110983"/>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600" b="1">
                  <a:solidFill>
                    <a:schemeClr val="accent5"/>
                  </a:solidFill>
                  <a:latin typeface="Poppins"/>
                  <a:ea typeface="Poppins"/>
                  <a:cs typeface="Poppins"/>
                  <a:sym typeface="Poppins"/>
                </a:rPr>
                <a:t>ACCIDENT!</a:t>
              </a:r>
              <a:endParaRPr sz="1600" b="1">
                <a:solidFill>
                  <a:schemeClr val="accent5"/>
                </a:solidFill>
                <a:latin typeface="Poppins"/>
                <a:ea typeface="Poppins"/>
                <a:cs typeface="Poppins"/>
                <a:sym typeface="Poppins"/>
              </a:endParaRPr>
            </a:p>
          </p:txBody>
        </p:sp>
      </p:grpSp>
      <p:pic>
        <p:nvPicPr>
          <p:cNvPr id="3313" name="Google Shape;3313;p53"/>
          <p:cNvPicPr preferRelativeResize="0">
            <a:picLocks noGrp="1"/>
          </p:cNvPicPr>
          <p:nvPr>
            <p:ph type="pic" idx="3"/>
          </p:nvPr>
        </p:nvPicPr>
        <p:blipFill rotWithShape="1">
          <a:blip r:embed="rId3">
            <a:alphaModFix/>
          </a:blip>
          <a:srcRect t="-30" b="30"/>
          <a:stretch/>
        </p:blipFill>
        <p:spPr>
          <a:xfrm rot="-754210">
            <a:off x="1800180" y="1317963"/>
            <a:ext cx="1532149" cy="2655476"/>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3317"/>
        <p:cNvGrpSpPr/>
        <p:nvPr/>
      </p:nvGrpSpPr>
      <p:grpSpPr>
        <a:xfrm>
          <a:off x="0" y="0"/>
          <a:ext cx="0" cy="0"/>
          <a:chOff x="0" y="0"/>
          <a:chExt cx="0" cy="0"/>
        </a:xfrm>
      </p:grpSpPr>
      <p:sp>
        <p:nvSpPr>
          <p:cNvPr id="3318" name="Google Shape;3318;p54"/>
          <p:cNvSpPr txBox="1">
            <a:spLocks noGrp="1"/>
          </p:cNvSpPr>
          <p:nvPr>
            <p:ph type="title"/>
          </p:nvPr>
        </p:nvSpPr>
        <p:spPr>
          <a:xfrm>
            <a:off x="720000" y="3688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b="1" dirty="0">
                <a:latin typeface="微軟正黑體" panose="020B0604030504040204" pitchFamily="34" charset="-120"/>
                <a:ea typeface="微軟正黑體" panose="020B0604030504040204" pitchFamily="34" charset="-120"/>
                <a:cs typeface="Arial" panose="020B0604020202020204" pitchFamily="34" charset="0"/>
              </a:rPr>
              <a:t>參考資料</a:t>
            </a:r>
            <a:endParaRPr b="1" dirty="0">
              <a:latin typeface="微軟正黑體" panose="020B0604030504040204" pitchFamily="34" charset="-120"/>
              <a:ea typeface="微軟正黑體" panose="020B0604030504040204" pitchFamily="34" charset="-120"/>
              <a:cs typeface="Arial" panose="020B0604020202020204" pitchFamily="34" charset="0"/>
            </a:endParaRPr>
          </a:p>
        </p:txBody>
      </p:sp>
      <p:sp>
        <p:nvSpPr>
          <p:cNvPr id="3319" name="Google Shape;3319;p54"/>
          <p:cNvSpPr txBox="1"/>
          <p:nvPr/>
        </p:nvSpPr>
        <p:spPr>
          <a:xfrm>
            <a:off x="853450" y="1075125"/>
            <a:ext cx="7209900" cy="461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800" u="sng" dirty="0">
                <a:solidFill>
                  <a:schemeClr val="hlink"/>
                </a:solidFill>
                <a:hlinkClick r:id="rId3"/>
              </a:rPr>
              <a:t>112年傷亡道路交通事故資料 ｜ 政府資料開放平臺 (data.gov.tw)</a:t>
            </a:r>
            <a:endParaRPr sz="1800" dirty="0">
              <a:solidFill>
                <a:schemeClr val="dk1"/>
              </a:solidFill>
              <a:latin typeface="DM Sans"/>
              <a:ea typeface="DM Sans"/>
              <a:cs typeface="DM Sans"/>
              <a:sym typeface="DM Sans"/>
            </a:endParaRPr>
          </a:p>
        </p:txBody>
      </p:sp>
    </p:spTree>
  </p:cSld>
  <p:clrMapOvr>
    <a:masterClrMapping/>
  </p:clrMapOvr>
</p:sld>
</file>

<file path=ppt/theme/theme1.xml><?xml version="1.0" encoding="utf-8"?>
<a:theme xmlns:a="http://schemas.openxmlformats.org/drawingml/2006/main" name="Road Traffic Accident Reporting App Pitch Deck by Slidesgo">
  <a:themeElements>
    <a:clrScheme name="Simple Light">
      <a:dk1>
        <a:srgbClr val="553868"/>
      </a:dk1>
      <a:lt1>
        <a:srgbClr val="D2D1EE"/>
      </a:lt1>
      <a:dk2>
        <a:srgbClr val="FF9900"/>
      </a:dk2>
      <a:lt2>
        <a:srgbClr val="8162A7"/>
      </a:lt2>
      <a:accent1>
        <a:srgbClr val="897FBB"/>
      </a:accent1>
      <a:accent2>
        <a:srgbClr val="8F8BCF"/>
      </a:accent2>
      <a:accent3>
        <a:srgbClr val="C3AED5"/>
      </a:accent3>
      <a:accent4>
        <a:srgbClr val="D4C7E3"/>
      </a:accent4>
      <a:accent5>
        <a:srgbClr val="FFFFFF"/>
      </a:accent5>
      <a:accent6>
        <a:srgbClr val="FFFFFF"/>
      </a:accent6>
      <a:hlink>
        <a:srgbClr val="553868"/>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595</Words>
  <Application>Microsoft Office PowerPoint</Application>
  <PresentationFormat>如螢幕大小 (16:9)</PresentationFormat>
  <Paragraphs>154</Paragraphs>
  <Slides>30</Slides>
  <Notes>30</Notes>
  <HiddenSlides>0</HiddenSlides>
  <MMClips>0</MMClips>
  <ScaleCrop>false</ScaleCrop>
  <HeadingPairs>
    <vt:vector size="6" baseType="variant">
      <vt:variant>
        <vt:lpstr>使用字型</vt:lpstr>
      </vt:variant>
      <vt:variant>
        <vt:i4>8</vt:i4>
      </vt:variant>
      <vt:variant>
        <vt:lpstr>佈景主題</vt:lpstr>
      </vt:variant>
      <vt:variant>
        <vt:i4>1</vt:i4>
      </vt:variant>
      <vt:variant>
        <vt:lpstr>投影片標題</vt:lpstr>
      </vt:variant>
      <vt:variant>
        <vt:i4>30</vt:i4>
      </vt:variant>
    </vt:vector>
  </HeadingPairs>
  <TitlesOfParts>
    <vt:vector size="39" baseType="lpstr">
      <vt:lpstr>微軟正黑體</vt:lpstr>
      <vt:lpstr>PT Sans</vt:lpstr>
      <vt:lpstr>Poppins</vt:lpstr>
      <vt:lpstr>Arial</vt:lpstr>
      <vt:lpstr>Nunito Light</vt:lpstr>
      <vt:lpstr>DM Sans</vt:lpstr>
      <vt:lpstr>Bebas Neue</vt:lpstr>
      <vt:lpstr>Poppins ExtraBold</vt:lpstr>
      <vt:lpstr>Road Traffic Accident Reporting App Pitch Deck by Slidesgo</vt:lpstr>
      <vt:lpstr>112年傷亡道路交通事故資料統計 </vt:lpstr>
      <vt:lpstr>目錄</vt:lpstr>
      <vt:lpstr>專案介紹和資料集選擇的理由</vt:lpstr>
      <vt:lpstr>專案介紹</vt:lpstr>
      <vt:lpstr>資料集選擇理由</vt:lpstr>
      <vt:lpstr>資料預處理和過程</vt:lpstr>
      <vt:lpstr>資料預處理的項目和過程</vt:lpstr>
      <vt:lpstr>PowerPoint 簡報</vt:lpstr>
      <vt:lpstr>PowerPoint 簡報</vt:lpstr>
      <vt:lpstr>PowerPoint 簡報</vt:lpstr>
      <vt:lpstr>PowerPoint 簡報</vt:lpstr>
      <vt:lpstr>PowerPoint 簡報</vt:lpstr>
      <vt:lpstr>PowerPoint 簡報</vt:lpstr>
      <vt:lpstr>資料視覺化與 儀表板設計的分析和解釋</vt:lpstr>
      <vt:lpstr>Excel 儀表板設計分析 和解釋</vt:lpstr>
      <vt:lpstr>PowerPoint 簡報</vt:lpstr>
      <vt:lpstr>PowerPoint 簡報</vt:lpstr>
      <vt:lpstr>PowerPoint 簡報</vt:lpstr>
      <vt:lpstr>PowerPoint 簡報</vt:lpstr>
      <vt:lpstr>PowerPoint 簡報</vt:lpstr>
      <vt:lpstr>Power BI 儀表板設計分析 和解釋</vt:lpstr>
      <vt:lpstr>PowerPoint 簡報</vt:lpstr>
      <vt:lpstr>PowerPoint 簡報</vt:lpstr>
      <vt:lpstr>PowerPoint 簡報</vt:lpstr>
      <vt:lpstr>PowerPoint 簡報</vt:lpstr>
      <vt:lpstr>PowerPoint 簡報</vt:lpstr>
      <vt:lpstr>結論與發現</vt:lpstr>
      <vt:lpstr>結論</vt:lpstr>
      <vt:lpstr> 參考資料和 資料源 </vt:lpstr>
      <vt:lpstr>參考資料</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羅冠珽</dc:creator>
  <cp:lastModifiedBy>冠珽 羅</cp:lastModifiedBy>
  <cp:revision>1</cp:revision>
  <dcterms:modified xsi:type="dcterms:W3CDTF">2024-06-16T14:03:25Z</dcterms:modified>
</cp:coreProperties>
</file>